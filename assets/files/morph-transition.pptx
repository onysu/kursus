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B0F71-0407-A834-DAAA-055EB398F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2F0324-4BF2-B79E-9795-C11318767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2A13A-173D-CDE7-E14A-9CC81FCC1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783CA-6D73-4D0A-ABF8-35B96CFF689C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E1275-2A2D-B737-7379-52BD59357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81F21D-8D1D-9C3F-95F9-1EB3B973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667F1-D0DD-4C9D-AF8F-80804D176A09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58080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1B978-296C-3B1F-A290-867ACACA0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6CC11-B04F-1355-88BF-54BE64289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644F10-EF6A-74CE-4FD8-41399261A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783CA-6D73-4D0A-ABF8-35B96CFF689C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3FBE9-F4FE-414A-3B54-0E1408FBF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7D9E5E-345D-76C8-7A58-A9C407414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667F1-D0DD-4C9D-AF8F-80804D176A09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49524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FD703-1AC1-69F7-C06D-52D3BCAD4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2B7C2-1206-0C0E-C11D-7AF90F54C9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52D42-5877-A928-F389-58D0C0532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783CA-6D73-4D0A-ABF8-35B96CFF689C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BCC7B-5E87-054C-2F0A-78C7B7387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B3BBDF-FB26-9459-943D-2F23D17F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667F1-D0DD-4C9D-AF8F-80804D176A09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17702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4C652-D49F-48DD-C117-A2302462D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284B8-C215-EE25-C95E-555515B3C9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548038-443B-4E05-0B23-E72D527F6E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958ACF-2683-9FD1-10BC-6E99D8A82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783CA-6D73-4D0A-ABF8-35B96CFF689C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5F019-46FB-1A34-3FE2-08A5CE8C9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1DD5F-2AE3-439C-7A44-8CE1DBD8E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667F1-D0DD-4C9D-AF8F-80804D176A09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91870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A1750-0C3A-B4B3-80E8-4C7538EC8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86524-281D-C036-9B35-AF45952E6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FE0E11-D67F-9F0E-5732-FD4603AD31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9B10B4-AF48-1105-7CC5-F724A7CAD2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8CF6FA-FD0C-E097-2997-A81CA99628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C0DEF1-DC5A-3867-60CD-D8D6F35D1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783CA-6D73-4D0A-ABF8-35B96CFF689C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B6E484-F790-F2B1-8F97-083AE804D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A61061-A6FD-BE36-5439-789D28881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667F1-D0DD-4C9D-AF8F-80804D176A09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939804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171E8-ED71-C832-1B12-7CC378632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1ADFF9-20AD-0A17-CCFB-21D29690C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783CA-6D73-4D0A-ABF8-35B96CFF689C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608831-4DE9-2D54-76D8-A21DA5421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76110A-FE18-E2EB-E8B4-AE31397F8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667F1-D0DD-4C9D-AF8F-80804D176A09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29302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1636B-CBFF-9728-B90E-8EC8C2F5B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783CA-6D73-4D0A-ABF8-35B96CFF689C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74B27-4E54-616B-4A86-1D070F061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76EDF-3B05-1CF6-4F06-082F544E8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667F1-D0DD-4C9D-AF8F-80804D176A09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22170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89817-99EC-AE2B-DB96-F582851A7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2FD62-9AF9-F0A9-DC01-D698A343D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0D642E-E5A6-8683-0C48-950E5D1803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D8A33B-B533-2305-6D12-AC73D8105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783CA-6D73-4D0A-ABF8-35B96CFF689C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98DEE-C08D-7C25-A3F3-192A1ED64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A6B29C-45CA-573C-D934-234D6897E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667F1-D0DD-4C9D-AF8F-80804D176A09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0328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6B400-3AD9-7422-7C2B-C1D07AB94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9C9DA5-560E-AB5D-ACFC-377EBE64B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BBB5AC-4E07-9BE2-E700-9C78B6734C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D13A1-12BE-9B44-6A5A-3C7F3CBA4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783CA-6D73-4D0A-ABF8-35B96CFF689C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FD303-DEF8-8B72-BDEB-AC0CA5907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17426-7B21-5D95-BA7A-05750A094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667F1-D0DD-4C9D-AF8F-80804D176A09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02490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E73CF-1662-085B-88FE-0858C1D0A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99476D-066E-DD6B-634A-930BC3A36B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43862-4405-63E5-5847-E10D3CDAC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783CA-6D73-4D0A-ABF8-35B96CFF689C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295E6-968E-455D-7B22-15F1BD9AB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DA67F-0975-2919-006B-95ACD32C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667F1-D0DD-4C9D-AF8F-80804D176A09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0307557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98EAC6-435E-4DED-C3D0-507BF96A23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492BB2-0188-3E24-7F54-C8DD2645AC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C40B2-CF74-5C53-AFD7-3BB85F343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783CA-6D73-4D0A-ABF8-35B96CFF689C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B9508-1AAB-2A83-1E44-A2DAE4063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D5D35D-15C8-DE49-16C1-AF9735E71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667F1-D0DD-4C9D-AF8F-80804D176A09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23949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8EC480-9B23-D9C3-4925-E2FAC9551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7F315-87B4-EF14-AA3E-30B5B7673B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F19C9F-BAD1-667D-451F-1501BE4855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2783CA-6D73-4D0A-ABF8-35B96CFF689C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627737-6C2B-63CA-05AD-6F7BA3E069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FD61AE-F47B-BC8F-A780-C96BC2709A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6667F1-D0DD-4C9D-AF8F-80804D176A09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42317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8D3894-33F8-34EF-D42D-2EC28277386E}"/>
              </a:ext>
            </a:extLst>
          </p:cNvPr>
          <p:cNvSpPr txBox="1"/>
          <p:nvPr/>
        </p:nvSpPr>
        <p:spPr>
          <a:xfrm>
            <a:off x="959370" y="599606"/>
            <a:ext cx="223651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</a:t>
            </a:r>
            <a:endParaRPr lang="id-ID" sz="9600" b="1" dirty="0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90115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67370-2E62-7B17-0801-C2A003DED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2BBDE9-F0DB-63B2-3F2A-0F776CCFD7D2}"/>
              </a:ext>
            </a:extLst>
          </p:cNvPr>
          <p:cNvSpPr txBox="1"/>
          <p:nvPr/>
        </p:nvSpPr>
        <p:spPr>
          <a:xfrm>
            <a:off x="10253271" y="584616"/>
            <a:ext cx="9541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</a:t>
            </a:r>
            <a:endParaRPr lang="id-ID" sz="3600" b="1" dirty="0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628D38-55DE-006D-90FE-BF69B679E381}"/>
              </a:ext>
            </a:extLst>
          </p:cNvPr>
          <p:cNvSpPr txBox="1"/>
          <p:nvPr/>
        </p:nvSpPr>
        <p:spPr>
          <a:xfrm>
            <a:off x="6720059" y="1230947"/>
            <a:ext cx="44873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000" dirty="0">
                <a:solidFill>
                  <a:schemeClr val="bg1">
                    <a:lumMod val="50000"/>
                  </a:schemeClr>
                </a:solidFill>
              </a:rPr>
              <a:t>Sebuah gagasan yang mengubah dunia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A7517A-E388-881C-E934-3E270C0DCF7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72" r="15362"/>
          <a:stretch>
            <a:fillRect/>
          </a:stretch>
        </p:blipFill>
        <p:spPr>
          <a:xfrm>
            <a:off x="1902501" y="1191717"/>
            <a:ext cx="4909280" cy="4909280"/>
          </a:xfrm>
          <a:prstGeom prst="flowChartConnector">
            <a:avLst/>
          </a:prstGeom>
        </p:spPr>
      </p:pic>
    </p:spTree>
    <p:extLst>
      <p:ext uri="{BB962C8B-B14F-4D97-AF65-F5344CB8AC3E}">
        <p14:creationId xmlns:p14="http://schemas.microsoft.com/office/powerpoint/2010/main" val="35542729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1</cp:revision>
  <dcterms:created xsi:type="dcterms:W3CDTF">2026-06-26T14:15:05Z</dcterms:created>
  <dcterms:modified xsi:type="dcterms:W3CDTF">2026-06-26T14:19:31Z</dcterms:modified>
</cp:coreProperties>
</file>