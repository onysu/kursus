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420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453A-7DA0-2FE2-6D57-E5351554C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6850A7-C252-317A-A36E-37F54EDD49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B97CE-6024-2819-7787-B7152E8D9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B2D84-A5FE-9183-0D97-CAFB5E3B0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35B46-0665-2DCD-1193-4834A112D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74020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1AE91-378B-1ED6-B6A8-C0D8058E3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EC9CDE-2100-DC02-0D0B-5C9A26F4E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44874-0BAD-3E2B-DA27-490C6D14D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8429AC-0F2E-B1AF-BC20-79E98A9CE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25D0C-A1DF-85B3-936F-41DD978F9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24303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25C34-76F8-7B7B-378B-E2617C4B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CC542-3368-B33E-93EE-63E1A2108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40804C-2A8D-D09F-42C2-4ADFF5C0B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268FB-8192-08FA-93C5-C82253B24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4960F-3F89-67F1-77F9-EE603988D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5430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9EF65-3E2F-8473-98D2-3E9B77A3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297D0-E3BE-AC24-EAF0-6EA339A0F7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0CEDE2-B518-179A-9B8B-DDE6F7EC3D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03D6A-028F-FF85-A323-16758E05B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E9866A-C22B-E669-45AD-35B397460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0D33C8-E5DF-E0D8-D056-6524D5DF7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381680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72AAE-B865-4FAF-BD90-3CF8047B0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05AC8-8F6B-026E-CEDA-876DCEC53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866532-ADD3-61D0-D843-9796E25E38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E445AB-19C4-2D1B-C499-C41FC53DC3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5D9BA1-313E-7954-3A0E-1891D67A5F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0E5396-DAF6-E5D9-EC12-CB7B810A3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EB1F78-161E-7FD6-DA68-8B1832CD4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5CF541-3F47-201C-AA06-72421C2B3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05547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E8827-7A4E-7241-9823-2B17DD942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F8C9C8-1612-2731-F654-6C27C2B93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966A5E-0107-9EC9-F8C9-59C80EE54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AE782C-7B79-3B15-117B-6239E04BA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91128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3EAA02-7784-14F3-7E77-22A4D83EA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ED177F-35B9-5BB0-BBF0-413FC689C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3F67C6-EF3B-863B-359C-39828E16E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35534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04F08-2409-4327-5701-9AB04A7FA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E749C-0EDC-D8C1-1CDF-20164A390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0A2998-1D71-CD3F-DDBF-E1B853A247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8E2AFC-B484-E3AC-2FC7-0F7A22E58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095369-9582-3BE3-1881-78B0E2D9E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31E2B-1AC1-120A-0F70-04731F445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60446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FDADF-981D-7F48-482B-D358A2DFC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557D0-94CD-4656-34BF-5F202B868E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A9E79-86F2-3C1F-CE36-CE15D3ED25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48B2E-A6E2-96A1-F59B-56F455B74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0A67DE-834D-A8D3-54D0-1AF6644DB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F19B86-891F-EA70-EFFF-BA49D203B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66231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2DF01-EB22-CABA-3B3C-7956F7623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247CD6-7464-47CF-77C7-7DE943D35D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80206-88E0-98C2-4569-DA73312CB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ED72A-D3BA-4CDA-4B01-ABD12FE7B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1C3006-50E4-00B5-72B2-1242BB7DF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523456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35A37C-E36C-55F2-A680-2823F45634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712F5-3C49-B731-8F34-E8AB99D80C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6D6414-4A6C-8B33-3C19-E4FF01224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E57C9-2898-4A86-BD65-A6AADA69DC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D4B3D9-CFA2-E298-9BB5-08F0A806D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E16F4-47CD-7C2B-7C03-F214CD19D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86630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DAF98-CBD3-7B0C-146D-339AB0D8A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8098B1-26FA-40CF-DF8A-B1934184D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27352-398D-FC62-9B7A-BDF5E7D4B6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1E57C9-2898-4A86-BD65-A6AADA69DC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DC441-A2CA-6BBB-7DC7-ECDA5EC8AB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4EF28-21FE-169B-AF57-79138FF6EF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8BCEDC-FE0E-414F-8D37-A32F8FC22AC3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50864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1A17C7-E033-6677-1B39-777C65B7D3A1}"/>
              </a:ext>
            </a:extLst>
          </p:cNvPr>
          <p:cNvSpPr>
            <a:spLocks noGrp="1"/>
          </p:cNvSpPr>
          <p:nvPr>
            <p:ph type="title"/>
          </p:nvPr>
        </p:nvSpPr>
        <p:spPr/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algn="ctr"/>
            <a:r>
              <a:rPr lang="id-ID" b="1" dirty="0"/>
              <a:t>Proses Bisnis — Animasi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D7B65DE-6CF6-F8E8-2155-71D0AEFC51B6}"/>
              </a:ext>
            </a:extLst>
          </p:cNvPr>
          <p:cNvSpPr/>
          <p:nvPr/>
        </p:nvSpPr>
        <p:spPr>
          <a:xfrm>
            <a:off x="944380" y="2994285"/>
            <a:ext cx="1933731" cy="86943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b="1" dirty="0"/>
              <a:t>PROSPEK</a:t>
            </a:r>
            <a:endParaRPr lang="id-ID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1595FB-DCA0-72E8-C51D-8876F756797B}"/>
              </a:ext>
            </a:extLst>
          </p:cNvPr>
          <p:cNvSpPr/>
          <p:nvPr/>
        </p:nvSpPr>
        <p:spPr>
          <a:xfrm>
            <a:off x="6096000" y="2994285"/>
            <a:ext cx="1933731" cy="86943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b="1" dirty="0"/>
              <a:t>NEGOSIASI</a:t>
            </a:r>
            <a:endParaRPr lang="id-ID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00D7AB-0864-E55C-96A1-DF8F0302677B}"/>
              </a:ext>
            </a:extLst>
          </p:cNvPr>
          <p:cNvSpPr/>
          <p:nvPr/>
        </p:nvSpPr>
        <p:spPr>
          <a:xfrm>
            <a:off x="3520190" y="2994285"/>
            <a:ext cx="1933731" cy="86943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b="1" dirty="0"/>
              <a:t>PENAWARAN</a:t>
            </a:r>
            <a:endParaRPr lang="id-ID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4646BCC-7F30-A9CE-5E96-3426BBD76DEB}"/>
              </a:ext>
            </a:extLst>
          </p:cNvPr>
          <p:cNvSpPr/>
          <p:nvPr/>
        </p:nvSpPr>
        <p:spPr>
          <a:xfrm>
            <a:off x="8671810" y="2994285"/>
            <a:ext cx="1933731" cy="86943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b="1" dirty="0"/>
              <a:t>DEAL</a:t>
            </a:r>
            <a:endParaRPr lang="id-ID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E939FE7-9EE1-CD09-18DB-047FC1B965BF}"/>
              </a:ext>
            </a:extLst>
          </p:cNvPr>
          <p:cNvSpPr/>
          <p:nvPr/>
        </p:nvSpPr>
        <p:spPr>
          <a:xfrm>
            <a:off x="2996783" y="3101090"/>
            <a:ext cx="404734" cy="6558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7A6F09F-B4CE-F673-5FC7-FD24606862B2}"/>
              </a:ext>
            </a:extLst>
          </p:cNvPr>
          <p:cNvSpPr/>
          <p:nvPr/>
        </p:nvSpPr>
        <p:spPr>
          <a:xfrm>
            <a:off x="5572593" y="3082352"/>
            <a:ext cx="404734" cy="6558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77AD3B0-470A-9780-D86B-212E10564729}"/>
              </a:ext>
            </a:extLst>
          </p:cNvPr>
          <p:cNvSpPr/>
          <p:nvPr/>
        </p:nvSpPr>
        <p:spPr>
          <a:xfrm>
            <a:off x="8148403" y="3082352"/>
            <a:ext cx="404734" cy="6558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93206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mph" presetSubtype="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0.25347 L 2.08333E-7 0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1268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7" grpId="0" animBg="1"/>
      <p:bldP spid="8" grpId="0" animBg="1"/>
      <p:bldP spid="9" grpId="0" animBg="1"/>
      <p:bldP spid="9" grpId="1" animBg="1"/>
      <p:bldP spid="10" grpId="0" animBg="1"/>
      <p:bldP spid="11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Proses Bisnis — Animasi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2</cp:revision>
  <dcterms:created xsi:type="dcterms:W3CDTF">2026-06-27T01:48:04Z</dcterms:created>
  <dcterms:modified xsi:type="dcterms:W3CDTF">2026-06-27T01:49:37Z</dcterms:modified>
</cp:coreProperties>
</file>