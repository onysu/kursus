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30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2895-15EB-F143-C232-2C9925E45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B0F2E-06BA-191E-59F9-5125558D7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DA0D2-683F-059C-A1C8-AC04981A1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5F8E2-A63E-0A01-E0AA-3E5DD09F4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7651F-158D-6EA1-407C-C4402E93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1288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47F0-4AF0-2DA6-7EE9-3B365C9C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89344-EA00-D79E-8FF6-00E3B6D54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1C774-2327-C1F6-5D9A-910574DF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FD9D2-BDF9-9370-B2F8-EEBE8068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4754B-DC8B-3D13-6835-84A2F7E3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58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DD71-ED5C-01E6-5C7A-577E07F0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FEBC3-E914-E91F-732C-55E5145D5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6D3CA-E207-B068-E520-F0AB9B5A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9A1D4-EABB-9556-6C92-9A2F07BF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FC16A-4107-071B-2D11-B1637DDE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6629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EF45-38FA-9FF5-635E-6558084A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82383-312B-B4DA-26C4-3F1C08686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B301B-A56F-4B36-67EB-8E8F54E56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D6DC8-75D1-C073-4C73-907ED995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0FE02-F085-E308-DEAA-53C2ADB8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402BD-5073-B801-AAA2-2970EEF9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5399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3D52-34C3-60D2-20AC-8E0420D8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428EF-DA9C-AFDB-E1EC-6896171EB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C709C-2E76-9430-1C72-C67B698E2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D3A93-0B78-74F9-747C-C305D6E5D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4CD27-79DC-D45F-E9DB-4AD1FE151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1F0DD4-ED19-F31D-A92C-5B3FA306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E539E-B5FC-0F91-1A2B-80F6C990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4013E1-8BE7-7B4D-754A-C6D9E9A0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2638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4CC7-7CD2-258D-2EE9-5A324752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BD23E-8CCE-55B3-43BF-72A2B684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A2E1B-27E9-E75E-0594-A7F3A683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B869D-3E11-3CDF-6B79-41F586D0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2729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B2833E-1B34-32C0-2C0F-B1250137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0D09D-0563-F166-4E36-22B5EA6F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C408B-9D07-A67B-2579-41BB0F34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502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F60D-5B3B-5AB6-A26D-958FA249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DE33E-5195-129D-52C9-B284CDE8B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9EA62-5B26-3336-3962-2AEF14A62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1EEB5-D861-9711-5D17-61743867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680D2-BEF5-4C31-4998-B82A9572A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F260B-5742-A747-876C-CF8E88E6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04051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8BCB-599E-E7E9-B27E-15E4750B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352A9-8EC8-2CFC-6487-F87BAC9F1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2D3F6-9949-E4D4-D9EA-2C640CE8F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B9705-808B-F938-BA4A-F03F12FC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7F526-95CA-073B-81D8-841A9B4D5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007F5-2F0B-BA39-6707-5EB9B52F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90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FCFD-442D-2066-707F-1F4B4FAB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5CDB9-2F69-2945-E7B8-54A91998F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3F43A-8CE6-6B20-C74C-5F394834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18D85-6294-D536-381A-7A60FB43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5F870-881A-0BC3-B970-6737295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0990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0EC24-62CB-E17B-928C-641F74404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4E180-AAAE-457A-3324-7B9AC6CF0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B299-34C6-E253-F7D9-EAB02EA2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71D35-9C70-5774-4638-14B19530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A33E9-214F-0484-C70C-303FBD25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536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4FAB1E-73D2-2864-1D5D-E83B4FB44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B2132-360C-D00B-61A2-CAE9F8D10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22E78-0275-D89A-ADAE-5EC3F5226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F77C4-1D67-4110-AA8D-11E51ED4D64C}" type="datetimeFigureOut">
              <a:rPr lang="id-ID" smtClean="0"/>
              <a:t>26/06/2026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81F07-CB7B-FE51-EEC5-08E08B924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F01D9-BAFA-1FE1-2B71-0A54C841A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18D08-E1D4-4ED2-B1A5-3F9D52E030B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528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8D05B-A0B5-7B45-88A4-AC7BB841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/>
              <a:t>Proses Bisnis — Animasi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D2F27C-F125-88DA-765E-25C4B3D08827}"/>
              </a:ext>
            </a:extLst>
          </p:cNvPr>
          <p:cNvSpPr/>
          <p:nvPr/>
        </p:nvSpPr>
        <p:spPr>
          <a:xfrm>
            <a:off x="838200" y="2998033"/>
            <a:ext cx="2099872" cy="64457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Prospek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03717C-8B70-96B1-B725-54975965B02E}"/>
              </a:ext>
            </a:extLst>
          </p:cNvPr>
          <p:cNvSpPr/>
          <p:nvPr/>
        </p:nvSpPr>
        <p:spPr>
          <a:xfrm>
            <a:off x="3581400" y="2998033"/>
            <a:ext cx="2099872" cy="64457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Penawaran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0F200D-7025-DCAC-B483-479C7918BF2B}"/>
              </a:ext>
            </a:extLst>
          </p:cNvPr>
          <p:cNvSpPr/>
          <p:nvPr/>
        </p:nvSpPr>
        <p:spPr>
          <a:xfrm>
            <a:off x="6324600" y="2998033"/>
            <a:ext cx="2099872" cy="64457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Negosiasi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4717D6-ABAF-EA51-1638-FB422D5E3ED4}"/>
              </a:ext>
            </a:extLst>
          </p:cNvPr>
          <p:cNvSpPr/>
          <p:nvPr/>
        </p:nvSpPr>
        <p:spPr>
          <a:xfrm>
            <a:off x="9067800" y="3039256"/>
            <a:ext cx="2099872" cy="64457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Deal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8C0E530-5645-A80F-47AA-C059BFFF0D5B}"/>
              </a:ext>
            </a:extLst>
          </p:cNvPr>
          <p:cNvSpPr/>
          <p:nvPr/>
        </p:nvSpPr>
        <p:spPr>
          <a:xfrm>
            <a:off x="3079854" y="3084226"/>
            <a:ext cx="359764" cy="4721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E90EB1-2C7E-C8FC-9684-A22C61A3F81C}"/>
              </a:ext>
            </a:extLst>
          </p:cNvPr>
          <p:cNvSpPr/>
          <p:nvPr/>
        </p:nvSpPr>
        <p:spPr>
          <a:xfrm>
            <a:off x="5823054" y="3084226"/>
            <a:ext cx="359764" cy="4721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4BF4019-098F-7FC7-2BEB-0F126F808642}"/>
              </a:ext>
            </a:extLst>
          </p:cNvPr>
          <p:cNvSpPr/>
          <p:nvPr/>
        </p:nvSpPr>
        <p:spPr>
          <a:xfrm>
            <a:off x="8566254" y="3084226"/>
            <a:ext cx="359764" cy="4721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3287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34398 L 4.16667E-6 -1.85185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17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Proses Bisnis — Animasi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</cp:revision>
  <dcterms:created xsi:type="dcterms:W3CDTF">2026-06-26T07:14:43Z</dcterms:created>
  <dcterms:modified xsi:type="dcterms:W3CDTF">2026-06-26T07:15:26Z</dcterms:modified>
</cp:coreProperties>
</file>