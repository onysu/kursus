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55DF8-B5EF-597A-A5B5-4AF37AEEB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E23611-1525-7727-FED4-123B73486D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F6783-3D0F-9BB3-86F0-43AA572BB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EC7-7E92-4ACC-9FC6-D498222E29DA}" type="datetimeFigureOut">
              <a:rPr lang="id-ID" smtClean="0"/>
              <a:t>13/07/2026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31B2B-815A-0CA2-8FF3-F6F5B5C55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EF2A0-4D2D-CDE5-6C3C-C37029880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61E1-74A1-4563-8E66-51794CE02A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68501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661F7-3FB5-8545-A5CB-B4E1B4C66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FDA29-5711-AF0D-3665-1597E65FB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D3C49-54CE-EDFD-B4A8-DE9D0F4F6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EC7-7E92-4ACC-9FC6-D498222E29DA}" type="datetimeFigureOut">
              <a:rPr lang="id-ID" smtClean="0"/>
              <a:t>13/07/2026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1B656-32F5-5324-6995-BC180E9A5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7F383-3055-FDD4-7E57-9D6ED967F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61E1-74A1-4563-8E66-51794CE02A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51807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79282-126A-D641-37F6-B85AAA207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495C4-8090-CEB1-EA38-75C9B31BC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2C8B5-314C-4690-9B7C-7CBB3C78D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EC7-7E92-4ACC-9FC6-D498222E29DA}" type="datetimeFigureOut">
              <a:rPr lang="id-ID" smtClean="0"/>
              <a:t>13/07/2026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5ECD8-A8A8-BD0D-A05C-133B6B8B3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6E530-7A87-0668-47A5-97790A70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61E1-74A1-4563-8E66-51794CE02A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85671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4F542-22B8-6BB0-6AB7-624144350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3519F-589A-A53E-05AC-560A31EED1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383F70-49B3-DE9C-116C-B274C030E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D1B21-EFB4-D68C-58A3-B388B4B7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EC7-7E92-4ACC-9FC6-D498222E29DA}" type="datetimeFigureOut">
              <a:rPr lang="id-ID" smtClean="0"/>
              <a:t>13/07/2026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A2446-46B3-0EF8-9219-AB7895DCE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E2C2F-A3D6-E792-17DB-EB1EA2EDA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61E1-74A1-4563-8E66-51794CE02A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91478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5B8DB-8862-C4BD-A3B7-97148CA0F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B95336-1754-4120-7A90-73378906C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766857-735A-B985-8D12-0CDDE87FB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A593C8-FF30-C3D4-979D-0F3C4F362C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082238-114E-DAC1-5C8A-6F0873BCB4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1FC5B-EDA1-A5DD-4A8E-A9BC799CC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EC7-7E92-4ACC-9FC6-D498222E29DA}" type="datetimeFigureOut">
              <a:rPr lang="id-ID" smtClean="0"/>
              <a:t>13/07/2026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A22981-7D19-1353-A32B-76EFDE3A0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64EAB7-B493-B42B-F8D6-39064F876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61E1-74A1-4563-8E66-51794CE02A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84014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BAC2C-F781-D288-B118-B022CF9E8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03A19-6AD5-DD21-2986-1233003F9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EC7-7E92-4ACC-9FC6-D498222E29DA}" type="datetimeFigureOut">
              <a:rPr lang="id-ID" smtClean="0"/>
              <a:t>13/07/2026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93FD7F-29A9-804D-C099-BA36E2ADB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588DE4-2347-599F-C8C4-D79444462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61E1-74A1-4563-8E66-51794CE02A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63988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7ED2DA-5A1E-0BA7-4DE4-8DF2DF218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EC7-7E92-4ACC-9FC6-D498222E29DA}" type="datetimeFigureOut">
              <a:rPr lang="id-ID" smtClean="0"/>
              <a:t>13/07/2026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17E6F2-9C44-C0A0-1998-A2E16E9DC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13283-EC5C-5B10-13A8-E3313FD21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61E1-74A1-4563-8E66-51794CE02A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11109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3340E-DB09-89CE-66FC-6895559AA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9332E-93DE-EC79-080B-6D1E9160D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70349-EF1C-4ABF-F1C1-0ED8D35F3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E1F36-5FA4-9106-CA77-14D0C867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EC7-7E92-4ACC-9FC6-D498222E29DA}" type="datetimeFigureOut">
              <a:rPr lang="id-ID" smtClean="0"/>
              <a:t>13/07/2026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35DFCE-ED8A-600C-5E6F-57F85F145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3E15C-EE58-A0E6-B58C-10A4D1964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61E1-74A1-4563-8E66-51794CE02A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76297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12B0D-C0FF-2DF0-F720-9BBD5F469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217DF2-6EA8-FCDE-C0F0-B01155A3F6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F532D6-B142-9F42-2E1E-DEF645B230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33737-AB5A-AF14-838C-E06A1CDF8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EC7-7E92-4ACC-9FC6-D498222E29DA}" type="datetimeFigureOut">
              <a:rPr lang="id-ID" smtClean="0"/>
              <a:t>13/07/2026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AACD1-5FDC-4E31-F7C7-581D05E2B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87E89-C962-A2D3-AA04-FCBD01EE9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61E1-74A1-4563-8E66-51794CE02A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26632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BB85-0835-514C-AD94-29B29DF91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50765-86DC-4573-135D-698A5F7C6F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2FCFD-4DF3-E4A4-CCAD-6D17E75FA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EC7-7E92-4ACC-9FC6-D498222E29DA}" type="datetimeFigureOut">
              <a:rPr lang="id-ID" smtClean="0"/>
              <a:t>13/07/2026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2A8ED-8C43-70B1-59EE-7C1258789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1A3DB-0355-D95B-4618-9FC51F53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61E1-74A1-4563-8E66-51794CE02A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02764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F2774D-63B4-A616-7265-1B80B8AC06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45A6FC-7E50-3A9D-5A05-8EFBC7ECB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795F2-0D3C-48C0-B3F0-D5946296F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EC7-7E92-4ACC-9FC6-D498222E29DA}" type="datetimeFigureOut">
              <a:rPr lang="id-ID" smtClean="0"/>
              <a:t>13/07/2026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A6CB3-9CE4-12FA-C0FB-CAC58B88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A7F11-0EEF-9A9F-4AB5-FA975A359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61E1-74A1-4563-8E66-51794CE02A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91677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32BE29-2A1F-97D4-DD35-15D071459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21126-BA72-8130-3F3A-53A739AA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1AEE8-ADC9-765E-8C61-822E4F30A7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621EC7-7E92-4ACC-9FC6-D498222E29DA}" type="datetimeFigureOut">
              <a:rPr lang="id-ID" smtClean="0"/>
              <a:t>13/07/2026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58E76-F59D-D2FD-CAF4-A3A936E447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10871-8B1F-D8D4-06F5-F0A33196EA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5961E1-74A1-4563-8E66-51794CE02A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17968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A08672-BFE7-7848-369E-8532CE9C2D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backgroundMark x1="32750" y1="19024" x2="32750" y2="19024"/>
                        <a14:backgroundMark x1="36000" y1="74965" x2="36000" y2="7496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089" t="19891" r="24296" b="25683"/>
          <a:stretch>
            <a:fillRect/>
          </a:stretch>
        </p:blipFill>
        <p:spPr>
          <a:xfrm>
            <a:off x="3592642" y="1562724"/>
            <a:ext cx="5006715" cy="37325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206217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ONY</dc:creator>
  <cp:lastModifiedBy>ONY</cp:lastModifiedBy>
  <cp:revision>1</cp:revision>
  <dcterms:created xsi:type="dcterms:W3CDTF">2026-06-27T01:19:00Z</dcterms:created>
  <dcterms:modified xsi:type="dcterms:W3CDTF">2026-07-13T15:30:57Z</dcterms:modified>
</cp:coreProperties>
</file>