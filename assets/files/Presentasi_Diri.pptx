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32620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19664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94263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06486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76109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92329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67358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61529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99783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85010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853315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6907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579914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830427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690054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937622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74396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AC53E01-FA51-454E-967B-3636508EF0F9}" type="datetimeFigureOut">
              <a:rPr lang="id-ID" smtClean="0"/>
              <a:t>23/06/2026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B8C108-0F19-4D11-ABCB-36C3CAE153B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060645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BD8B-2CBA-4DFE-9BAF-34ABE2912A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dirty="0"/>
              <a:t>PRESENTASI DIRI</a:t>
            </a:r>
            <a:endParaRPr lang="id-ID" sz="4400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849E349-F4FA-4A3A-B85F-9908F36ECF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d-ID" dirty="0"/>
              <a:t>Nama : Andi Pratama</a:t>
            </a:r>
          </a:p>
          <a:p>
            <a:r>
              <a:rPr lang="id-ID" dirty="0"/>
              <a:t>Kelas : Peserta Kursus Office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9020A9-61B2-4DC6-921E-DE02ECDA29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05485" y="1058461"/>
            <a:ext cx="2857500" cy="28575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706810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45A1A-8A2B-408B-90CC-576FE0B24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Pendidikan dan Pengalaman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547BD-93CA-49B0-9167-77DCC0F246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d-ID" dirty="0"/>
              <a:t>Pendidikan</a:t>
            </a:r>
          </a:p>
          <a:p>
            <a:endParaRPr lang="id-ID" dirty="0"/>
          </a:p>
          <a:p>
            <a:r>
              <a:rPr lang="id-ID" dirty="0"/>
              <a:t>SD Negeri 01 Surabaya</a:t>
            </a:r>
          </a:p>
          <a:p>
            <a:r>
              <a:rPr lang="id-ID" dirty="0"/>
              <a:t>SMP Negeri 05 Surabaya</a:t>
            </a:r>
          </a:p>
          <a:p>
            <a:r>
              <a:rPr lang="id-ID" dirty="0"/>
              <a:t>SMA Negeri 10 Surabaya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209A4A-188D-483B-AFDE-6DE027B3EF7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Pengalaman</a:t>
            </a:r>
          </a:p>
          <a:p>
            <a:endParaRPr lang="pt-BR" dirty="0"/>
          </a:p>
          <a:p>
            <a:r>
              <a:rPr lang="pt-BR" dirty="0"/>
              <a:t>Ketua Kelas (2023)</a:t>
            </a:r>
          </a:p>
          <a:p>
            <a:r>
              <a:rPr lang="pt-BR" dirty="0"/>
              <a:t>Panitia Acara Sekolah</a:t>
            </a:r>
          </a:p>
          <a:p>
            <a:r>
              <a:rPr lang="pt-BR" dirty="0"/>
              <a:t>Magang Administrasi (2025)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3884891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2AB2E-3C30-40DF-96FC-A673A6193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Hobi &amp; Minat</a:t>
            </a:r>
          </a:p>
        </p:txBody>
      </p:sp>
      <p:pic>
        <p:nvPicPr>
          <p:cNvPr id="17" name="Content Placeholder 16" descr="Music notation with solid fill">
            <a:extLst>
              <a:ext uri="{FF2B5EF4-FFF2-40B4-BE49-F238E27FC236}">
                <a16:creationId xmlns:a16="http://schemas.microsoft.com/office/drawing/2014/main" id="{8C3F77B6-E0F5-4660-A516-E50ADCED4F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7405" y="1877696"/>
            <a:ext cx="914400" cy="914400"/>
          </a:xfrm>
        </p:spPr>
      </p:pic>
      <p:pic>
        <p:nvPicPr>
          <p:cNvPr id="19" name="Graphic 18" descr="Soccer ball with solid fill">
            <a:extLst>
              <a:ext uri="{FF2B5EF4-FFF2-40B4-BE49-F238E27FC236}">
                <a16:creationId xmlns:a16="http://schemas.microsoft.com/office/drawing/2014/main" id="{506D7A5E-462A-4C55-88D2-6FE0C7826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91272" y="1853248"/>
            <a:ext cx="914400" cy="914400"/>
          </a:xfrm>
          <a:prstGeom prst="rect">
            <a:avLst/>
          </a:prstGeom>
        </p:spPr>
      </p:pic>
      <p:pic>
        <p:nvPicPr>
          <p:cNvPr id="21" name="Graphic 20" descr="Books with solid fill">
            <a:extLst>
              <a:ext uri="{FF2B5EF4-FFF2-40B4-BE49-F238E27FC236}">
                <a16:creationId xmlns:a16="http://schemas.microsoft.com/office/drawing/2014/main" id="{50CA7F21-F844-4DC1-B6F3-A77F3359C7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0282" y="1853248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6E66496-48E3-4AFB-A322-42B98662D91A}"/>
              </a:ext>
            </a:extLst>
          </p:cNvPr>
          <p:cNvSpPr txBox="1"/>
          <p:nvPr/>
        </p:nvSpPr>
        <p:spPr>
          <a:xfrm>
            <a:off x="646110" y="3267225"/>
            <a:ext cx="25273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Musik</a:t>
            </a:r>
          </a:p>
          <a:p>
            <a:pPr algn="ctr"/>
            <a:endParaRPr lang="id-ID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id-ID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Mendengarkan musik</a:t>
            </a:r>
          </a:p>
          <a:p>
            <a:pPr algn="ctr"/>
            <a:r>
              <a:rPr lang="id-ID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 hiburan dan relaksasi.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2BFC04-1E9A-4CC8-9487-4214ED264E8D}"/>
              </a:ext>
            </a:extLst>
          </p:cNvPr>
          <p:cNvSpPr txBox="1"/>
          <p:nvPr/>
        </p:nvSpPr>
        <p:spPr>
          <a:xfrm>
            <a:off x="3923084" y="3267225"/>
            <a:ext cx="28507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b="1" dirty="0"/>
              <a:t>Olahraga</a:t>
            </a:r>
          </a:p>
          <a:p>
            <a:pPr algn="ctr"/>
            <a:endParaRPr lang="sv-SE" dirty="0"/>
          </a:p>
          <a:p>
            <a:pPr algn="ctr"/>
            <a:r>
              <a:rPr lang="sv-SE" dirty="0"/>
              <a:t>Bermain Sepak Bola</a:t>
            </a:r>
          </a:p>
          <a:p>
            <a:pPr algn="ctr"/>
            <a:r>
              <a:rPr lang="sv-SE" dirty="0"/>
              <a:t>untuk menjaga kesehatan.</a:t>
            </a:r>
            <a:endParaRPr lang="id-ID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F88BA8-FD0A-4353-83B8-F518DB77429C}"/>
              </a:ext>
            </a:extLst>
          </p:cNvPr>
          <p:cNvSpPr txBox="1"/>
          <p:nvPr/>
        </p:nvSpPr>
        <p:spPr>
          <a:xfrm>
            <a:off x="7799294" y="3167023"/>
            <a:ext cx="28507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b="1" dirty="0"/>
              <a:t>Membaca</a:t>
            </a:r>
          </a:p>
          <a:p>
            <a:pPr algn="ctr"/>
            <a:endParaRPr lang="id-ID" dirty="0"/>
          </a:p>
          <a:p>
            <a:pPr algn="ctr"/>
            <a:r>
              <a:rPr lang="id-ID" dirty="0"/>
              <a:t>Membaca buku teknologi</a:t>
            </a:r>
          </a:p>
          <a:p>
            <a:pPr algn="ctr"/>
            <a:r>
              <a:rPr lang="id-ID" dirty="0"/>
              <a:t>dan pengembangan diri.</a:t>
            </a:r>
          </a:p>
        </p:txBody>
      </p:sp>
    </p:spTree>
    <p:extLst>
      <p:ext uri="{BB962C8B-B14F-4D97-AF65-F5344CB8AC3E}">
        <p14:creationId xmlns:p14="http://schemas.microsoft.com/office/powerpoint/2010/main" val="3768695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48</TotalTime>
  <Words>68</Words>
  <Application>Microsoft Office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Century Gothic</vt:lpstr>
      <vt:lpstr>Wingdings 3</vt:lpstr>
      <vt:lpstr>Ion</vt:lpstr>
      <vt:lpstr>PRESENTASI DIRI</vt:lpstr>
      <vt:lpstr>Pendidikan dan Pengalaman</vt:lpstr>
      <vt:lpstr>Hobi &amp; Minat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PRESENTASI DIRI</dc:title>
  <dc:creator>ONY</dc:creator>
  <cp:lastModifiedBy>ONY</cp:lastModifiedBy>
  <cp:revision>5</cp:revision>
  <dcterms:created xsi:type="dcterms:W3CDTF">2026-06-23T14:28:37Z</dcterms:created>
  <dcterms:modified xsi:type="dcterms:W3CDTF">2026-06-23T15:17:34Z</dcterms:modified>
</cp:coreProperties>
</file>