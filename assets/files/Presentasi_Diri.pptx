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  <p:sldId id="260" r:id="rId4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B987C-EA2C-1A6A-FF07-8CD1163BBF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4CD6D6-D3B7-3B0A-EA6B-4C36EF9EAD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4D077-CB89-D987-95D2-5FF19B78C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15C9B-5058-43F0-B335-333AD8501815}" type="datetimeFigureOut">
              <a:rPr lang="id-ID" smtClean="0"/>
              <a:t>12/07/2026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45969-2B1E-4D7A-6182-31B84943A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17879-4B6C-881C-7568-4C282EC7C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0AB1D-EEC4-4E8F-B22B-150D9704ED7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45118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49909-0FE9-D9D3-98FF-5DC85C5DF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885C3-A975-47E9-B864-9E7C1C2D6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D2857-D27E-5C7B-88C9-D26FE1749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15C9B-5058-43F0-B335-333AD8501815}" type="datetimeFigureOut">
              <a:rPr lang="id-ID" smtClean="0"/>
              <a:t>12/07/2026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A6E97-26D8-7EF1-D942-89DFE0BF3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CCCF8-2DBE-31F3-9B0B-DD8181C5C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0AB1D-EEC4-4E8F-B22B-150D9704ED7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31227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42700-3B8B-281E-28B5-6B0804A9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7875B-4068-AA5C-DBA3-89949C6D8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BE631-DB87-666B-448E-2FC7620C1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15C9B-5058-43F0-B335-333AD8501815}" type="datetimeFigureOut">
              <a:rPr lang="id-ID" smtClean="0"/>
              <a:t>12/07/2026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093A2-43C2-1FC1-CB26-86C729C52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195C9-62AD-5427-55BE-F65DA2361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0AB1D-EEC4-4E8F-B22B-150D9704ED7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21679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D0B31-B346-8A9D-FE2D-1555EEA08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3A50D-EE67-09F2-0B75-E3D6514DE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2FA1ED-8DD0-2BBA-76FA-128109DA73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7D6F4-25AE-1102-D436-272F452DC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15C9B-5058-43F0-B335-333AD8501815}" type="datetimeFigureOut">
              <a:rPr lang="id-ID" smtClean="0"/>
              <a:t>12/07/2026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6CDCF-2905-83D7-703C-1B0003E43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D9BA75-84DE-2CFF-6544-2E8449320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0AB1D-EEC4-4E8F-B22B-150D9704ED7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94491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F0916-E09C-529B-D067-A376B1177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21143-41B5-10B5-B7E5-7CE74094B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914C2A-E1C2-035F-BD1F-CEEF7AECE1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702BA6-6F46-378D-9BA9-CE44D272A0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A67D40-C6CC-619A-5E88-490784C105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3CCE0C-81CE-AB09-23E0-F1593B876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15C9B-5058-43F0-B335-333AD8501815}" type="datetimeFigureOut">
              <a:rPr lang="id-ID" smtClean="0"/>
              <a:t>12/07/2026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60E5FF-9102-E7A2-45D3-22A0E6AA3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07B1C5-5066-FB78-3B14-87C8EF41E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0AB1D-EEC4-4E8F-B22B-150D9704ED7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47750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F455F-18E0-80AA-ADC0-ADE042389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A6816D-388E-849F-FA9C-C4925283A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15C9B-5058-43F0-B335-333AD8501815}" type="datetimeFigureOut">
              <a:rPr lang="id-ID" smtClean="0"/>
              <a:t>12/07/2026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1DAC73-91AA-9D44-A4D7-0DFD4AFAE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4D9914-5154-B660-F677-927459C17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0AB1D-EEC4-4E8F-B22B-150D9704ED7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8196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1FAFA4-4F7D-0E30-6C5D-4456E15ED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15C9B-5058-43F0-B335-333AD8501815}" type="datetimeFigureOut">
              <a:rPr lang="id-ID" smtClean="0"/>
              <a:t>12/07/2026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1213E1-CE5A-FDC2-041B-907B831C8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35502-D28E-1A18-8EB4-01909143C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0AB1D-EEC4-4E8F-B22B-150D9704ED7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32477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F8F9F-E007-479A-BAE3-3678B606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E1C26-6873-AE21-552C-E427623BF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D06EC8-A5ED-2FF8-1D4F-AE36DE44F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7A4A9-028A-3D8B-66FE-7F8A6E357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15C9B-5058-43F0-B335-333AD8501815}" type="datetimeFigureOut">
              <a:rPr lang="id-ID" smtClean="0"/>
              <a:t>12/07/2026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21A6C8-7FE5-72BE-B79A-6D5C1C15B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07E576-6D5F-C31D-85E0-F14103D87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0AB1D-EEC4-4E8F-B22B-150D9704ED7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6929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FCF8-83AE-14C7-EE8C-76E2AD797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326984-5649-BDF6-427C-55D23FB998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B17C6-FBDD-3F83-5260-78E8D5B015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DE692-1767-F360-21F2-519A4C02B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15C9B-5058-43F0-B335-333AD8501815}" type="datetimeFigureOut">
              <a:rPr lang="id-ID" smtClean="0"/>
              <a:t>12/07/2026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52F3A-316E-A99F-B720-7A71033AB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E7FC5-717F-226C-C4D3-6196FA6E4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0AB1D-EEC4-4E8F-B22B-150D9704ED7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35242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C6716-50A7-76C4-142A-53ADE9737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76E29F-98A7-67C9-F0DC-8398413FB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0A9FD-236C-0088-604F-D0E4D65DD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15C9B-5058-43F0-B335-333AD8501815}" type="datetimeFigureOut">
              <a:rPr lang="id-ID" smtClean="0"/>
              <a:t>12/07/2026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DCF77-5F9F-7E27-20D2-F3F10F9EB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92AD4-A363-050C-D4D0-D44D97857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0AB1D-EEC4-4E8F-B22B-150D9704ED7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13224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A61422-7DDC-6886-ACA1-8C08CB956E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EF15FB-1E2A-5E6A-EC7D-38BEA33BC0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CCD2E-4F84-FE30-B395-0951906CB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15C9B-5058-43F0-B335-333AD8501815}" type="datetimeFigureOut">
              <a:rPr lang="id-ID" smtClean="0"/>
              <a:t>12/07/2026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23EB7-60AB-A17A-38DD-A6FB4E69F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074F8-FD4D-E3B5-F2C6-F50EA6A19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0AB1D-EEC4-4E8F-B22B-150D9704ED7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65428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182A8B-7DAC-A11F-3769-EB08244DF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3AB45-3E84-D6FD-C897-F8FD8C107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A7BAE-BBE9-730D-B5CE-20B174A816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D15C9B-5058-43F0-B335-333AD8501815}" type="datetimeFigureOut">
              <a:rPr lang="id-ID" smtClean="0"/>
              <a:t>12/07/2026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26B2B-0C58-A45E-413C-3DB65D9A55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C06A1-0684-1AA9-10C5-93935BFD82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60AB1D-EEC4-4E8F-B22B-150D9704ED7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49282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0BD8B-2CBA-4DFE-9BAF-34ABE2912A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55342"/>
            <a:ext cx="9144000" cy="808327"/>
          </a:xfrm>
        </p:spPr>
        <p:txBody>
          <a:bodyPr/>
          <a:lstStyle/>
          <a:p>
            <a:r>
              <a:rPr lang="en-US" sz="4400" b="1" dirty="0">
                <a:solidFill>
                  <a:srgbClr val="002060"/>
                </a:solidFill>
                <a:latin typeface="Aptos" panose="020B0004020202020204" pitchFamily="34" charset="0"/>
              </a:rPr>
              <a:t>PRESENTASI DIRI</a:t>
            </a:r>
            <a:endParaRPr lang="id-ID" sz="4400" b="1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849E349-F4FA-4A3A-B85F-9908F36EC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35092"/>
            <a:ext cx="9144000" cy="95610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id-ID" sz="1800" dirty="0">
                <a:solidFill>
                  <a:srgbClr val="002060"/>
                </a:solidFill>
                <a:latin typeface="Aptos" panose="020B0004020202020204" pitchFamily="34" charset="0"/>
              </a:rPr>
              <a:t>Nama : Andi Pratama</a:t>
            </a:r>
          </a:p>
          <a:p>
            <a:r>
              <a:rPr lang="id-ID" sz="1800" dirty="0">
                <a:solidFill>
                  <a:srgbClr val="002060"/>
                </a:solidFill>
                <a:latin typeface="Aptos" panose="020B0004020202020204" pitchFamily="34" charset="0"/>
              </a:rPr>
              <a:t>Kelas : Peserta Kursus Office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073DDA-D191-A475-5A25-C5AD46C5024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9927" y="1390093"/>
            <a:ext cx="2272146" cy="2272146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706810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45A1A-8A2B-408B-90CC-576FE0B24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id-ID" sz="4000" b="1" dirty="0">
                <a:solidFill>
                  <a:srgbClr val="002060"/>
                </a:solidFill>
                <a:latin typeface="Aptos" panose="020B0004020202020204" pitchFamily="34" charset="0"/>
              </a:rPr>
              <a:t>Pendidikan dan Pengalaman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547BD-93CA-49B0-9167-77DCC0F246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88127" y="2893291"/>
            <a:ext cx="4371109" cy="20397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d-ID" sz="2000" b="1" dirty="0">
                <a:solidFill>
                  <a:srgbClr val="002060"/>
                </a:solidFill>
                <a:latin typeface="Aptos" panose="020B0004020202020204" pitchFamily="34" charset="0"/>
              </a:rPr>
              <a:t>Pendidikan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002060"/>
                </a:solidFill>
                <a:latin typeface="Aptos" panose="020B0004020202020204" pitchFamily="34" charset="0"/>
              </a:rPr>
              <a:t> </a:t>
            </a:r>
            <a:r>
              <a:rPr lang="id-ID" sz="2000" dirty="0">
                <a:solidFill>
                  <a:srgbClr val="002060"/>
                </a:solidFill>
                <a:latin typeface="Aptos" panose="020B0004020202020204" pitchFamily="34" charset="0"/>
              </a:rPr>
              <a:t>SD Negeri 01 Surabaya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002060"/>
                </a:solidFill>
                <a:latin typeface="Aptos" panose="020B0004020202020204" pitchFamily="34" charset="0"/>
              </a:rPr>
              <a:t> </a:t>
            </a:r>
            <a:r>
              <a:rPr lang="id-ID" sz="2000" dirty="0">
                <a:solidFill>
                  <a:srgbClr val="002060"/>
                </a:solidFill>
                <a:latin typeface="Aptos" panose="020B0004020202020204" pitchFamily="34" charset="0"/>
              </a:rPr>
              <a:t>SMP Negeri 05 Surabaya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002060"/>
                </a:solidFill>
                <a:latin typeface="Aptos" panose="020B0004020202020204" pitchFamily="34" charset="0"/>
              </a:rPr>
              <a:t> </a:t>
            </a:r>
            <a:r>
              <a:rPr lang="id-ID" sz="2000" dirty="0">
                <a:solidFill>
                  <a:srgbClr val="002060"/>
                </a:solidFill>
                <a:latin typeface="Aptos" panose="020B0004020202020204" pitchFamily="34" charset="0"/>
              </a:rPr>
              <a:t>SMA Negeri 10 Surabaya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09A4A-188D-483B-AFDE-6DE027B3EF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1636" y="2893291"/>
            <a:ext cx="4842164" cy="20397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b="1" dirty="0">
                <a:solidFill>
                  <a:srgbClr val="002060"/>
                </a:solidFill>
                <a:latin typeface="Aptos" panose="020B0004020202020204" pitchFamily="34" charset="0"/>
              </a:rPr>
              <a:t>Pengalaman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rgbClr val="002060"/>
                </a:solidFill>
                <a:latin typeface="Aptos" panose="020B0004020202020204" pitchFamily="34" charset="0"/>
              </a:rPr>
              <a:t> Ketua Kelas (2023)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rgbClr val="002060"/>
                </a:solidFill>
                <a:latin typeface="Aptos" panose="020B0004020202020204" pitchFamily="34" charset="0"/>
              </a:rPr>
              <a:t> Panitia Acara Sekolah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rgbClr val="002060"/>
                </a:solidFill>
                <a:latin typeface="Aptos" panose="020B0004020202020204" pitchFamily="34" charset="0"/>
              </a:rPr>
              <a:t> Magang Administrasi (2025)</a:t>
            </a:r>
            <a:endParaRPr lang="id-ID" sz="2000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891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2AB2E-3C30-40DF-96FC-A673A6193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id-ID" sz="4000" b="1" dirty="0">
                <a:solidFill>
                  <a:srgbClr val="002060"/>
                </a:solidFill>
                <a:latin typeface="Aptos" panose="020B0004020202020204" pitchFamily="34" charset="0"/>
              </a:rPr>
              <a:t>Hobi &amp; Minat</a:t>
            </a:r>
          </a:p>
        </p:txBody>
      </p:sp>
      <p:pic>
        <p:nvPicPr>
          <p:cNvPr id="17" name="Content Placeholder 16" descr="Music notation with solid fill">
            <a:extLst>
              <a:ext uri="{FF2B5EF4-FFF2-40B4-BE49-F238E27FC236}">
                <a16:creationId xmlns:a16="http://schemas.microsoft.com/office/drawing/2014/main" id="{8C3F77B6-E0F5-4660-A516-E50ADCED4F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13579" y="2305131"/>
            <a:ext cx="914400" cy="914400"/>
          </a:xfrm>
        </p:spPr>
      </p:pic>
      <p:pic>
        <p:nvPicPr>
          <p:cNvPr id="19" name="Graphic 18" descr="Soccer ball with solid fill">
            <a:extLst>
              <a:ext uri="{FF2B5EF4-FFF2-40B4-BE49-F238E27FC236}">
                <a16:creationId xmlns:a16="http://schemas.microsoft.com/office/drawing/2014/main" id="{506D7A5E-462A-4C55-88D2-6FE0C78260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1401" y="2305131"/>
            <a:ext cx="914400" cy="914400"/>
          </a:xfrm>
          <a:prstGeom prst="rect">
            <a:avLst/>
          </a:prstGeom>
        </p:spPr>
      </p:pic>
      <p:pic>
        <p:nvPicPr>
          <p:cNvPr id="21" name="Graphic 20" descr="Books with solid fill">
            <a:extLst>
              <a:ext uri="{FF2B5EF4-FFF2-40B4-BE49-F238E27FC236}">
                <a16:creationId xmlns:a16="http://schemas.microsoft.com/office/drawing/2014/main" id="{50CA7F21-F844-4DC1-B6F3-A77F3359C7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29223" y="2305131"/>
            <a:ext cx="914400" cy="914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6E66496-48E3-4AFB-A322-42B98662D91A}"/>
              </a:ext>
            </a:extLst>
          </p:cNvPr>
          <p:cNvSpPr txBox="1"/>
          <p:nvPr/>
        </p:nvSpPr>
        <p:spPr>
          <a:xfrm>
            <a:off x="1407082" y="4733309"/>
            <a:ext cx="25273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Musik</a:t>
            </a:r>
          </a:p>
          <a:p>
            <a:pPr algn="ctr"/>
            <a:endParaRPr lang="id-ID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id-ID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Mendengarkan musik</a:t>
            </a:r>
          </a:p>
          <a:p>
            <a:pPr algn="ctr"/>
            <a:r>
              <a:rPr lang="id-ID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untuk hiburan dan relaksasi.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2BFC04-1E9A-4CC8-9487-4214ED264E8D}"/>
              </a:ext>
            </a:extLst>
          </p:cNvPr>
          <p:cNvSpPr txBox="1"/>
          <p:nvPr/>
        </p:nvSpPr>
        <p:spPr>
          <a:xfrm>
            <a:off x="4508923" y="4733309"/>
            <a:ext cx="28507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b="1" dirty="0">
                <a:solidFill>
                  <a:srgbClr val="002060"/>
                </a:solidFill>
              </a:rPr>
              <a:t>Olahraga</a:t>
            </a:r>
          </a:p>
          <a:p>
            <a:pPr algn="ctr"/>
            <a:endParaRPr lang="sv-SE" dirty="0">
              <a:solidFill>
                <a:srgbClr val="002060"/>
              </a:solidFill>
            </a:endParaRPr>
          </a:p>
          <a:p>
            <a:pPr algn="ctr"/>
            <a:r>
              <a:rPr lang="sv-SE" dirty="0">
                <a:solidFill>
                  <a:srgbClr val="002060"/>
                </a:solidFill>
              </a:rPr>
              <a:t>Bermain Sepak Bola</a:t>
            </a:r>
          </a:p>
          <a:p>
            <a:pPr algn="ctr"/>
            <a:r>
              <a:rPr lang="sv-SE" dirty="0">
                <a:solidFill>
                  <a:srgbClr val="002060"/>
                </a:solidFill>
              </a:rPr>
              <a:t>untuk menjaga kesehatan.</a:t>
            </a:r>
            <a:endParaRPr lang="id-ID" dirty="0">
              <a:solidFill>
                <a:srgbClr val="00206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F88BA8-FD0A-4353-83B8-F518DB77429C}"/>
              </a:ext>
            </a:extLst>
          </p:cNvPr>
          <p:cNvSpPr txBox="1"/>
          <p:nvPr/>
        </p:nvSpPr>
        <p:spPr>
          <a:xfrm>
            <a:off x="7934143" y="4733309"/>
            <a:ext cx="28507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b="1" dirty="0">
                <a:solidFill>
                  <a:srgbClr val="002060"/>
                </a:solidFill>
              </a:rPr>
              <a:t>Membaca</a:t>
            </a:r>
          </a:p>
          <a:p>
            <a:pPr algn="ctr"/>
            <a:endParaRPr lang="id-ID" dirty="0">
              <a:solidFill>
                <a:srgbClr val="002060"/>
              </a:solidFill>
            </a:endParaRPr>
          </a:p>
          <a:p>
            <a:pPr algn="ctr"/>
            <a:r>
              <a:rPr lang="id-ID" dirty="0">
                <a:solidFill>
                  <a:srgbClr val="002060"/>
                </a:solidFill>
              </a:rPr>
              <a:t>Membaca buku teknologi</a:t>
            </a:r>
          </a:p>
          <a:p>
            <a:pPr algn="ctr"/>
            <a:r>
              <a:rPr lang="id-ID" dirty="0">
                <a:solidFill>
                  <a:srgbClr val="002060"/>
                </a:solidFill>
              </a:rPr>
              <a:t>dan pengembangan diri.</a:t>
            </a:r>
          </a:p>
        </p:txBody>
      </p:sp>
    </p:spTree>
    <p:extLst>
      <p:ext uri="{BB962C8B-B14F-4D97-AF65-F5344CB8AC3E}">
        <p14:creationId xmlns:p14="http://schemas.microsoft.com/office/powerpoint/2010/main" val="376869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</TotalTime>
  <Words>74</Words>
  <Application>Microsoft Office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Wingdings</vt:lpstr>
      <vt:lpstr>Office Theme</vt:lpstr>
      <vt:lpstr>PRESENTASI DIRI</vt:lpstr>
      <vt:lpstr>Pendidikan dan Pengalaman</vt:lpstr>
      <vt:lpstr>Hobi &amp; Minat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ONY</dc:creator>
  <cp:lastModifiedBy>ONY</cp:lastModifiedBy>
  <cp:revision>1</cp:revision>
  <dcterms:created xsi:type="dcterms:W3CDTF">2026-07-12T05:22:42Z</dcterms:created>
  <dcterms:modified xsi:type="dcterms:W3CDTF">2026-07-12T06:44:56Z</dcterms:modified>
</cp:coreProperties>
</file>