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notesMasterIdLst>
    <p:notesMasterId r:id="rId10"/>
  </p:notesMasterIdLst>
  <p:sldIdLst>
    <p:sldId id="265" r:id="rId2"/>
    <p:sldId id="257" r:id="rId3"/>
    <p:sldId id="258" r:id="rId4"/>
    <p:sldId id="264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CloudSync</c:v>
                </c:pt>
                <c:pt idx="1">
                  <c:v>ERP Smart</c:v>
                </c:pt>
                <c:pt idx="2">
                  <c:v>AI Assistant</c:v>
                </c:pt>
                <c:pt idx="3">
                  <c:v>SecureNet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150</c:v>
                </c:pt>
                <c:pt idx="2">
                  <c:v>90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5-48A7-9B70-2A517A79E6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CloudSync</c:v>
                </c:pt>
                <c:pt idx="1">
                  <c:v>ERP Smart</c:v>
                </c:pt>
                <c:pt idx="2">
                  <c:v>AI Assistant</c:v>
                </c:pt>
                <c:pt idx="3">
                  <c:v>SecureNet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</c:v>
                </c:pt>
                <c:pt idx="1">
                  <c:v>170</c:v>
                </c:pt>
                <c:pt idx="2">
                  <c:v>130</c:v>
                </c:pt>
                <c:pt idx="3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A3-4A6B-A6BB-1C6A772D05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CloudSync</c:v>
                </c:pt>
                <c:pt idx="1">
                  <c:v>ERP Smart</c:v>
                </c:pt>
                <c:pt idx="2">
                  <c:v>AI Assistant</c:v>
                </c:pt>
                <c:pt idx="3">
                  <c:v>SecureNet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250</c:v>
                </c:pt>
                <c:pt idx="1">
                  <c:v>210</c:v>
                </c:pt>
                <c:pt idx="2">
                  <c:v>180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A3-4A6B-A6BB-1C6A772D05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CloudSync</c:v>
                </c:pt>
                <c:pt idx="1">
                  <c:v>ERP Smart</c:v>
                </c:pt>
                <c:pt idx="2">
                  <c:v>AI Assistant</c:v>
                </c:pt>
                <c:pt idx="3">
                  <c:v>SecureNet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300</c:v>
                </c:pt>
                <c:pt idx="1">
                  <c:v>240</c:v>
                </c:pt>
                <c:pt idx="2">
                  <c:v>250</c:v>
                </c:pt>
                <c:pt idx="3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A3-4A6B-A6BB-1C6A772D0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0271328"/>
        <c:axId val="347487168"/>
      </c:barChart>
      <c:catAx>
        <c:axId val="31027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347487168"/>
        <c:crosses val="autoZero"/>
        <c:auto val="1"/>
        <c:lblAlgn val="ctr"/>
        <c:lblOffset val="100"/>
        <c:noMultiLvlLbl val="0"/>
      </c:catAx>
      <c:valAx>
        <c:axId val="347487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31027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png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png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5BDECB-C9B1-4185-9D49-9214A874BDF3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C6F6E1BF-57C6-4243-8402-C8746A0D93E4}">
      <dgm:prSet phldrT="[Text]" phldr="0"/>
      <dgm:spPr/>
      <dgm:t>
        <a:bodyPr/>
        <a:lstStyle/>
        <a:p>
          <a:r>
            <a:rPr lang="en-US" dirty="0"/>
            <a:t>CEO</a:t>
          </a:r>
          <a:endParaRPr lang="id-ID" dirty="0"/>
        </a:p>
      </dgm:t>
    </dgm:pt>
    <dgm:pt modelId="{D9096AB6-564D-4C5F-9632-BA814951BBD3}" type="parTrans" cxnId="{E922AD34-5F86-46FF-AE37-E5016D917633}">
      <dgm:prSet/>
      <dgm:spPr/>
      <dgm:t>
        <a:bodyPr/>
        <a:lstStyle/>
        <a:p>
          <a:endParaRPr lang="id-ID"/>
        </a:p>
      </dgm:t>
    </dgm:pt>
    <dgm:pt modelId="{154F946A-0CDF-4B7D-AF7E-B01241595E83}" type="sibTrans" cxnId="{E922AD34-5F86-46FF-AE37-E5016D917633}">
      <dgm:prSet/>
      <dgm:spPr/>
      <dgm:t>
        <a:bodyPr/>
        <a:lstStyle/>
        <a:p>
          <a:endParaRPr lang="id-ID"/>
        </a:p>
      </dgm:t>
    </dgm:pt>
    <dgm:pt modelId="{531AAFD9-5F09-47E0-BFEB-196D839133B2}">
      <dgm:prSet phldrT="[Text]"/>
      <dgm:spPr/>
      <dgm:t>
        <a:bodyPr/>
        <a:lstStyle/>
        <a:p>
          <a:pPr>
            <a:buNone/>
          </a:pPr>
          <a:r>
            <a:rPr lang="id-ID" b="0" i="0" dirty="0"/>
            <a:t>Marketing</a:t>
          </a:r>
          <a:endParaRPr lang="id-ID" dirty="0"/>
        </a:p>
      </dgm:t>
    </dgm:pt>
    <dgm:pt modelId="{70F8CC7E-A0F5-4FBC-9BFD-93E4FD8B6275}" type="parTrans" cxnId="{22F8FB03-0F9D-4355-90AD-84AA0F6C648E}">
      <dgm:prSet/>
      <dgm:spPr/>
      <dgm:t>
        <a:bodyPr/>
        <a:lstStyle/>
        <a:p>
          <a:endParaRPr lang="id-ID"/>
        </a:p>
      </dgm:t>
    </dgm:pt>
    <dgm:pt modelId="{3EABC686-1AC4-4CA7-80A4-9F953282E363}" type="sibTrans" cxnId="{22F8FB03-0F9D-4355-90AD-84AA0F6C648E}">
      <dgm:prSet/>
      <dgm:spPr/>
      <dgm:t>
        <a:bodyPr/>
        <a:lstStyle/>
        <a:p>
          <a:endParaRPr lang="id-ID"/>
        </a:p>
      </dgm:t>
    </dgm:pt>
    <dgm:pt modelId="{9CC02E5A-FF62-4D79-ABB3-02AD00281E86}">
      <dgm:prSet phldrT="[Text]" phldr="0"/>
      <dgm:spPr/>
      <dgm:t>
        <a:bodyPr/>
        <a:lstStyle/>
        <a:p>
          <a:r>
            <a:rPr lang="en-US" dirty="0"/>
            <a:t>IT</a:t>
          </a:r>
          <a:endParaRPr lang="id-ID" dirty="0"/>
        </a:p>
      </dgm:t>
    </dgm:pt>
    <dgm:pt modelId="{D2F42AC2-0411-4BEA-BA33-782628605363}" type="parTrans" cxnId="{3ED126A5-99D1-4716-BB25-A0D024C85EDB}">
      <dgm:prSet/>
      <dgm:spPr/>
      <dgm:t>
        <a:bodyPr/>
        <a:lstStyle/>
        <a:p>
          <a:endParaRPr lang="id-ID"/>
        </a:p>
      </dgm:t>
    </dgm:pt>
    <dgm:pt modelId="{FAB5834E-DBE3-42F0-827D-11A41D0F45AB}" type="sibTrans" cxnId="{3ED126A5-99D1-4716-BB25-A0D024C85EDB}">
      <dgm:prSet/>
      <dgm:spPr/>
      <dgm:t>
        <a:bodyPr/>
        <a:lstStyle/>
        <a:p>
          <a:endParaRPr lang="id-ID"/>
        </a:p>
      </dgm:t>
    </dgm:pt>
    <dgm:pt modelId="{9C87636E-4F9B-4FA4-B47E-31FF7F1CE214}">
      <dgm:prSet phldrT="[Text]" phldr="0"/>
      <dgm:spPr/>
      <dgm:t>
        <a:bodyPr/>
        <a:lstStyle/>
        <a:p>
          <a:r>
            <a:rPr lang="en-US" dirty="0"/>
            <a:t>HR</a:t>
          </a:r>
          <a:endParaRPr lang="id-ID" dirty="0"/>
        </a:p>
      </dgm:t>
    </dgm:pt>
    <dgm:pt modelId="{F91E9BD9-684B-4995-87F9-E3733C9EAAF0}" type="parTrans" cxnId="{05F2210A-CE9E-473C-95BA-C2903CCD6B21}">
      <dgm:prSet/>
      <dgm:spPr/>
      <dgm:t>
        <a:bodyPr/>
        <a:lstStyle/>
        <a:p>
          <a:endParaRPr lang="id-ID"/>
        </a:p>
      </dgm:t>
    </dgm:pt>
    <dgm:pt modelId="{0F58F12B-C9EB-4E11-AB03-BE759AAA04DE}" type="sibTrans" cxnId="{05F2210A-CE9E-473C-95BA-C2903CCD6B21}">
      <dgm:prSet/>
      <dgm:spPr/>
      <dgm:t>
        <a:bodyPr/>
        <a:lstStyle/>
        <a:p>
          <a:endParaRPr lang="id-ID"/>
        </a:p>
      </dgm:t>
    </dgm:pt>
    <dgm:pt modelId="{EC3580C4-591F-4C05-8F28-3BBAD59385D6}">
      <dgm:prSet phldrT="[Text]"/>
      <dgm:spPr/>
      <dgm:t>
        <a:bodyPr/>
        <a:lstStyle/>
        <a:p>
          <a:pPr>
            <a:buNone/>
          </a:pPr>
          <a:r>
            <a:rPr lang="id-ID" b="0" i="0" dirty="0"/>
            <a:t>Finance</a:t>
          </a:r>
          <a:endParaRPr lang="id-ID" dirty="0"/>
        </a:p>
      </dgm:t>
    </dgm:pt>
    <dgm:pt modelId="{F137DD22-9FA3-49CE-B3D4-B22AB8C3EA27}" type="parTrans" cxnId="{A1258318-FCC5-4805-84D7-8A06ACF2E995}">
      <dgm:prSet/>
      <dgm:spPr/>
      <dgm:t>
        <a:bodyPr/>
        <a:lstStyle/>
        <a:p>
          <a:endParaRPr lang="id-ID"/>
        </a:p>
      </dgm:t>
    </dgm:pt>
    <dgm:pt modelId="{BCE5268F-11DA-4108-B80C-21B8B9A946A1}" type="sibTrans" cxnId="{A1258318-FCC5-4805-84D7-8A06ACF2E995}">
      <dgm:prSet/>
      <dgm:spPr/>
      <dgm:t>
        <a:bodyPr/>
        <a:lstStyle/>
        <a:p>
          <a:endParaRPr lang="id-ID"/>
        </a:p>
      </dgm:t>
    </dgm:pt>
    <dgm:pt modelId="{BEA53EF4-AE2B-486A-B1C2-9B16EEFCAD52}">
      <dgm:prSet phldrT="[Text]" phldr="0"/>
      <dgm:spPr/>
      <dgm:t>
        <a:bodyPr/>
        <a:lstStyle/>
        <a:p>
          <a:r>
            <a:rPr lang="en-US" dirty="0"/>
            <a:t>BR</a:t>
          </a:r>
          <a:endParaRPr lang="id-ID" dirty="0"/>
        </a:p>
      </dgm:t>
    </dgm:pt>
    <dgm:pt modelId="{D736D539-AEE1-47FF-A0A3-1EA88AF4ADBF}" type="parTrans" cxnId="{18807464-7E43-4333-B8EF-915755C1F028}">
      <dgm:prSet/>
      <dgm:spPr/>
      <dgm:t>
        <a:bodyPr/>
        <a:lstStyle/>
        <a:p>
          <a:endParaRPr lang="id-ID"/>
        </a:p>
      </dgm:t>
    </dgm:pt>
    <dgm:pt modelId="{6C53DC3B-5704-46A1-A91A-B52246A9E442}" type="sibTrans" cxnId="{18807464-7E43-4333-B8EF-915755C1F028}">
      <dgm:prSet/>
      <dgm:spPr/>
      <dgm:t>
        <a:bodyPr/>
        <a:lstStyle/>
        <a:p>
          <a:endParaRPr lang="id-ID"/>
        </a:p>
      </dgm:t>
    </dgm:pt>
    <dgm:pt modelId="{3222D441-C133-4610-A86F-85C4AD42743D}" type="pres">
      <dgm:prSet presAssocID="{EC5BDECB-C9B1-4185-9D49-9214A874BD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4266CA-4771-4123-9F77-BC263ED993F9}" type="pres">
      <dgm:prSet presAssocID="{C6F6E1BF-57C6-4243-8402-C8746A0D93E4}" presName="hierRoot1" presStyleCnt="0"/>
      <dgm:spPr/>
    </dgm:pt>
    <dgm:pt modelId="{A12E3467-5CA6-46C0-96F4-139F95E445D6}" type="pres">
      <dgm:prSet presAssocID="{C6F6E1BF-57C6-4243-8402-C8746A0D93E4}" presName="composite" presStyleCnt="0"/>
      <dgm:spPr/>
    </dgm:pt>
    <dgm:pt modelId="{B58E4B8B-2059-40DD-9153-F0936E0B2549}" type="pres">
      <dgm:prSet presAssocID="{C6F6E1BF-57C6-4243-8402-C8746A0D93E4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F59BDEE-D386-4BD4-8589-C95D7FE0938D}" type="pres">
      <dgm:prSet presAssocID="{C6F6E1BF-57C6-4243-8402-C8746A0D93E4}" presName="text" presStyleLbl="revTx" presStyleIdx="0" presStyleCnt="6">
        <dgm:presLayoutVars>
          <dgm:chPref val="3"/>
        </dgm:presLayoutVars>
      </dgm:prSet>
      <dgm:spPr/>
    </dgm:pt>
    <dgm:pt modelId="{ACBC4463-D71D-49C3-8C5F-F0B6B570488E}" type="pres">
      <dgm:prSet presAssocID="{C6F6E1BF-57C6-4243-8402-C8746A0D93E4}" presName="hierChild2" presStyleCnt="0"/>
      <dgm:spPr/>
    </dgm:pt>
    <dgm:pt modelId="{B6889C24-1F99-4A1F-BA11-C54D84C88F1B}" type="pres">
      <dgm:prSet presAssocID="{70F8CC7E-A0F5-4FBC-9BFD-93E4FD8B6275}" presName="Name10" presStyleLbl="parChTrans1D2" presStyleIdx="0" presStyleCnt="2"/>
      <dgm:spPr/>
    </dgm:pt>
    <dgm:pt modelId="{DFDF6F15-5E73-42DC-BDF2-18C5502A4D78}" type="pres">
      <dgm:prSet presAssocID="{531AAFD9-5F09-47E0-BFEB-196D839133B2}" presName="hierRoot2" presStyleCnt="0"/>
      <dgm:spPr/>
    </dgm:pt>
    <dgm:pt modelId="{CC93756D-414C-4666-9E2C-44960E5AC340}" type="pres">
      <dgm:prSet presAssocID="{531AAFD9-5F09-47E0-BFEB-196D839133B2}" presName="composite2" presStyleCnt="0"/>
      <dgm:spPr/>
    </dgm:pt>
    <dgm:pt modelId="{BFEF660E-78AA-4474-8CCB-F4E7EF5F09E8}" type="pres">
      <dgm:prSet presAssocID="{531AAFD9-5F09-47E0-BFEB-196D839133B2}" presName="image2" presStyleLbl="node2" presStyleIdx="0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BEC6D200-640D-4EEF-A0A7-7B3ED92F83B8}" type="pres">
      <dgm:prSet presAssocID="{531AAFD9-5F09-47E0-BFEB-196D839133B2}" presName="text2" presStyleLbl="revTx" presStyleIdx="1" presStyleCnt="6">
        <dgm:presLayoutVars>
          <dgm:chPref val="3"/>
        </dgm:presLayoutVars>
      </dgm:prSet>
      <dgm:spPr/>
    </dgm:pt>
    <dgm:pt modelId="{F700C2B5-FB6D-4EAE-B6AB-260F21CB0D11}" type="pres">
      <dgm:prSet presAssocID="{531AAFD9-5F09-47E0-BFEB-196D839133B2}" presName="hierChild3" presStyleCnt="0"/>
      <dgm:spPr/>
    </dgm:pt>
    <dgm:pt modelId="{32B57468-6919-4D95-BE5A-064370179791}" type="pres">
      <dgm:prSet presAssocID="{D2F42AC2-0411-4BEA-BA33-782628605363}" presName="Name17" presStyleLbl="parChTrans1D3" presStyleIdx="0" presStyleCnt="3"/>
      <dgm:spPr/>
    </dgm:pt>
    <dgm:pt modelId="{EF8958F0-AA2C-45B6-9B98-81E89CD16A51}" type="pres">
      <dgm:prSet presAssocID="{9CC02E5A-FF62-4D79-ABB3-02AD00281E86}" presName="hierRoot3" presStyleCnt="0"/>
      <dgm:spPr/>
    </dgm:pt>
    <dgm:pt modelId="{5FC0EF16-3280-4732-8083-1EF8AF92E6E0}" type="pres">
      <dgm:prSet presAssocID="{9CC02E5A-FF62-4D79-ABB3-02AD00281E86}" presName="composite3" presStyleCnt="0"/>
      <dgm:spPr/>
    </dgm:pt>
    <dgm:pt modelId="{227A3A62-4A84-46BB-A937-7E58D965B225}" type="pres">
      <dgm:prSet presAssocID="{9CC02E5A-FF62-4D79-ABB3-02AD00281E86}" presName="image3" presStyleLbl="node3" presStyleIdx="0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CBCB1991-DF31-40BB-B654-35F296585DFE}" type="pres">
      <dgm:prSet presAssocID="{9CC02E5A-FF62-4D79-ABB3-02AD00281E86}" presName="text3" presStyleLbl="revTx" presStyleIdx="2" presStyleCnt="6">
        <dgm:presLayoutVars>
          <dgm:chPref val="3"/>
        </dgm:presLayoutVars>
      </dgm:prSet>
      <dgm:spPr/>
    </dgm:pt>
    <dgm:pt modelId="{418AB560-6DF9-4CAE-82AB-BEEF3AAD8160}" type="pres">
      <dgm:prSet presAssocID="{9CC02E5A-FF62-4D79-ABB3-02AD00281E86}" presName="hierChild4" presStyleCnt="0"/>
      <dgm:spPr/>
    </dgm:pt>
    <dgm:pt modelId="{A694DE16-1628-4555-9309-15A2712F1DF7}" type="pres">
      <dgm:prSet presAssocID="{F91E9BD9-684B-4995-87F9-E3733C9EAAF0}" presName="Name17" presStyleLbl="parChTrans1D3" presStyleIdx="1" presStyleCnt="3"/>
      <dgm:spPr/>
    </dgm:pt>
    <dgm:pt modelId="{29ED95C5-454D-4A3C-9819-5C5074980A77}" type="pres">
      <dgm:prSet presAssocID="{9C87636E-4F9B-4FA4-B47E-31FF7F1CE214}" presName="hierRoot3" presStyleCnt="0"/>
      <dgm:spPr/>
    </dgm:pt>
    <dgm:pt modelId="{7F5968EA-6E8F-44C4-845D-67B34460DDF5}" type="pres">
      <dgm:prSet presAssocID="{9C87636E-4F9B-4FA4-B47E-31FF7F1CE214}" presName="composite3" presStyleCnt="0"/>
      <dgm:spPr/>
    </dgm:pt>
    <dgm:pt modelId="{DE904D1D-C491-4AE8-8CD5-B1BFDAAFC0AD}" type="pres">
      <dgm:prSet presAssocID="{9C87636E-4F9B-4FA4-B47E-31FF7F1CE214}" presName="image3" presStyleLbl="node3" presStyleIdx="1" presStyleCnt="3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79C32AA5-0A12-4945-8364-9B9BF0EA38DF}" type="pres">
      <dgm:prSet presAssocID="{9C87636E-4F9B-4FA4-B47E-31FF7F1CE214}" presName="text3" presStyleLbl="revTx" presStyleIdx="3" presStyleCnt="6">
        <dgm:presLayoutVars>
          <dgm:chPref val="3"/>
        </dgm:presLayoutVars>
      </dgm:prSet>
      <dgm:spPr/>
    </dgm:pt>
    <dgm:pt modelId="{0B95A6DF-310A-47F8-91C6-5E1191F49973}" type="pres">
      <dgm:prSet presAssocID="{9C87636E-4F9B-4FA4-B47E-31FF7F1CE214}" presName="hierChild4" presStyleCnt="0"/>
      <dgm:spPr/>
    </dgm:pt>
    <dgm:pt modelId="{6726105B-C848-47F5-99B2-BD653216D8EB}" type="pres">
      <dgm:prSet presAssocID="{F137DD22-9FA3-49CE-B3D4-B22AB8C3EA27}" presName="Name10" presStyleLbl="parChTrans1D2" presStyleIdx="1" presStyleCnt="2"/>
      <dgm:spPr/>
    </dgm:pt>
    <dgm:pt modelId="{3916B665-AB02-4AEE-905E-24D92915D2EA}" type="pres">
      <dgm:prSet presAssocID="{EC3580C4-591F-4C05-8F28-3BBAD59385D6}" presName="hierRoot2" presStyleCnt="0"/>
      <dgm:spPr/>
    </dgm:pt>
    <dgm:pt modelId="{97D1F26D-B143-4314-A392-D434463BB062}" type="pres">
      <dgm:prSet presAssocID="{EC3580C4-591F-4C05-8F28-3BBAD59385D6}" presName="composite2" presStyleCnt="0"/>
      <dgm:spPr/>
    </dgm:pt>
    <dgm:pt modelId="{67553045-9094-4751-994B-9819FACF3D57}" type="pres">
      <dgm:prSet presAssocID="{EC3580C4-591F-4C05-8F28-3BBAD59385D6}" presName="image2" presStyleLbl="node2" presStyleIdx="1" presStyleCnt="2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FAB4759E-C500-45D5-95B7-996776A0D85F}" type="pres">
      <dgm:prSet presAssocID="{EC3580C4-591F-4C05-8F28-3BBAD59385D6}" presName="text2" presStyleLbl="revTx" presStyleIdx="4" presStyleCnt="6">
        <dgm:presLayoutVars>
          <dgm:chPref val="3"/>
        </dgm:presLayoutVars>
      </dgm:prSet>
      <dgm:spPr/>
    </dgm:pt>
    <dgm:pt modelId="{18B11901-CB6B-42D2-A50F-789AB4A2865F}" type="pres">
      <dgm:prSet presAssocID="{EC3580C4-591F-4C05-8F28-3BBAD59385D6}" presName="hierChild3" presStyleCnt="0"/>
      <dgm:spPr/>
    </dgm:pt>
    <dgm:pt modelId="{F2B6B6FC-E2E8-41DC-8550-AE8EBFEACD74}" type="pres">
      <dgm:prSet presAssocID="{D736D539-AEE1-47FF-A0A3-1EA88AF4ADBF}" presName="Name17" presStyleLbl="parChTrans1D3" presStyleIdx="2" presStyleCnt="3"/>
      <dgm:spPr/>
    </dgm:pt>
    <dgm:pt modelId="{614C0599-0F07-4E34-9C2D-AB7230C59001}" type="pres">
      <dgm:prSet presAssocID="{BEA53EF4-AE2B-486A-B1C2-9B16EEFCAD52}" presName="hierRoot3" presStyleCnt="0"/>
      <dgm:spPr/>
    </dgm:pt>
    <dgm:pt modelId="{15E848DB-DE09-4204-BA84-26ACAC94B0B6}" type="pres">
      <dgm:prSet presAssocID="{BEA53EF4-AE2B-486A-B1C2-9B16EEFCAD52}" presName="composite3" presStyleCnt="0"/>
      <dgm:spPr/>
    </dgm:pt>
    <dgm:pt modelId="{63D2201A-ABF5-436C-82D0-C98CBF3B57AD}" type="pres">
      <dgm:prSet presAssocID="{BEA53EF4-AE2B-486A-B1C2-9B16EEFCAD52}" presName="image3" presStyleLbl="node3" presStyleIdx="2" presStyleCnt="3"/>
      <dgm:spPr>
        <a:blipFill>
          <a:blip xmlns:r="http://schemas.openxmlformats.org/officeDocument/2006/relationships" r:embed="rId6"/>
          <a:srcRect/>
          <a:stretch>
            <a:fillRect t="-3000" b="-3000"/>
          </a:stretch>
        </a:blipFill>
      </dgm:spPr>
    </dgm:pt>
    <dgm:pt modelId="{66B389A2-477F-49CA-85EC-1F727DC05E85}" type="pres">
      <dgm:prSet presAssocID="{BEA53EF4-AE2B-486A-B1C2-9B16EEFCAD52}" presName="text3" presStyleLbl="revTx" presStyleIdx="5" presStyleCnt="6">
        <dgm:presLayoutVars>
          <dgm:chPref val="3"/>
        </dgm:presLayoutVars>
      </dgm:prSet>
      <dgm:spPr/>
    </dgm:pt>
    <dgm:pt modelId="{ED141B36-D307-48AB-88CE-5E22DC9A5667}" type="pres">
      <dgm:prSet presAssocID="{BEA53EF4-AE2B-486A-B1C2-9B16EEFCAD52}" presName="hierChild4" presStyleCnt="0"/>
      <dgm:spPr/>
    </dgm:pt>
  </dgm:ptLst>
  <dgm:cxnLst>
    <dgm:cxn modelId="{A1807701-17C0-461F-BD55-9E7E1CFC3723}" type="presOf" srcId="{BEA53EF4-AE2B-486A-B1C2-9B16EEFCAD52}" destId="{66B389A2-477F-49CA-85EC-1F727DC05E85}" srcOrd="0" destOrd="0" presId="urn:microsoft.com/office/officeart/2009/layout/CirclePictureHierarchy"/>
    <dgm:cxn modelId="{22F8FB03-0F9D-4355-90AD-84AA0F6C648E}" srcId="{C6F6E1BF-57C6-4243-8402-C8746A0D93E4}" destId="{531AAFD9-5F09-47E0-BFEB-196D839133B2}" srcOrd="0" destOrd="0" parTransId="{70F8CC7E-A0F5-4FBC-9BFD-93E4FD8B6275}" sibTransId="{3EABC686-1AC4-4CA7-80A4-9F953282E363}"/>
    <dgm:cxn modelId="{05F2210A-CE9E-473C-95BA-C2903CCD6B21}" srcId="{531AAFD9-5F09-47E0-BFEB-196D839133B2}" destId="{9C87636E-4F9B-4FA4-B47E-31FF7F1CE214}" srcOrd="1" destOrd="0" parTransId="{F91E9BD9-684B-4995-87F9-E3733C9EAAF0}" sibTransId="{0F58F12B-C9EB-4E11-AB03-BE759AAA04DE}"/>
    <dgm:cxn modelId="{A1258318-FCC5-4805-84D7-8A06ACF2E995}" srcId="{C6F6E1BF-57C6-4243-8402-C8746A0D93E4}" destId="{EC3580C4-591F-4C05-8F28-3BBAD59385D6}" srcOrd="1" destOrd="0" parTransId="{F137DD22-9FA3-49CE-B3D4-B22AB8C3EA27}" sibTransId="{BCE5268F-11DA-4108-B80C-21B8B9A946A1}"/>
    <dgm:cxn modelId="{94ADA223-63A7-41C3-9E7B-7871EFAACF6C}" type="presOf" srcId="{EC3580C4-591F-4C05-8F28-3BBAD59385D6}" destId="{FAB4759E-C500-45D5-95B7-996776A0D85F}" srcOrd="0" destOrd="0" presId="urn:microsoft.com/office/officeart/2009/layout/CirclePictureHierarchy"/>
    <dgm:cxn modelId="{207B5B30-C01A-4B9A-BE44-C7481C39A51D}" type="presOf" srcId="{C6F6E1BF-57C6-4243-8402-C8746A0D93E4}" destId="{EF59BDEE-D386-4BD4-8589-C95D7FE0938D}" srcOrd="0" destOrd="0" presId="urn:microsoft.com/office/officeart/2009/layout/CirclePictureHierarchy"/>
    <dgm:cxn modelId="{A185AB33-5B60-4709-AE7E-62893B3B9120}" type="presOf" srcId="{9C87636E-4F9B-4FA4-B47E-31FF7F1CE214}" destId="{79C32AA5-0A12-4945-8364-9B9BF0EA38DF}" srcOrd="0" destOrd="0" presId="urn:microsoft.com/office/officeart/2009/layout/CirclePictureHierarchy"/>
    <dgm:cxn modelId="{E922AD34-5F86-46FF-AE37-E5016D917633}" srcId="{EC5BDECB-C9B1-4185-9D49-9214A874BDF3}" destId="{C6F6E1BF-57C6-4243-8402-C8746A0D93E4}" srcOrd="0" destOrd="0" parTransId="{D9096AB6-564D-4C5F-9632-BA814951BBD3}" sibTransId="{154F946A-0CDF-4B7D-AF7E-B01241595E83}"/>
    <dgm:cxn modelId="{A7AF1D40-B421-41EA-BCB2-9CD6E3E5CB73}" type="presOf" srcId="{531AAFD9-5F09-47E0-BFEB-196D839133B2}" destId="{BEC6D200-640D-4EEF-A0A7-7B3ED92F83B8}" srcOrd="0" destOrd="0" presId="urn:microsoft.com/office/officeart/2009/layout/CirclePictureHierarchy"/>
    <dgm:cxn modelId="{85FB7C5F-C2AC-457B-B5D1-6C654A8D3CBA}" type="presOf" srcId="{EC5BDECB-C9B1-4185-9D49-9214A874BDF3}" destId="{3222D441-C133-4610-A86F-85C4AD42743D}" srcOrd="0" destOrd="0" presId="urn:microsoft.com/office/officeart/2009/layout/CirclePictureHierarchy"/>
    <dgm:cxn modelId="{18807464-7E43-4333-B8EF-915755C1F028}" srcId="{EC3580C4-591F-4C05-8F28-3BBAD59385D6}" destId="{BEA53EF4-AE2B-486A-B1C2-9B16EEFCAD52}" srcOrd="0" destOrd="0" parTransId="{D736D539-AEE1-47FF-A0A3-1EA88AF4ADBF}" sibTransId="{6C53DC3B-5704-46A1-A91A-B52246A9E442}"/>
    <dgm:cxn modelId="{7A867449-274F-4EDE-B63F-E21353BE5BE1}" type="presOf" srcId="{F137DD22-9FA3-49CE-B3D4-B22AB8C3EA27}" destId="{6726105B-C848-47F5-99B2-BD653216D8EB}" srcOrd="0" destOrd="0" presId="urn:microsoft.com/office/officeart/2009/layout/CirclePictureHierarchy"/>
    <dgm:cxn modelId="{C335AC69-B4D9-416C-9A4D-D4505C23C403}" type="presOf" srcId="{D736D539-AEE1-47FF-A0A3-1EA88AF4ADBF}" destId="{F2B6B6FC-E2E8-41DC-8550-AE8EBFEACD74}" srcOrd="0" destOrd="0" presId="urn:microsoft.com/office/officeart/2009/layout/CirclePictureHierarchy"/>
    <dgm:cxn modelId="{9DBECC49-A5D1-4B37-9DDC-4B1125D80095}" type="presOf" srcId="{9CC02E5A-FF62-4D79-ABB3-02AD00281E86}" destId="{CBCB1991-DF31-40BB-B654-35F296585DFE}" srcOrd="0" destOrd="0" presId="urn:microsoft.com/office/officeart/2009/layout/CirclePictureHierarchy"/>
    <dgm:cxn modelId="{4DA4877E-EE1E-48EA-99F1-B48FD394198B}" type="presOf" srcId="{D2F42AC2-0411-4BEA-BA33-782628605363}" destId="{32B57468-6919-4D95-BE5A-064370179791}" srcOrd="0" destOrd="0" presId="urn:microsoft.com/office/officeart/2009/layout/CirclePictureHierarchy"/>
    <dgm:cxn modelId="{3ED126A5-99D1-4716-BB25-A0D024C85EDB}" srcId="{531AAFD9-5F09-47E0-BFEB-196D839133B2}" destId="{9CC02E5A-FF62-4D79-ABB3-02AD00281E86}" srcOrd="0" destOrd="0" parTransId="{D2F42AC2-0411-4BEA-BA33-782628605363}" sibTransId="{FAB5834E-DBE3-42F0-827D-11A41D0F45AB}"/>
    <dgm:cxn modelId="{678A78E3-8771-4CA7-A98A-19BE3ACC63A3}" type="presOf" srcId="{F91E9BD9-684B-4995-87F9-E3733C9EAAF0}" destId="{A694DE16-1628-4555-9309-15A2712F1DF7}" srcOrd="0" destOrd="0" presId="urn:microsoft.com/office/officeart/2009/layout/CirclePictureHierarchy"/>
    <dgm:cxn modelId="{EAEAEAEF-26BA-4346-BE78-6C8422CA6987}" type="presOf" srcId="{70F8CC7E-A0F5-4FBC-9BFD-93E4FD8B6275}" destId="{B6889C24-1F99-4A1F-BA11-C54D84C88F1B}" srcOrd="0" destOrd="0" presId="urn:microsoft.com/office/officeart/2009/layout/CirclePictureHierarchy"/>
    <dgm:cxn modelId="{D96CD21A-3763-4680-99A4-F81AC790414B}" type="presParOf" srcId="{3222D441-C133-4610-A86F-85C4AD42743D}" destId="{494266CA-4771-4123-9F77-BC263ED993F9}" srcOrd="0" destOrd="0" presId="urn:microsoft.com/office/officeart/2009/layout/CirclePictureHierarchy"/>
    <dgm:cxn modelId="{E4050E7B-A92B-4CB0-B370-2610DD127D33}" type="presParOf" srcId="{494266CA-4771-4123-9F77-BC263ED993F9}" destId="{A12E3467-5CA6-46C0-96F4-139F95E445D6}" srcOrd="0" destOrd="0" presId="urn:microsoft.com/office/officeart/2009/layout/CirclePictureHierarchy"/>
    <dgm:cxn modelId="{40F89838-30D2-4922-B137-70D559DEAAEA}" type="presParOf" srcId="{A12E3467-5CA6-46C0-96F4-139F95E445D6}" destId="{B58E4B8B-2059-40DD-9153-F0936E0B2549}" srcOrd="0" destOrd="0" presId="urn:microsoft.com/office/officeart/2009/layout/CirclePictureHierarchy"/>
    <dgm:cxn modelId="{D6F38094-2798-4180-8A17-133B1F45964F}" type="presParOf" srcId="{A12E3467-5CA6-46C0-96F4-139F95E445D6}" destId="{EF59BDEE-D386-4BD4-8589-C95D7FE0938D}" srcOrd="1" destOrd="0" presId="urn:microsoft.com/office/officeart/2009/layout/CirclePictureHierarchy"/>
    <dgm:cxn modelId="{3B9E3642-3AF9-4038-8C6D-585061DCBDCB}" type="presParOf" srcId="{494266CA-4771-4123-9F77-BC263ED993F9}" destId="{ACBC4463-D71D-49C3-8C5F-F0B6B570488E}" srcOrd="1" destOrd="0" presId="urn:microsoft.com/office/officeart/2009/layout/CirclePictureHierarchy"/>
    <dgm:cxn modelId="{9D698660-D9C1-4BE3-A2D0-3A6D62F9E57B}" type="presParOf" srcId="{ACBC4463-D71D-49C3-8C5F-F0B6B570488E}" destId="{B6889C24-1F99-4A1F-BA11-C54D84C88F1B}" srcOrd="0" destOrd="0" presId="urn:microsoft.com/office/officeart/2009/layout/CirclePictureHierarchy"/>
    <dgm:cxn modelId="{0C2D6DDF-C9A4-43B7-A506-2849783B4786}" type="presParOf" srcId="{ACBC4463-D71D-49C3-8C5F-F0B6B570488E}" destId="{DFDF6F15-5E73-42DC-BDF2-18C5502A4D78}" srcOrd="1" destOrd="0" presId="urn:microsoft.com/office/officeart/2009/layout/CirclePictureHierarchy"/>
    <dgm:cxn modelId="{40D1F2C8-C90E-479C-980C-5A33D1DC89D6}" type="presParOf" srcId="{DFDF6F15-5E73-42DC-BDF2-18C5502A4D78}" destId="{CC93756D-414C-4666-9E2C-44960E5AC340}" srcOrd="0" destOrd="0" presId="urn:microsoft.com/office/officeart/2009/layout/CirclePictureHierarchy"/>
    <dgm:cxn modelId="{A89EB297-155B-43FF-BB39-83FCAEF842F6}" type="presParOf" srcId="{CC93756D-414C-4666-9E2C-44960E5AC340}" destId="{BFEF660E-78AA-4474-8CCB-F4E7EF5F09E8}" srcOrd="0" destOrd="0" presId="urn:microsoft.com/office/officeart/2009/layout/CirclePictureHierarchy"/>
    <dgm:cxn modelId="{C5FDF5A7-F58A-441F-9B13-E484E2B7AC49}" type="presParOf" srcId="{CC93756D-414C-4666-9E2C-44960E5AC340}" destId="{BEC6D200-640D-4EEF-A0A7-7B3ED92F83B8}" srcOrd="1" destOrd="0" presId="urn:microsoft.com/office/officeart/2009/layout/CirclePictureHierarchy"/>
    <dgm:cxn modelId="{6F123838-4841-4C41-8F02-367DCF3B95CA}" type="presParOf" srcId="{DFDF6F15-5E73-42DC-BDF2-18C5502A4D78}" destId="{F700C2B5-FB6D-4EAE-B6AB-260F21CB0D11}" srcOrd="1" destOrd="0" presId="urn:microsoft.com/office/officeart/2009/layout/CirclePictureHierarchy"/>
    <dgm:cxn modelId="{DF5407C3-C6C8-4DB1-889B-C7761A4708C4}" type="presParOf" srcId="{F700C2B5-FB6D-4EAE-B6AB-260F21CB0D11}" destId="{32B57468-6919-4D95-BE5A-064370179791}" srcOrd="0" destOrd="0" presId="urn:microsoft.com/office/officeart/2009/layout/CirclePictureHierarchy"/>
    <dgm:cxn modelId="{9ED31512-CB7E-471A-BEA8-5BC2C8DDF281}" type="presParOf" srcId="{F700C2B5-FB6D-4EAE-B6AB-260F21CB0D11}" destId="{EF8958F0-AA2C-45B6-9B98-81E89CD16A51}" srcOrd="1" destOrd="0" presId="urn:microsoft.com/office/officeart/2009/layout/CirclePictureHierarchy"/>
    <dgm:cxn modelId="{AA88D35A-3FDA-4F71-A9E1-D43147ADDC4E}" type="presParOf" srcId="{EF8958F0-AA2C-45B6-9B98-81E89CD16A51}" destId="{5FC0EF16-3280-4732-8083-1EF8AF92E6E0}" srcOrd="0" destOrd="0" presId="urn:microsoft.com/office/officeart/2009/layout/CirclePictureHierarchy"/>
    <dgm:cxn modelId="{A2FCFEDA-7F83-467B-A693-5F8A77DB5CC1}" type="presParOf" srcId="{5FC0EF16-3280-4732-8083-1EF8AF92E6E0}" destId="{227A3A62-4A84-46BB-A937-7E58D965B225}" srcOrd="0" destOrd="0" presId="urn:microsoft.com/office/officeart/2009/layout/CirclePictureHierarchy"/>
    <dgm:cxn modelId="{3D0C66B6-2A96-4AB9-895E-969B3D2729CA}" type="presParOf" srcId="{5FC0EF16-3280-4732-8083-1EF8AF92E6E0}" destId="{CBCB1991-DF31-40BB-B654-35F296585DFE}" srcOrd="1" destOrd="0" presId="urn:microsoft.com/office/officeart/2009/layout/CirclePictureHierarchy"/>
    <dgm:cxn modelId="{536CDB2D-8D8C-45BC-AA34-AE6F6DD2EA07}" type="presParOf" srcId="{EF8958F0-AA2C-45B6-9B98-81E89CD16A51}" destId="{418AB560-6DF9-4CAE-82AB-BEEF3AAD8160}" srcOrd="1" destOrd="0" presId="urn:microsoft.com/office/officeart/2009/layout/CirclePictureHierarchy"/>
    <dgm:cxn modelId="{A849A40C-E66D-41DE-BA4A-F9A7672ED1BF}" type="presParOf" srcId="{F700C2B5-FB6D-4EAE-B6AB-260F21CB0D11}" destId="{A694DE16-1628-4555-9309-15A2712F1DF7}" srcOrd="2" destOrd="0" presId="urn:microsoft.com/office/officeart/2009/layout/CirclePictureHierarchy"/>
    <dgm:cxn modelId="{398BC697-D415-4548-9A6C-5BDB8FBAEEC7}" type="presParOf" srcId="{F700C2B5-FB6D-4EAE-B6AB-260F21CB0D11}" destId="{29ED95C5-454D-4A3C-9819-5C5074980A77}" srcOrd="3" destOrd="0" presId="urn:microsoft.com/office/officeart/2009/layout/CirclePictureHierarchy"/>
    <dgm:cxn modelId="{B9A59583-087F-432E-B56E-C1F3894077F6}" type="presParOf" srcId="{29ED95C5-454D-4A3C-9819-5C5074980A77}" destId="{7F5968EA-6E8F-44C4-845D-67B34460DDF5}" srcOrd="0" destOrd="0" presId="urn:microsoft.com/office/officeart/2009/layout/CirclePictureHierarchy"/>
    <dgm:cxn modelId="{0B72DC97-891A-4461-93A2-4A956E865EBE}" type="presParOf" srcId="{7F5968EA-6E8F-44C4-845D-67B34460DDF5}" destId="{DE904D1D-C491-4AE8-8CD5-B1BFDAAFC0AD}" srcOrd="0" destOrd="0" presId="urn:microsoft.com/office/officeart/2009/layout/CirclePictureHierarchy"/>
    <dgm:cxn modelId="{9A60C456-3B25-4D45-94F6-7347998136D4}" type="presParOf" srcId="{7F5968EA-6E8F-44C4-845D-67B34460DDF5}" destId="{79C32AA5-0A12-4945-8364-9B9BF0EA38DF}" srcOrd="1" destOrd="0" presId="urn:microsoft.com/office/officeart/2009/layout/CirclePictureHierarchy"/>
    <dgm:cxn modelId="{6CF64B1E-1280-44CD-8001-902446761E8B}" type="presParOf" srcId="{29ED95C5-454D-4A3C-9819-5C5074980A77}" destId="{0B95A6DF-310A-47F8-91C6-5E1191F49973}" srcOrd="1" destOrd="0" presId="urn:microsoft.com/office/officeart/2009/layout/CirclePictureHierarchy"/>
    <dgm:cxn modelId="{1C3260E8-6C16-4C56-AC2B-7328E71712E5}" type="presParOf" srcId="{ACBC4463-D71D-49C3-8C5F-F0B6B570488E}" destId="{6726105B-C848-47F5-99B2-BD653216D8EB}" srcOrd="2" destOrd="0" presId="urn:microsoft.com/office/officeart/2009/layout/CirclePictureHierarchy"/>
    <dgm:cxn modelId="{23E12DBC-F8A7-41C5-9145-2DA6DF837054}" type="presParOf" srcId="{ACBC4463-D71D-49C3-8C5F-F0B6B570488E}" destId="{3916B665-AB02-4AEE-905E-24D92915D2EA}" srcOrd="3" destOrd="0" presId="urn:microsoft.com/office/officeart/2009/layout/CirclePictureHierarchy"/>
    <dgm:cxn modelId="{F10F8090-FE2E-47B4-BFC7-9021B6FAB7D4}" type="presParOf" srcId="{3916B665-AB02-4AEE-905E-24D92915D2EA}" destId="{97D1F26D-B143-4314-A392-D434463BB062}" srcOrd="0" destOrd="0" presId="urn:microsoft.com/office/officeart/2009/layout/CirclePictureHierarchy"/>
    <dgm:cxn modelId="{3453B720-EA3B-4F25-92D1-B395488DE6B9}" type="presParOf" srcId="{97D1F26D-B143-4314-A392-D434463BB062}" destId="{67553045-9094-4751-994B-9819FACF3D57}" srcOrd="0" destOrd="0" presId="urn:microsoft.com/office/officeart/2009/layout/CirclePictureHierarchy"/>
    <dgm:cxn modelId="{15E3CE96-A209-42B5-95C5-B45F3F4988FC}" type="presParOf" srcId="{97D1F26D-B143-4314-A392-D434463BB062}" destId="{FAB4759E-C500-45D5-95B7-996776A0D85F}" srcOrd="1" destOrd="0" presId="urn:microsoft.com/office/officeart/2009/layout/CirclePictureHierarchy"/>
    <dgm:cxn modelId="{120A0BB7-DAD0-4033-86FB-8EE492BAA7F3}" type="presParOf" srcId="{3916B665-AB02-4AEE-905E-24D92915D2EA}" destId="{18B11901-CB6B-42D2-A50F-789AB4A2865F}" srcOrd="1" destOrd="0" presId="urn:microsoft.com/office/officeart/2009/layout/CirclePictureHierarchy"/>
    <dgm:cxn modelId="{49F747CA-9D48-4F9E-8FDD-8A4A83C58CD9}" type="presParOf" srcId="{18B11901-CB6B-42D2-A50F-789AB4A2865F}" destId="{F2B6B6FC-E2E8-41DC-8550-AE8EBFEACD74}" srcOrd="0" destOrd="0" presId="urn:microsoft.com/office/officeart/2009/layout/CirclePictureHierarchy"/>
    <dgm:cxn modelId="{55574B9A-924C-48B3-A7BC-95AA2F4AF8FB}" type="presParOf" srcId="{18B11901-CB6B-42D2-A50F-789AB4A2865F}" destId="{614C0599-0F07-4E34-9C2D-AB7230C59001}" srcOrd="1" destOrd="0" presId="urn:microsoft.com/office/officeart/2009/layout/CirclePictureHierarchy"/>
    <dgm:cxn modelId="{F3E8281D-B474-4F98-886C-39FBBC7C4002}" type="presParOf" srcId="{614C0599-0F07-4E34-9C2D-AB7230C59001}" destId="{15E848DB-DE09-4204-BA84-26ACAC94B0B6}" srcOrd="0" destOrd="0" presId="urn:microsoft.com/office/officeart/2009/layout/CirclePictureHierarchy"/>
    <dgm:cxn modelId="{71B20840-1CBA-483D-A951-57E891F3F503}" type="presParOf" srcId="{15E848DB-DE09-4204-BA84-26ACAC94B0B6}" destId="{63D2201A-ABF5-436C-82D0-C98CBF3B57AD}" srcOrd="0" destOrd="0" presId="urn:microsoft.com/office/officeart/2009/layout/CirclePictureHierarchy"/>
    <dgm:cxn modelId="{BB54550E-C74C-49B2-A89E-721EFC0EB099}" type="presParOf" srcId="{15E848DB-DE09-4204-BA84-26ACAC94B0B6}" destId="{66B389A2-477F-49CA-85EC-1F727DC05E85}" srcOrd="1" destOrd="0" presId="urn:microsoft.com/office/officeart/2009/layout/CirclePictureHierarchy"/>
    <dgm:cxn modelId="{80F709B1-062D-462E-8168-27A7A4CD07FB}" type="presParOf" srcId="{614C0599-0F07-4E34-9C2D-AB7230C59001}" destId="{ED141B36-D307-48AB-88CE-5E22DC9A5667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6B6FC-E2E8-41DC-8550-AE8EBFEACD74}">
      <dsp:nvSpPr>
        <dsp:cNvPr id="0" name=""/>
        <dsp:cNvSpPr/>
      </dsp:nvSpPr>
      <dsp:spPr>
        <a:xfrm>
          <a:off x="4957880" y="2422874"/>
          <a:ext cx="91440" cy="2626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68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26105B-C848-47F5-99B2-BD653216D8EB}">
      <dsp:nvSpPr>
        <dsp:cNvPr id="0" name=""/>
        <dsp:cNvSpPr/>
      </dsp:nvSpPr>
      <dsp:spPr>
        <a:xfrm>
          <a:off x="3283612" y="1326251"/>
          <a:ext cx="1719987" cy="262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386"/>
              </a:lnTo>
              <a:lnTo>
                <a:pt x="1719987" y="132386"/>
              </a:lnTo>
              <a:lnTo>
                <a:pt x="1719987" y="2626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4DE16-1628-4555-9309-15A2712F1DF7}">
      <dsp:nvSpPr>
        <dsp:cNvPr id="0" name=""/>
        <dsp:cNvSpPr/>
      </dsp:nvSpPr>
      <dsp:spPr>
        <a:xfrm>
          <a:off x="1563625" y="2422874"/>
          <a:ext cx="1146658" cy="262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386"/>
              </a:lnTo>
              <a:lnTo>
                <a:pt x="1146658" y="132386"/>
              </a:lnTo>
              <a:lnTo>
                <a:pt x="1146658" y="26268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B57468-6919-4D95-BE5A-064370179791}">
      <dsp:nvSpPr>
        <dsp:cNvPr id="0" name=""/>
        <dsp:cNvSpPr/>
      </dsp:nvSpPr>
      <dsp:spPr>
        <a:xfrm>
          <a:off x="416966" y="2422874"/>
          <a:ext cx="1146658" cy="262689"/>
        </a:xfrm>
        <a:custGeom>
          <a:avLst/>
          <a:gdLst/>
          <a:ahLst/>
          <a:cxnLst/>
          <a:rect l="0" t="0" r="0" b="0"/>
          <a:pathLst>
            <a:path>
              <a:moveTo>
                <a:pt x="1146658" y="0"/>
              </a:moveTo>
              <a:lnTo>
                <a:pt x="1146658" y="132386"/>
              </a:lnTo>
              <a:lnTo>
                <a:pt x="0" y="132386"/>
              </a:lnTo>
              <a:lnTo>
                <a:pt x="0" y="26268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89C24-1F99-4A1F-BA11-C54D84C88F1B}">
      <dsp:nvSpPr>
        <dsp:cNvPr id="0" name=""/>
        <dsp:cNvSpPr/>
      </dsp:nvSpPr>
      <dsp:spPr>
        <a:xfrm>
          <a:off x="1563625" y="1326251"/>
          <a:ext cx="1719987" cy="262689"/>
        </a:xfrm>
        <a:custGeom>
          <a:avLst/>
          <a:gdLst/>
          <a:ahLst/>
          <a:cxnLst/>
          <a:rect l="0" t="0" r="0" b="0"/>
          <a:pathLst>
            <a:path>
              <a:moveTo>
                <a:pt x="1719987" y="0"/>
              </a:moveTo>
              <a:lnTo>
                <a:pt x="1719987" y="132386"/>
              </a:lnTo>
              <a:lnTo>
                <a:pt x="0" y="132386"/>
              </a:lnTo>
              <a:lnTo>
                <a:pt x="0" y="2626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8E4B8B-2059-40DD-9153-F0936E0B2549}">
      <dsp:nvSpPr>
        <dsp:cNvPr id="0" name=""/>
        <dsp:cNvSpPr/>
      </dsp:nvSpPr>
      <dsp:spPr>
        <a:xfrm>
          <a:off x="2866645" y="492318"/>
          <a:ext cx="833933" cy="83393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9BDEE-D386-4BD4-8589-C95D7FE0938D}">
      <dsp:nvSpPr>
        <dsp:cNvPr id="0" name=""/>
        <dsp:cNvSpPr/>
      </dsp:nvSpPr>
      <dsp:spPr>
        <a:xfrm>
          <a:off x="3700579" y="490233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CEO</a:t>
          </a:r>
          <a:endParaRPr lang="id-ID" sz="2000" kern="1200" dirty="0"/>
        </a:p>
      </dsp:txBody>
      <dsp:txXfrm>
        <a:off x="3700579" y="490233"/>
        <a:ext cx="1250900" cy="833933"/>
      </dsp:txXfrm>
    </dsp:sp>
    <dsp:sp modelId="{BFEF660E-78AA-4474-8CCB-F4E7EF5F09E8}">
      <dsp:nvSpPr>
        <dsp:cNvPr id="0" name=""/>
        <dsp:cNvSpPr/>
      </dsp:nvSpPr>
      <dsp:spPr>
        <a:xfrm>
          <a:off x="1146658" y="1588940"/>
          <a:ext cx="833933" cy="833933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6D200-640D-4EEF-A0A7-7B3ED92F83B8}">
      <dsp:nvSpPr>
        <dsp:cNvPr id="0" name=""/>
        <dsp:cNvSpPr/>
      </dsp:nvSpPr>
      <dsp:spPr>
        <a:xfrm>
          <a:off x="1980591" y="1586855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0" i="0" kern="1200" dirty="0"/>
            <a:t>Marketing</a:t>
          </a:r>
          <a:endParaRPr lang="id-ID" sz="2000" kern="1200" dirty="0"/>
        </a:p>
      </dsp:txBody>
      <dsp:txXfrm>
        <a:off x="1980591" y="1586855"/>
        <a:ext cx="1250900" cy="833933"/>
      </dsp:txXfrm>
    </dsp:sp>
    <dsp:sp modelId="{227A3A62-4A84-46BB-A937-7E58D965B225}">
      <dsp:nvSpPr>
        <dsp:cNvPr id="0" name=""/>
        <dsp:cNvSpPr/>
      </dsp:nvSpPr>
      <dsp:spPr>
        <a:xfrm>
          <a:off x="0" y="2685563"/>
          <a:ext cx="833933" cy="833933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B1991-DF31-40BB-B654-35F296585DFE}">
      <dsp:nvSpPr>
        <dsp:cNvPr id="0" name=""/>
        <dsp:cNvSpPr/>
      </dsp:nvSpPr>
      <dsp:spPr>
        <a:xfrm>
          <a:off x="833933" y="2683478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IT</a:t>
          </a:r>
          <a:endParaRPr lang="id-ID" sz="2000" kern="1200" dirty="0"/>
        </a:p>
      </dsp:txBody>
      <dsp:txXfrm>
        <a:off x="833933" y="2683478"/>
        <a:ext cx="1250900" cy="833933"/>
      </dsp:txXfrm>
    </dsp:sp>
    <dsp:sp modelId="{DE904D1D-C491-4AE8-8CD5-B1BFDAAFC0AD}">
      <dsp:nvSpPr>
        <dsp:cNvPr id="0" name=""/>
        <dsp:cNvSpPr/>
      </dsp:nvSpPr>
      <dsp:spPr>
        <a:xfrm>
          <a:off x="2293316" y="2685563"/>
          <a:ext cx="833933" cy="833933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32AA5-0A12-4945-8364-9B9BF0EA38DF}">
      <dsp:nvSpPr>
        <dsp:cNvPr id="0" name=""/>
        <dsp:cNvSpPr/>
      </dsp:nvSpPr>
      <dsp:spPr>
        <a:xfrm>
          <a:off x="3127250" y="2683478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HR</a:t>
          </a:r>
          <a:endParaRPr lang="id-ID" sz="2000" kern="1200" dirty="0"/>
        </a:p>
      </dsp:txBody>
      <dsp:txXfrm>
        <a:off x="3127250" y="2683478"/>
        <a:ext cx="1250900" cy="833933"/>
      </dsp:txXfrm>
    </dsp:sp>
    <dsp:sp modelId="{67553045-9094-4751-994B-9819FACF3D57}">
      <dsp:nvSpPr>
        <dsp:cNvPr id="0" name=""/>
        <dsp:cNvSpPr/>
      </dsp:nvSpPr>
      <dsp:spPr>
        <a:xfrm>
          <a:off x="4586633" y="1588940"/>
          <a:ext cx="833933" cy="833933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4759E-C500-45D5-95B7-996776A0D85F}">
      <dsp:nvSpPr>
        <dsp:cNvPr id="0" name=""/>
        <dsp:cNvSpPr/>
      </dsp:nvSpPr>
      <dsp:spPr>
        <a:xfrm>
          <a:off x="5420566" y="1586855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0" i="0" kern="1200" dirty="0"/>
            <a:t>Finance</a:t>
          </a:r>
          <a:endParaRPr lang="id-ID" sz="2000" kern="1200" dirty="0"/>
        </a:p>
      </dsp:txBody>
      <dsp:txXfrm>
        <a:off x="5420566" y="1586855"/>
        <a:ext cx="1250900" cy="833933"/>
      </dsp:txXfrm>
    </dsp:sp>
    <dsp:sp modelId="{63D2201A-ABF5-436C-82D0-C98CBF3B57AD}">
      <dsp:nvSpPr>
        <dsp:cNvPr id="0" name=""/>
        <dsp:cNvSpPr/>
      </dsp:nvSpPr>
      <dsp:spPr>
        <a:xfrm>
          <a:off x="4586633" y="2685563"/>
          <a:ext cx="833933" cy="833933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t="-3000" b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389A2-477F-49CA-85EC-1F727DC05E85}">
      <dsp:nvSpPr>
        <dsp:cNvPr id="0" name=""/>
        <dsp:cNvSpPr/>
      </dsp:nvSpPr>
      <dsp:spPr>
        <a:xfrm>
          <a:off x="5420566" y="2683478"/>
          <a:ext cx="1250900" cy="833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</a:t>
          </a:r>
          <a:endParaRPr lang="id-ID" sz="2000" kern="1200" dirty="0"/>
        </a:p>
      </dsp:txBody>
      <dsp:txXfrm>
        <a:off x="5420566" y="2683478"/>
        <a:ext cx="1250900" cy="833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6020C-DB07-4745-A83B-393EFAFD676C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FE0B1-650A-4C67-A87A-54B3831E4B3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494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C0B7-5F17-D885-3591-AF8EFA5BF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6FAF4-5943-4F88-4ED8-F101B6A43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9FA0D-89D7-228D-3562-E351E55A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CEC93-6954-43E2-94A5-1E09B492E244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28EDB-4C62-F364-925E-9D63913C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C0069-8471-0842-2123-77AC843C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8680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B170-66FD-3963-FAE5-E0592E2F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6DE8-AC99-B532-4DF0-DA75BE40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436A-0806-7AE7-4665-6721678A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44B9F-F94C-36AD-7E80-0093D58F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73035-B2C4-2671-3DE5-6C3666B9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60512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7364-0E7D-1329-1A8E-A37920DC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B3FFF-9722-E7FB-59EB-24635C896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0AA65-73C1-C8BF-A8A1-41659E1A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F70-6B0D-45B7-B817-11488E3FFCD4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93FE6-EC79-F414-C05F-5E8084A2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3F41C-F11E-05BB-E4D4-A8C9221F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510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48F1-9E51-B284-4CF3-B21157CE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6A109-5D8A-9E71-80B3-116106EC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006C9-3DD3-BCB5-6F86-9171D1845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2E2BF-5D1F-B767-E7EB-FF5E3D86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95D8F-C021-4964-9AAF-E5479396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6D79C-D6EF-49B1-75C2-588AED36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91041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E20F-1A28-95C2-B4A0-6DD17B63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18155-EE17-6144-F8EC-E6E57105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114DD-93F0-28C7-E807-0C0396FDD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0DF0F-5B95-4338-B2F6-4D6744DD3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4D06D-88C6-CEE3-431B-4547E2FBE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4558D-A250-F078-FAA6-6D687ED8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4F303-04F5-4F8C-A1B3-42EABE7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BA253-DB4C-E2BB-28D2-9F6E8F7B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613556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0B78-C7C8-0CF7-4042-41B84E5F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0ED7B-C064-6AA4-6359-F75F684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93EF-AAC8-4D66-B88B-D705FE64C3B8}" type="datetime1">
              <a:rPr lang="id-ID" smtClean="0"/>
              <a:t>17/07/2026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8CA55-5524-FE06-8853-0C544674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F9FA3-0380-6F68-ACCB-6C65995F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209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955BF-89E7-38D0-5BED-636E1BF2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FF28-F4B8-4F69-97C0-06B66CBE84CA}" type="datetime1">
              <a:rPr lang="id-ID" smtClean="0"/>
              <a:t>17/07/2026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02F1D-6C56-880C-80BF-47A841AE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65397-B82F-A0C7-B6A7-78FCD9AC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2667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57C9-7775-D039-899F-F26C9D94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F2EF-25B9-4E22-1EEF-D364D9F8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36872-AD44-6C9F-9E09-2CB64B09D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61B06-2107-237D-B503-4C62E212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479C4-A700-E806-F9B1-D7D2002F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5EAB9-CF71-D3BA-BEE9-FC1A2A4C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74510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ADF9-606C-BC4F-E566-D8074C00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92C12-EDDE-2155-9F65-2818EFD6C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161A1-1FA0-D935-6EC8-38A412C3D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BCBB9-F818-AA05-681E-9D52FB3E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B4E9-62DA-4D33-A0C2-36786FEE0CBD}" type="datetime1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06C4C-8732-EB05-8A54-A07928CA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310C3-89AE-740D-D4D9-3FD0DDC1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271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93D0-7508-05A0-032D-B4095B46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9A94B-684A-3107-6F29-D8CC21AEB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9C1CB-BA57-5D1B-BB27-F6F79FE8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784D2-155A-FCA8-7E9C-84C7D3CE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7603-5842-D963-3CCD-588877F2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4729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94A3F2-4CFE-E63B-0CA5-9D93099BD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BD04E-003C-7BCE-18DF-547E5F118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DE33-B6F3-C793-8164-731C3463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D11D-957E-936B-5AB5-D476A3CC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9912E-11BF-00BA-52AD-9B995337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27251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dul + Gambar K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8157-A4EF-EEEB-65A8-87606483C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36C8CB-395A-E9D7-902B-D0E04568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8C35-B5DC-47F8-B658-B250F8C7DD84}" type="datetime1">
              <a:rPr lang="id-ID" smtClean="0"/>
              <a:t>17/07/2026</a:t>
            </a:fld>
            <a:endParaRPr lang="id-I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97E0C6-3566-78F4-A20A-CB2D40E0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PT Maju Jaya</a:t>
            </a:r>
            <a:endParaRPr lang="id-ID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7B558B-0DE5-F760-A80A-0F1B9885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FC08D5-E441-F4BB-9D68-3C7D387BC5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271281"/>
            <a:ext cx="3886200" cy="36925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858ED8-AA8F-E9B1-B938-80A30CB852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271281"/>
            <a:ext cx="6172200" cy="36929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32293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B10F-3044-2D33-735E-FD82A9A1E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9960C-0305-CBB6-B724-DC9E0BA30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6D358-29F2-98B1-AD69-917BBB016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3C78-00C3-46DF-B54C-60B8C8DE3486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6209-5036-90BA-6C6C-2875B5C3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8742E-7264-46B3-9A04-A7C02A07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7600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2DC4-C9C9-1F0E-3129-D0ACE785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CEC54-7661-DC56-7B19-94C4BBF6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C16B-6EB6-4DA8-BADF-ABC3B8BAC67B}" type="datetime1">
              <a:rPr lang="id-ID" smtClean="0"/>
              <a:t>17/07/2026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633D2-3202-1195-FF57-664BE415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PT Maju Jaya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942BA-ED6C-A3CB-902F-1E345220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FAD914-0B51-525E-8AAB-E868FC2FB6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132158"/>
            <a:ext cx="3859213" cy="385921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A45274-F1FC-590E-7EAC-072102227B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95888" y="2132013"/>
            <a:ext cx="6157912" cy="3859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89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59414-2095-CF29-2DF8-2D6B0B208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AE9F2-CC16-F254-0296-8FD7C170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535D-B910-AB38-2853-D98CEFBE5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FE01F-20E0-4700-90FC-64238ABE1B20}" type="datetime1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8313-EB71-AD83-9680-F9CF2EC1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d-ID"/>
              <a:t>PT Maju Jaya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1AA54-9AD0-75B0-A68E-29B73AB93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3A1A3-A058-4CE7-8598-2EE7FFA09D32}" type="slidenum">
              <a:rPr lang="id-ID" smtClean="0"/>
              <a:t>‹#›</a:t>
            </a:fld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68507-B3D9-D250-49A8-F383B781CDF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2" y="153266"/>
            <a:ext cx="2985681" cy="5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05" r:id="rId13"/>
    <p:sldLayoutId id="2147483661" r:id="rId1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slide" Target="slide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D5249-FC26-4F20-FE82-17AFACCB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E5FC-512D-D69C-3A01-3A2B67568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3102963"/>
            <a:ext cx="10515599" cy="1137769"/>
          </a:xfrm>
        </p:spPr>
        <p:txBody>
          <a:bodyPr>
            <a:normAutofit/>
          </a:bodyPr>
          <a:lstStyle/>
          <a:p>
            <a:r>
              <a:rPr lang="id-ID" sz="54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PT. INOVASI DIGITAL NUSANTARA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3C62F-CD9A-50D4-C7F6-7C116C461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4332808"/>
            <a:ext cx="10515599" cy="703887"/>
          </a:xfrm>
        </p:spPr>
        <p:txBody>
          <a:bodyPr/>
          <a:lstStyle/>
          <a:p>
            <a:r>
              <a:rPr lang="id-ID" i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"Solusi Teknologi untuk Masa Depan Bisnis"</a:t>
            </a:r>
            <a:endParaRPr lang="id-ID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98ACEF-869A-0B58-607D-8BEE64325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35" y="470270"/>
            <a:ext cx="2958730" cy="295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89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AA35-3D11-3913-F9D4-EC1C9CB1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858"/>
            <a:ext cx="10515600" cy="1042416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DAFTAR ISI</a:t>
            </a:r>
          </a:p>
        </p:txBody>
      </p:sp>
      <p:sp useBgFill="1">
        <p:nvSpPr>
          <p:cNvPr id="9" name="Action Button: Go Home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3551C1A-108B-8EEE-6610-2A9DFEC16411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BE9FDC57-0699-5538-7C89-42B3E3C3703C}"/>
              </a:ext>
            </a:extLst>
          </p:cNvPr>
          <p:cNvSpPr/>
          <p:nvPr/>
        </p:nvSpPr>
        <p:spPr>
          <a:xfrm>
            <a:off x="3712564" y="2468224"/>
            <a:ext cx="4766872" cy="55800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400" dirty="0"/>
              <a:t>👤 Profil Perusahaan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664872B9-6D1D-5350-F3DF-2F0829BB332B}"/>
              </a:ext>
            </a:extLst>
          </p:cNvPr>
          <p:cNvSpPr/>
          <p:nvPr/>
        </p:nvSpPr>
        <p:spPr>
          <a:xfrm>
            <a:off x="3712564" y="3026229"/>
            <a:ext cx="4766872" cy="55800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400" dirty="0"/>
              <a:t>📦 Produk Data Penjualan</a:t>
            </a:r>
          </a:p>
        </p:txBody>
      </p:sp>
      <p:sp>
        <p:nvSpPr>
          <p:cNvPr id="12" name="Rectangle: Rounded Corners 11">
            <a:hlinkClick r:id="rId5" action="ppaction://hlinksldjump"/>
            <a:extLst>
              <a:ext uri="{FF2B5EF4-FFF2-40B4-BE49-F238E27FC236}">
                <a16:creationId xmlns:a16="http://schemas.microsoft.com/office/drawing/2014/main" id="{6214C3C8-B911-5C87-DF3D-BDBE0D0679DA}"/>
              </a:ext>
            </a:extLst>
          </p:cNvPr>
          <p:cNvSpPr/>
          <p:nvPr/>
        </p:nvSpPr>
        <p:spPr>
          <a:xfrm>
            <a:off x="3712564" y="3584234"/>
            <a:ext cx="4766872" cy="55800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400" dirty="0"/>
              <a:t>📈 Kontribusi Penjualan Produk</a:t>
            </a:r>
          </a:p>
        </p:txBody>
      </p:sp>
      <p:sp>
        <p:nvSpPr>
          <p:cNvPr id="13" name="Rectangle: Rounded Corners 12">
            <a:hlinkClick r:id="rId6" action="ppaction://hlinksldjump"/>
            <a:extLst>
              <a:ext uri="{FF2B5EF4-FFF2-40B4-BE49-F238E27FC236}">
                <a16:creationId xmlns:a16="http://schemas.microsoft.com/office/drawing/2014/main" id="{6EA6ADBD-D17E-FA54-11E9-318465A80747}"/>
              </a:ext>
            </a:extLst>
          </p:cNvPr>
          <p:cNvSpPr/>
          <p:nvPr/>
        </p:nvSpPr>
        <p:spPr>
          <a:xfrm>
            <a:off x="3712564" y="4142239"/>
            <a:ext cx="4766872" cy="55800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400" dirty="0"/>
              <a:t>🎬 Video Company Profile</a:t>
            </a:r>
          </a:p>
        </p:txBody>
      </p:sp>
      <p:sp>
        <p:nvSpPr>
          <p:cNvPr id="14" name="Rectangle: Rounded Corners 13">
            <a:hlinkClick r:id="rId7" action="ppaction://hlinksldjump"/>
            <a:extLst>
              <a:ext uri="{FF2B5EF4-FFF2-40B4-BE49-F238E27FC236}">
                <a16:creationId xmlns:a16="http://schemas.microsoft.com/office/drawing/2014/main" id="{D61AD8F3-9A2B-0A85-0965-4BB017368C15}"/>
              </a:ext>
            </a:extLst>
          </p:cNvPr>
          <p:cNvSpPr/>
          <p:nvPr/>
        </p:nvSpPr>
        <p:spPr>
          <a:xfrm>
            <a:off x="3712564" y="4700244"/>
            <a:ext cx="4766872" cy="55800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400" dirty="0"/>
              <a:t>👥 Tim Kami</a:t>
            </a:r>
          </a:p>
        </p:txBody>
      </p:sp>
    </p:spTree>
    <p:extLst>
      <p:ext uri="{BB962C8B-B14F-4D97-AF65-F5344CB8AC3E}">
        <p14:creationId xmlns:p14="http://schemas.microsoft.com/office/powerpoint/2010/main" val="1346760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 animBg="1"/>
      <p:bldP spid="11" grpId="0" build="p" animBg="1"/>
      <p:bldP spid="12" grpId="0" build="p" animBg="1"/>
      <p:bldP spid="13" grpId="0" build="p" animBg="1"/>
      <p:bldP spid="14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B27F-76E9-32AE-CE98-D792932C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093"/>
            <a:ext cx="10515600" cy="926190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 PERUSAHAAN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2489D58-7CD3-EC50-2730-70DC5A8F63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1" r="14891"/>
          <a:stretch/>
        </p:blipFill>
        <p:spPr>
          <a:xfrm>
            <a:off x="988102" y="1814285"/>
            <a:ext cx="3886200" cy="3692525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34092D-8D14-EB25-7FA0-2FB08DB019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96656" y="1814285"/>
            <a:ext cx="6257144" cy="3692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200" b="1" dirty="0">
                <a:solidFill>
                  <a:srgbClr val="002060"/>
                </a:solidFill>
              </a:rPr>
              <a:t>Tentang Kami</a:t>
            </a:r>
            <a:br>
              <a:rPr lang="id-ID" sz="2200" dirty="0">
                <a:solidFill>
                  <a:srgbClr val="002060"/>
                </a:solidFill>
              </a:rPr>
            </a:br>
            <a:r>
              <a:rPr lang="id-ID" sz="2200" dirty="0">
                <a:solidFill>
                  <a:srgbClr val="002060"/>
                </a:solidFill>
              </a:rPr>
              <a:t>PT Inovasi Digital Nusantara merupakan perusahaan yang bergerak di bidang pengembangan aplikasi, website, dan sistem informasi untuk bisnis modern.</a:t>
            </a:r>
          </a:p>
          <a:p>
            <a:pPr marL="0" indent="0">
              <a:buNone/>
            </a:pPr>
            <a:r>
              <a:rPr lang="id-ID" sz="2200" b="1" dirty="0">
                <a:solidFill>
                  <a:srgbClr val="002060"/>
                </a:solidFill>
              </a:rPr>
              <a:t>Visi:</a:t>
            </a: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id-ID" sz="2200" dirty="0">
                <a:solidFill>
                  <a:srgbClr val="002060"/>
                </a:solidFill>
              </a:rPr>
              <a:t>Menjadi perusahaan teknologi terpercaya di Indonesia.</a:t>
            </a:r>
          </a:p>
          <a:p>
            <a:pPr marL="0" indent="0">
              <a:buNone/>
            </a:pPr>
            <a:r>
              <a:rPr lang="id-ID" sz="2200" b="1" dirty="0">
                <a:solidFill>
                  <a:srgbClr val="002060"/>
                </a:solidFill>
              </a:rPr>
              <a:t>Misi:</a:t>
            </a: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id-ID" sz="2200" dirty="0">
                <a:solidFill>
                  <a:srgbClr val="002060"/>
                </a:solidFill>
              </a:rPr>
              <a:t>Inovasi, Kualitas, Pelayanan.</a:t>
            </a:r>
          </a:p>
          <a:p>
            <a:pPr marL="0" indent="0">
              <a:buNone/>
            </a:pPr>
            <a:endParaRPr lang="id-ID" sz="2200" dirty="0">
              <a:solidFill>
                <a:srgbClr val="002060"/>
              </a:solidFill>
            </a:endParaRPr>
          </a:p>
        </p:txBody>
      </p:sp>
      <p:sp useBgFill="1">
        <p:nvSpPr>
          <p:cNvPr id="8" name="Action Button: Go Hom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E1F6C12-717E-456E-06B2-9F1CA91CDCE8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1205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DFF4-12AC-A6DA-DAC5-55046AD4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9588"/>
            <a:ext cx="10515600" cy="914400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PRODUK DATA PENJUALAN</a:t>
            </a:r>
          </a:p>
        </p:txBody>
      </p:sp>
      <p:sp useBgFill="1"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F979E6C-6BD4-0962-B40C-22468C6C3E67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1D188A-B18C-48E0-1DAB-AAB14DD4E287}"/>
              </a:ext>
            </a:extLst>
          </p:cNvPr>
          <p:cNvSpPr/>
          <p:nvPr/>
        </p:nvSpPr>
        <p:spPr>
          <a:xfrm>
            <a:off x="2143593" y="1543988"/>
            <a:ext cx="3912433" cy="2173574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F6A9CD-5B5C-400D-44FD-35BCC75124CA}"/>
              </a:ext>
            </a:extLst>
          </p:cNvPr>
          <p:cNvSpPr/>
          <p:nvPr/>
        </p:nvSpPr>
        <p:spPr>
          <a:xfrm>
            <a:off x="2143593" y="3914651"/>
            <a:ext cx="3912433" cy="2173574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897B33-C59C-C476-8FCA-D9538F027B67}"/>
              </a:ext>
            </a:extLst>
          </p:cNvPr>
          <p:cNvSpPr/>
          <p:nvPr/>
        </p:nvSpPr>
        <p:spPr>
          <a:xfrm>
            <a:off x="6345836" y="1543988"/>
            <a:ext cx="3912433" cy="2173574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B1988E-7CDF-F3C6-33D4-DC02FFB9EE1F}"/>
              </a:ext>
            </a:extLst>
          </p:cNvPr>
          <p:cNvSpPr/>
          <p:nvPr/>
        </p:nvSpPr>
        <p:spPr>
          <a:xfrm>
            <a:off x="6345835" y="3914651"/>
            <a:ext cx="3912433" cy="2173574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2" name="Graphic 11" descr="Cloud with solid fill">
            <a:extLst>
              <a:ext uri="{FF2B5EF4-FFF2-40B4-BE49-F238E27FC236}">
                <a16:creationId xmlns:a16="http://schemas.microsoft.com/office/drawing/2014/main" id="{0F03E331-794C-C4B7-51D1-3B1052E86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4500" y="2153721"/>
            <a:ext cx="914400" cy="914400"/>
          </a:xfrm>
          <a:prstGeom prst="rect">
            <a:avLst/>
          </a:prstGeom>
        </p:spPr>
      </p:pic>
      <p:pic>
        <p:nvPicPr>
          <p:cNvPr id="14" name="Graphic 13" descr="Robot with solid fill">
            <a:extLst>
              <a:ext uri="{FF2B5EF4-FFF2-40B4-BE49-F238E27FC236}">
                <a16:creationId xmlns:a16="http://schemas.microsoft.com/office/drawing/2014/main" id="{42FC6A84-E0F2-1A1D-A4AF-363CFDC11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6743" y="2173575"/>
            <a:ext cx="914400" cy="914400"/>
          </a:xfrm>
          <a:prstGeom prst="rect">
            <a:avLst/>
          </a:prstGeom>
        </p:spPr>
      </p:pic>
      <p:pic>
        <p:nvPicPr>
          <p:cNvPr id="16" name="Graphic 15" descr="Internet with solid fill">
            <a:extLst>
              <a:ext uri="{FF2B5EF4-FFF2-40B4-BE49-F238E27FC236}">
                <a16:creationId xmlns:a16="http://schemas.microsoft.com/office/drawing/2014/main" id="{69C07918-F8A1-4293-0315-C06B9E9DD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5797" y="4544238"/>
            <a:ext cx="914400" cy="914400"/>
          </a:xfrm>
          <a:prstGeom prst="rect">
            <a:avLst/>
          </a:prstGeom>
        </p:spPr>
      </p:pic>
      <p:pic>
        <p:nvPicPr>
          <p:cNvPr id="18" name="Graphic 17" descr="Lock with solid fill">
            <a:extLst>
              <a:ext uri="{FF2B5EF4-FFF2-40B4-BE49-F238E27FC236}">
                <a16:creationId xmlns:a16="http://schemas.microsoft.com/office/drawing/2014/main" id="{B5BE15DD-2A91-4795-1E00-70263662C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66743" y="4544238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857CC8-D1F4-05AA-B5A4-F40F51A5452D}"/>
              </a:ext>
            </a:extLst>
          </p:cNvPr>
          <p:cNvSpPr txBox="1"/>
          <p:nvPr/>
        </p:nvSpPr>
        <p:spPr>
          <a:xfrm>
            <a:off x="3748790" y="2184499"/>
            <a:ext cx="19936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>
                <a:solidFill>
                  <a:schemeClr val="bg1"/>
                </a:solidFill>
              </a:rPr>
              <a:t>CloudSync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id-ID" sz="1600" dirty="0">
                <a:solidFill>
                  <a:schemeClr val="bg1"/>
                </a:solidFill>
              </a:rPr>
              <a:t>Penyimpanan Cloud untuk perusahaan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3DC9-3C2F-93A0-F248-240FAC6D2E17}"/>
              </a:ext>
            </a:extLst>
          </p:cNvPr>
          <p:cNvSpPr txBox="1"/>
          <p:nvPr/>
        </p:nvSpPr>
        <p:spPr>
          <a:xfrm>
            <a:off x="7872332" y="2307610"/>
            <a:ext cx="1993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>
                <a:solidFill>
                  <a:schemeClr val="bg1"/>
                </a:solidFill>
              </a:rPr>
              <a:t>AI Assistant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id-ID" sz="1600" dirty="0">
                <a:solidFill>
                  <a:schemeClr val="bg1"/>
                </a:solidFill>
              </a:rPr>
              <a:t>Chatbot berbasis AI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9A1F99-CE95-1DD4-6A63-9CC9C0517336}"/>
              </a:ext>
            </a:extLst>
          </p:cNvPr>
          <p:cNvSpPr txBox="1"/>
          <p:nvPr/>
        </p:nvSpPr>
        <p:spPr>
          <a:xfrm>
            <a:off x="7872332" y="4555162"/>
            <a:ext cx="19936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>
                <a:solidFill>
                  <a:schemeClr val="bg1"/>
                </a:solidFill>
              </a:rPr>
              <a:t>SecureNet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id-ID" sz="1600" dirty="0">
                <a:solidFill>
                  <a:schemeClr val="bg1"/>
                </a:solidFill>
              </a:rPr>
              <a:t>Solusi keamanan jaringan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FEA6FA-D2F1-2751-82B3-014ABE33C054}"/>
              </a:ext>
            </a:extLst>
          </p:cNvPr>
          <p:cNvSpPr txBox="1"/>
          <p:nvPr/>
        </p:nvSpPr>
        <p:spPr>
          <a:xfrm>
            <a:off x="3748790" y="4555162"/>
            <a:ext cx="19936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>
                <a:solidFill>
                  <a:schemeClr val="bg1"/>
                </a:solidFill>
              </a:rPr>
              <a:t>ERP Smart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id-ID" sz="1600" dirty="0">
                <a:solidFill>
                  <a:schemeClr val="bg1"/>
                </a:solidFill>
              </a:rPr>
              <a:t>Sistem ERP berbasis web</a:t>
            </a:r>
          </a:p>
        </p:txBody>
      </p:sp>
    </p:spTree>
    <p:extLst>
      <p:ext uri="{BB962C8B-B14F-4D97-AF65-F5344CB8AC3E}">
        <p14:creationId xmlns:p14="http://schemas.microsoft.com/office/powerpoint/2010/main" val="204758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 animBg="1"/>
      <p:bldP spid="9" grpId="0" animBg="1"/>
      <p:bldP spid="10" grpId="0" animBg="1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D468-66ED-595D-CDB1-27B9ABEF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528"/>
            <a:ext cx="10515600" cy="971160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KONTRIBUSI PENJUALAN PRODUK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33759C0-C016-3EB7-24D3-3B065AD55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7432558"/>
              </p:ext>
            </p:extLst>
          </p:nvPr>
        </p:nvGraphicFramePr>
        <p:xfrm>
          <a:off x="5186597" y="1945521"/>
          <a:ext cx="6167202" cy="4058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 useBgFill="1">
        <p:nvSpPr>
          <p:cNvPr id="9" name="Action Button: Go Home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ECCD2B3-31B7-48E0-A500-3E8E455F346B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0F13E4-74E0-D5F1-E017-31BB867A1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16677"/>
              </p:ext>
            </p:extLst>
          </p:nvPr>
        </p:nvGraphicFramePr>
        <p:xfrm>
          <a:off x="838200" y="2145784"/>
          <a:ext cx="4183505" cy="200649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74414">
                  <a:extLst>
                    <a:ext uri="{9D8B030D-6E8A-4147-A177-3AD203B41FA5}">
                      <a16:colId xmlns:a16="http://schemas.microsoft.com/office/drawing/2014/main" val="941095797"/>
                    </a:ext>
                  </a:extLst>
                </a:gridCol>
                <a:gridCol w="705537">
                  <a:extLst>
                    <a:ext uri="{9D8B030D-6E8A-4147-A177-3AD203B41FA5}">
                      <a16:colId xmlns:a16="http://schemas.microsoft.com/office/drawing/2014/main" val="397081046"/>
                    </a:ext>
                  </a:extLst>
                </a:gridCol>
                <a:gridCol w="689547">
                  <a:extLst>
                    <a:ext uri="{9D8B030D-6E8A-4147-A177-3AD203B41FA5}">
                      <a16:colId xmlns:a16="http://schemas.microsoft.com/office/drawing/2014/main" val="3746290464"/>
                    </a:ext>
                  </a:extLst>
                </a:gridCol>
                <a:gridCol w="674558">
                  <a:extLst>
                    <a:ext uri="{9D8B030D-6E8A-4147-A177-3AD203B41FA5}">
                      <a16:colId xmlns:a16="http://schemas.microsoft.com/office/drawing/2014/main" val="3747224508"/>
                    </a:ext>
                  </a:extLst>
                </a:gridCol>
                <a:gridCol w="839449">
                  <a:extLst>
                    <a:ext uri="{9D8B030D-6E8A-4147-A177-3AD203B41FA5}">
                      <a16:colId xmlns:a16="http://schemas.microsoft.com/office/drawing/2014/main" val="2218396294"/>
                    </a:ext>
                  </a:extLst>
                </a:gridCol>
              </a:tblGrid>
              <a:tr h="401298"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Produk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Q1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Q2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Q3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Q4</a:t>
                      </a:r>
                      <a:endParaRPr lang="id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669218"/>
                  </a:ext>
                </a:extLst>
              </a:tr>
              <a:tr h="401298">
                <a:tc>
                  <a:txBody>
                    <a:bodyPr/>
                    <a:lstStyle/>
                    <a:p>
                      <a:r>
                        <a:rPr lang="id-ID" sz="1600" dirty="0"/>
                        <a:t>CloudSync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180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220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300</a:t>
                      </a:r>
                      <a:endParaRPr lang="id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480651"/>
                  </a:ext>
                </a:extLst>
              </a:tr>
              <a:tr h="401298">
                <a:tc>
                  <a:txBody>
                    <a:bodyPr/>
                    <a:lstStyle/>
                    <a:p>
                      <a:r>
                        <a:rPr lang="id-ID" sz="1600" dirty="0"/>
                        <a:t>ERP Smart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170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210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240</a:t>
                      </a:r>
                      <a:endParaRPr lang="id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776561"/>
                  </a:ext>
                </a:extLst>
              </a:tr>
              <a:tr h="401298">
                <a:tc>
                  <a:txBody>
                    <a:bodyPr/>
                    <a:lstStyle/>
                    <a:p>
                      <a:r>
                        <a:rPr lang="id-ID" sz="1600" dirty="0"/>
                        <a:t>AI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180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</a:t>
                      </a:r>
                      <a:endParaRPr lang="id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97112"/>
                  </a:ext>
                </a:extLst>
              </a:tr>
              <a:tr h="401298">
                <a:tc>
                  <a:txBody>
                    <a:bodyPr/>
                    <a:lstStyle/>
                    <a:p>
                      <a:r>
                        <a:rPr lang="id-ID" sz="1600" dirty="0"/>
                        <a:t>SecureNet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145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170</a:t>
                      </a:r>
                      <a:endParaRPr lang="id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210</a:t>
                      </a:r>
                      <a:endParaRPr lang="id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87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012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5CFF-C398-26C1-E33D-CA04C4CF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67"/>
            <a:ext cx="10515600" cy="1031121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VIDEO COMPANY PROFILE</a:t>
            </a:r>
          </a:p>
        </p:txBody>
      </p:sp>
      <p:pic>
        <p:nvPicPr>
          <p:cNvPr id="6" name="video-pendek-7">
            <a:hlinkClick r:id="" action="ppaction://media"/>
            <a:extLst>
              <a:ext uri="{FF2B5EF4-FFF2-40B4-BE49-F238E27FC236}">
                <a16:creationId xmlns:a16="http://schemas.microsoft.com/office/drawing/2014/main" id="{68F2E53B-49C4-372E-9B2D-EBBEA00F00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2113" y="1690688"/>
            <a:ext cx="6987774" cy="3930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E0E4D6-9A85-F261-25B3-297DC501B5CC}"/>
              </a:ext>
            </a:extLst>
          </p:cNvPr>
          <p:cNvSpPr txBox="1"/>
          <p:nvPr/>
        </p:nvSpPr>
        <p:spPr>
          <a:xfrm>
            <a:off x="4227226" y="5594923"/>
            <a:ext cx="3737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/>
              <a:t>Klik tombol Play untuk memutar video.</a:t>
            </a:r>
          </a:p>
        </p:txBody>
      </p:sp>
      <p:sp useBgFill="1">
        <p:nvSpPr>
          <p:cNvPr id="9" name="Action Button: Go Home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1D3D22A-D59B-794E-BDB6-77135250638E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53978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049B-8C47-8B86-A234-97EAE17D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498"/>
            <a:ext cx="10515600" cy="926190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TIM KAMI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EF022E-07B5-73AB-00C5-4782512E9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036230"/>
              </p:ext>
            </p:extLst>
          </p:nvPr>
        </p:nvGraphicFramePr>
        <p:xfrm>
          <a:off x="2895177" y="1690688"/>
          <a:ext cx="6671467" cy="4009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 useBgFill="1">
        <p:nvSpPr>
          <p:cNvPr id="8" name="Action Button: Go Home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10595151-42CD-07E4-259C-3B1527B7F2C0}"/>
              </a:ext>
            </a:extLst>
          </p:cNvPr>
          <p:cNvSpPr/>
          <p:nvPr/>
        </p:nvSpPr>
        <p:spPr>
          <a:xfrm>
            <a:off x="10968428" y="5748812"/>
            <a:ext cx="770743" cy="74406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12380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58E4B8B-2059-40DD-9153-F0936E0B25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6">
                                            <p:graphicEl>
                                              <a:dgm id="{B58E4B8B-2059-40DD-9153-F0936E0B25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F59BDEE-D386-4BD4-8589-C95D7FE09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50"/>
                                        <p:tgtEl>
                                          <p:spTgt spid="6">
                                            <p:graphicEl>
                                              <a:dgm id="{EF59BDEE-D386-4BD4-8589-C95D7FE093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6889C24-1F99-4A1F-BA11-C54D84C88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6">
                                            <p:graphicEl>
                                              <a:dgm id="{B6889C24-1F99-4A1F-BA11-C54D84C88F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FEF660E-78AA-4474-8CCB-F4E7EF5F0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6">
                                            <p:graphicEl>
                                              <a:dgm id="{BFEF660E-78AA-4474-8CCB-F4E7EF5F0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EC6D200-640D-4EEF-A0A7-7B3ED92F8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50"/>
                                        <p:tgtEl>
                                          <p:spTgt spid="6">
                                            <p:graphicEl>
                                              <a:dgm id="{BEC6D200-640D-4EEF-A0A7-7B3ED92F83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2B57468-6919-4D95-BE5A-064370179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50"/>
                                        <p:tgtEl>
                                          <p:spTgt spid="6">
                                            <p:graphicEl>
                                              <a:dgm id="{32B57468-6919-4D95-BE5A-0643701797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27A3A62-4A84-46BB-A937-7E58D965B2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6">
                                            <p:graphicEl>
                                              <a:dgm id="{227A3A62-4A84-46BB-A937-7E58D965B2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BCB1991-DF31-40BB-B654-35F296585D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6">
                                            <p:graphicEl>
                                              <a:dgm id="{CBCB1991-DF31-40BB-B654-35F296585D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694DE16-1628-4555-9309-15A2712F1D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50"/>
                                        <p:tgtEl>
                                          <p:spTgt spid="6">
                                            <p:graphicEl>
                                              <a:dgm id="{A694DE16-1628-4555-9309-15A2712F1D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E904D1D-C491-4AE8-8CD5-B1BFDAAFC0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50"/>
                                        <p:tgtEl>
                                          <p:spTgt spid="6">
                                            <p:graphicEl>
                                              <a:dgm id="{DE904D1D-C491-4AE8-8CD5-B1BFDAAFC0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9C32AA5-0A12-4945-8364-9B9BF0EA38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50"/>
                                        <p:tgtEl>
                                          <p:spTgt spid="6">
                                            <p:graphicEl>
                                              <a:dgm id="{79C32AA5-0A12-4945-8364-9B9BF0EA38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726105B-C848-47F5-99B2-BD653216D8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6">
                                            <p:graphicEl>
                                              <a:dgm id="{6726105B-C848-47F5-99B2-BD653216D8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7553045-9094-4751-994B-9819FACF3D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6">
                                            <p:graphicEl>
                                              <a:dgm id="{67553045-9094-4751-994B-9819FACF3D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AB4759E-C500-45D5-95B7-996776A0D8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50"/>
                                        <p:tgtEl>
                                          <p:spTgt spid="6">
                                            <p:graphicEl>
                                              <a:dgm id="{FAB4759E-C500-45D5-95B7-996776A0D8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2B6B6FC-E2E8-41DC-8550-AE8EBFEAC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6">
                                            <p:graphicEl>
                                              <a:dgm id="{F2B6B6FC-E2E8-41DC-8550-AE8EBFEAC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3D2201A-ABF5-436C-82D0-C98CBF3B5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50"/>
                                        <p:tgtEl>
                                          <p:spTgt spid="6">
                                            <p:graphicEl>
                                              <a:dgm id="{63D2201A-ABF5-436C-82D0-C98CBF3B57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B389A2-477F-49CA-85EC-1F727DC05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6">
                                            <p:graphicEl>
                                              <a:dgm id="{66B389A2-477F-49CA-85EC-1F727DC05E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 uiExpand="1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F007-A0A1-EAFF-B1BA-4C77FE90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538"/>
            <a:ext cx="10515600" cy="986150"/>
          </a:xfrm>
        </p:spPr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TERIMA KASIH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BB09-5D07-0B0A-05E3-89297A4D3607}"/>
              </a:ext>
            </a:extLst>
          </p:cNvPr>
          <p:cNvSpPr txBox="1"/>
          <p:nvPr/>
        </p:nvSpPr>
        <p:spPr>
          <a:xfrm>
            <a:off x="838200" y="169068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Mari Bekerja Sama!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57981-1CA5-1C78-E22E-230D4CF682CC}"/>
              </a:ext>
            </a:extLst>
          </p:cNvPr>
          <p:cNvSpPr txBox="1"/>
          <p:nvPr/>
        </p:nvSpPr>
        <p:spPr>
          <a:xfrm>
            <a:off x="2230582" y="2713220"/>
            <a:ext cx="4114800" cy="12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id-ID" dirty="0"/>
              <a:t>📧</a:t>
            </a:r>
            <a:r>
              <a:rPr lang="en-US" dirty="0"/>
              <a:t> </a:t>
            </a:r>
            <a:r>
              <a:rPr lang="id-ID" dirty="0"/>
              <a:t> info@idn-tech.co.id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id-ID" dirty="0"/>
              <a:t>☎ </a:t>
            </a:r>
            <a:r>
              <a:rPr lang="en-US" dirty="0"/>
              <a:t>  </a:t>
            </a:r>
            <a:r>
              <a:rPr lang="id-ID" dirty="0"/>
              <a:t>(021) 555-1234</a:t>
            </a:r>
          </a:p>
          <a:p>
            <a:pPr>
              <a:lnSpc>
                <a:spcPct val="150000"/>
              </a:lnSpc>
            </a:pPr>
            <a:r>
              <a:rPr lang="id-ID" dirty="0"/>
              <a:t>🌐 </a:t>
            </a:r>
            <a:r>
              <a:rPr lang="en-US" dirty="0"/>
              <a:t> </a:t>
            </a:r>
            <a:r>
              <a:rPr lang="id-ID" dirty="0"/>
              <a:t>www.idn-tech.co.id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28F14-4BC6-38C8-03A9-E40E319CB1B3}"/>
              </a:ext>
            </a:extLst>
          </p:cNvPr>
          <p:cNvSpPr txBox="1"/>
          <p:nvPr/>
        </p:nvSpPr>
        <p:spPr>
          <a:xfrm>
            <a:off x="2209800" y="5228276"/>
            <a:ext cx="437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Scan QR Code untuk informasi lebih lanjut</a:t>
            </a:r>
          </a:p>
        </p:txBody>
      </p:sp>
    </p:spTree>
    <p:extLst>
      <p:ext uri="{BB962C8B-B14F-4D97-AF65-F5344CB8AC3E}">
        <p14:creationId xmlns:p14="http://schemas.microsoft.com/office/powerpoint/2010/main" val="348931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uiExpand="1" build="p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184</Words>
  <Application>Microsoft Office PowerPoint</Application>
  <PresentationFormat>Widescreen</PresentationFormat>
  <Paragraphs>64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PT. INOVASI DIGITAL NUSANTARA</vt:lpstr>
      <vt:lpstr>DAFTAR ISI</vt:lpstr>
      <vt:lpstr>PROFIL PERUSAHAAN</vt:lpstr>
      <vt:lpstr>PRODUK DATA PENJUALAN</vt:lpstr>
      <vt:lpstr>KONTRIBUSI PENJUALAN PRODUK</vt:lpstr>
      <vt:lpstr>VIDEO COMPANY PROFILE</vt:lpstr>
      <vt:lpstr>TIM KAMI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38</cp:revision>
  <dcterms:created xsi:type="dcterms:W3CDTF">2026-07-01T02:25:46Z</dcterms:created>
  <dcterms:modified xsi:type="dcterms:W3CDTF">2026-07-17T07:26:47Z</dcterms:modified>
</cp:coreProperties>
</file>