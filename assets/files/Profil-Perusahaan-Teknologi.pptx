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6020C-DB07-4745-A83B-393EFAFD676C}" type="datetimeFigureOut">
              <a:rPr lang="id-ID" smtClean="0"/>
              <a:t>01/07/2026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FE0B1-650A-4C67-A87A-54B3831E4B38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14946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0B10F-3044-2D33-735E-FD82A9A1E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9960C-0305-CBB6-B724-DC9E0BA30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6D358-29F2-98B1-AD69-917BBB016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6F6C7-EFD7-4516-987B-E2551E13743C}" type="datetime1">
              <a:rPr lang="id-ID" smtClean="0"/>
              <a:t>01/07/2026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ED6209-5036-90BA-6C6C-2875B5C3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8742E-7264-46B3-9A04-A7C02A078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103840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39686-ABBB-E980-221D-229238DA9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0A8BD-2623-5859-8241-C520C53A4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B24D88-7A58-4892-ED36-00C31B7B0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BD4A8-7CB0-4343-ABA1-3FE4619322F1}" type="datetime1">
              <a:rPr lang="id-ID" smtClean="0"/>
              <a:t>01/07/2026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A22F7-EEC6-DCD8-F804-1B228DDC1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4C793-749F-9539-8045-B5B258C80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06245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C57B9-B842-B2A2-6DE6-6729C975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517B74-71D9-9622-829E-5B206F6C6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11BEB-A5DA-1C8D-6EB8-796C76EC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BCE18-4A9C-4F01-8D15-9DC196BBDD2E}" type="datetime1">
              <a:rPr lang="id-ID" smtClean="0"/>
              <a:t>01/07/2026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F7A41-1753-09AF-7636-F49727FD3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A1FCD-7414-7C00-1CC6-A848B15C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31696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A436C-BB89-C4B2-7F51-B52579135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A33BC-4CA6-A4F8-40C3-1C85C587F3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F98FF-ED25-0866-1611-DFF0783B1A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43624-0DC1-6434-0695-A12692D96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9967B-AE10-4B2A-8CA4-E9EBEEC57212}" type="datetime1">
              <a:rPr lang="id-ID" smtClean="0"/>
              <a:t>01/07/2026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049C6-9F34-9F99-109B-23B4EDBF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7A2FAE-39B5-1701-0107-ACB25B3FD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74063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004C8-F7A7-CEFA-BAB2-65EAC8A7A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AD21EB-B748-3A1E-C0A5-5C872B07D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D1995A-9FB4-8BE5-F6EC-F728458220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0E1F90-5E84-5E94-12A1-1F96000ED2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8A5140-414C-C34A-1D5C-65865F277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D8812C-4C3C-378A-189F-6E2015264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3F98B-4039-4C07-89CC-221A98CD7B5C}" type="datetime1">
              <a:rPr lang="id-ID" smtClean="0"/>
              <a:t>01/07/2026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9A1966-77AD-D741-AE49-500E3213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462C97-E2C8-3BEC-8812-CF4C46F41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17772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EBE70-F4B3-83E6-7CA1-2971819AC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D460C9-A870-4DCD-2EB5-532BF39D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32CF8-3F10-4792-9F0B-F3287F1B38C1}" type="datetime1">
              <a:rPr lang="id-ID" smtClean="0"/>
              <a:t>01/07/2026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FEBB8D-7704-6A5D-6275-74C391416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90E0F9-16E1-7A25-B290-8254C209A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892382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997AE-F12F-A973-5224-BB4936ECC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55A91-785A-450D-A477-5176F07D374D}" type="datetime1">
              <a:rPr lang="id-ID" smtClean="0"/>
              <a:t>01/07/2026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D54931-F998-B6E1-EA91-9562692F7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E334-2493-571D-DFFE-375106DC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93187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1F598-F81C-107E-DB72-123366274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2F7EE-390A-7DDF-B3A8-F41EF15049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2BEB99-CAFD-7F1C-7A42-E343923FDA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80228E-610E-2BE7-A767-4106A465F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F2C5FD-152E-4A82-BB38-DB1F48062CFE}" type="datetime1">
              <a:rPr lang="id-ID" smtClean="0"/>
              <a:t>01/07/2026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75406B-74F7-A4E2-BDC6-58F1AEA25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F50AA-D958-E498-B2AA-F804F95F3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80573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C1422-15D8-AF3B-3E1C-2B8D75CA3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CA703E-788E-FC14-D328-49BE3CBDFA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8E80EC-3186-7AB6-A6BD-DBA2150AB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FC77E-AFFA-392F-13CB-01DF26606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38375-94D5-41D6-9CE1-A1778F892458}" type="datetime1">
              <a:rPr lang="id-ID" smtClean="0"/>
              <a:t>01/07/2026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4F183-18B4-6605-B078-5CF0B810C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08202-4D6D-2BED-56CC-A9F2E7486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3290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F682F-FDEB-28DD-F83B-216F5C058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87ECE5-2652-FDF7-975F-A553CF3FD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686A9-FEF4-B356-84F7-393DE9D15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BBC7-0E35-45F9-9645-3CDC39119FDC}" type="datetime1">
              <a:rPr lang="id-ID" smtClean="0"/>
              <a:t>01/07/2026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E13A6-9580-636F-265F-1138D1CA9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63506-85F8-7ED2-C519-9FC2F29F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064441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DEE1A1-509A-7A8E-455A-341232381A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974B29-6DE8-C130-8347-98A065427C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35A7B-DEE1-B664-6E1D-D34C5EB4D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508A4-66DF-4852-B4F6-46DCD98DE957}" type="datetime1">
              <a:rPr lang="id-ID" smtClean="0"/>
              <a:t>01/07/2026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8ABE6-19DF-CF7B-45F3-55A84D52A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B4F70-3580-9A2D-F2F9-0629C9385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47032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dul + Gambar Ki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38157-A4EF-EEEB-65A8-87606483C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F36C8CB-395A-E9D7-902B-D0E04568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FEE20C-78E5-4499-A34A-1691BD762D8F}" type="datetime1">
              <a:rPr lang="id-ID" smtClean="0"/>
              <a:t>01/07/2026</a:t>
            </a:fld>
            <a:endParaRPr lang="id-ID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E97E0C6-3566-78F4-A20A-CB2D40E0E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PT Maju Jaya</a:t>
            </a:r>
            <a:endParaRPr lang="id-ID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B7B558B-0DE5-F760-A80A-0F1B98858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‹#›</a:t>
            </a:fld>
            <a:endParaRPr lang="id-ID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AFC08D5-E441-F4BB-9D68-3C7D387BC5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2271281"/>
            <a:ext cx="3886200" cy="3692525"/>
          </a:xfrm>
          <a:prstGeom prst="rect">
            <a:avLst/>
          </a:prstGeom>
        </p:spPr>
        <p:txBody>
          <a:bodyPr/>
          <a:lstStyle/>
          <a:p>
            <a:endParaRPr lang="id-ID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C858ED8-AA8F-E9B1-B938-80A30CB852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271281"/>
            <a:ext cx="6172200" cy="369295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87977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D6D53D-7CC3-2CDB-0AAE-D83580EA8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0582" y="365125"/>
            <a:ext cx="91232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3DEF4-2D46-B4A5-76F4-BF01CDF407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2C7858-CE9D-48E1-8175-92935D1E2CDF}" type="datetime1">
              <a:rPr lang="id-ID" smtClean="0"/>
              <a:t>01/07/2026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D91F5-BC39-8E78-4E17-32F7B317E2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id-ID"/>
              <a:t>PT Maju Jaya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AA56E-1809-21A1-1E8A-AD508D4D3C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3A1A3-A058-4CE7-8598-2EE7FFA09D32}" type="slidenum">
              <a:rPr lang="id-ID" smtClean="0"/>
              <a:t>‹#›</a:t>
            </a:fld>
            <a:endParaRPr lang="id-ID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438A88-835A-3C01-6258-7FEEE87B8C2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68528"/>
            <a:ext cx="1118755" cy="111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117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6C5D1-2ED1-DD86-142E-36275BBA1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929A0F6-90E7-4DF1-FB14-DF24C98208A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DA6190-D1A3-85F7-BD59-BEC0CCE00E7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4A7766-315C-9591-08A2-8275500BC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4944BC-7FC9-4CFB-AE52-188AF4E4BB80}" type="datetime1">
              <a:rPr lang="id-ID" smtClean="0"/>
              <a:t>01/07/2026</a:t>
            </a:fld>
            <a:endParaRPr lang="id-ID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75EE47-CDEF-EBA9-A4EA-7ECD3D07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PT Maju Jaya</a:t>
            </a:r>
            <a:endParaRPr lang="id-ID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D65BC3-BCE8-B478-E786-B23C21205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3A1A3-A058-4CE7-8598-2EE7FFA09D32}" type="slidenum">
              <a:rPr lang="id-ID" smtClean="0"/>
              <a:t>1</a:t>
            </a:fld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417305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orporate Blu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B5ED7"/>
      </a:accent1>
      <a:accent2>
        <a:srgbClr val="F39C12"/>
      </a:accent2>
      <a:accent3>
        <a:srgbClr val="555555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orporate Font">
      <a:majorFont>
        <a:latin typeface="Calibri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ofil-Perusahaan-Teknologi.potx" id="{70F33AD2-9633-4461-9304-F87EDCCF396E}" vid="{10354F9A-875C-4AF8-8EF3-FCC8665EC39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Words>5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2</cp:revision>
  <dcterms:created xsi:type="dcterms:W3CDTF">2026-07-01T02:25:46Z</dcterms:created>
  <dcterms:modified xsi:type="dcterms:W3CDTF">2026-07-01T02:55:39Z</dcterms:modified>
</cp:coreProperties>
</file>