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420" y="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d-ID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Nilai Pasar (Miliar RP)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Sheet1!$A$2:$A$5</c:f>
              <c:numCache>
                <c:formatCode>General</c:formatCod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</c:v>
                </c:pt>
                <c:pt idx="1">
                  <c:v>70</c:v>
                </c:pt>
                <c:pt idx="2">
                  <c:v>95</c:v>
                </c:pt>
                <c:pt idx="3">
                  <c:v>130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42A-498B-A991-0926B21820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136749343"/>
        <c:axId val="2136749823"/>
      </c:barChart>
      <c:catAx>
        <c:axId val="21367493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d-ID"/>
          </a:p>
        </c:txPr>
        <c:crossAx val="2136749823"/>
        <c:crosses val="autoZero"/>
        <c:auto val="1"/>
        <c:lblAlgn val="ctr"/>
        <c:lblOffset val="100"/>
        <c:noMultiLvlLbl val="0"/>
      </c:catAx>
      <c:valAx>
        <c:axId val="21367498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d-ID"/>
          </a:p>
        </c:txPr>
        <c:crossAx val="21367493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d-ID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d-ID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2A2D3C9-207C-4641-8002-B5F476C0D40E}" type="doc">
      <dgm:prSet loTypeId="urn:microsoft.com/office/officeart/2005/8/layout/process1" loCatId="process" qsTypeId="urn:microsoft.com/office/officeart/2005/8/quickstyle/simple5" qsCatId="simple" csTypeId="urn:microsoft.com/office/officeart/2005/8/colors/accent1_2" csCatId="accent1" phldr="1"/>
      <dgm:spPr/>
    </dgm:pt>
    <dgm:pt modelId="{8BBFF2B5-42C1-41F8-994D-23F2B0CE9563}">
      <dgm:prSet phldrT="[Text]"/>
      <dgm:spPr/>
      <dgm:t>
        <a:bodyPr/>
        <a:lstStyle/>
        <a:p>
          <a:r>
            <a:rPr lang="id-ID" dirty="0"/>
            <a:t>Supplier</a:t>
          </a:r>
        </a:p>
      </dgm:t>
    </dgm:pt>
    <dgm:pt modelId="{FA5B1C48-3C70-484C-8097-E2449598EE3C}" type="parTrans" cxnId="{5421628C-A7FD-40D0-81B3-567089382449}">
      <dgm:prSet/>
      <dgm:spPr/>
      <dgm:t>
        <a:bodyPr/>
        <a:lstStyle/>
        <a:p>
          <a:endParaRPr lang="id-ID"/>
        </a:p>
      </dgm:t>
    </dgm:pt>
    <dgm:pt modelId="{4367C4B1-BE12-4900-89B8-26BF13268B3C}" type="sibTrans" cxnId="{5421628C-A7FD-40D0-81B3-567089382449}">
      <dgm:prSet/>
      <dgm:spPr/>
      <dgm:t>
        <a:bodyPr/>
        <a:lstStyle/>
        <a:p>
          <a:endParaRPr lang="id-ID"/>
        </a:p>
      </dgm:t>
    </dgm:pt>
    <dgm:pt modelId="{E0020991-CAA7-423A-AA0F-A1E4B2333E73}">
      <dgm:prSet phldrT="[Text]"/>
      <dgm:spPr/>
      <dgm:t>
        <a:bodyPr/>
        <a:lstStyle/>
        <a:p>
          <a:r>
            <a:rPr lang="id-ID" dirty="0"/>
            <a:t>FreshBox</a:t>
          </a:r>
        </a:p>
      </dgm:t>
    </dgm:pt>
    <dgm:pt modelId="{93B2D490-E0DA-4A04-B330-7E3273D3583E}" type="parTrans" cxnId="{ECB12A71-A03E-4054-B7A0-20C0D8BE8FCC}">
      <dgm:prSet/>
      <dgm:spPr/>
      <dgm:t>
        <a:bodyPr/>
        <a:lstStyle/>
        <a:p>
          <a:endParaRPr lang="id-ID"/>
        </a:p>
      </dgm:t>
    </dgm:pt>
    <dgm:pt modelId="{486C25BE-E739-4790-A160-B312C355D61B}" type="sibTrans" cxnId="{ECB12A71-A03E-4054-B7A0-20C0D8BE8FCC}">
      <dgm:prSet/>
      <dgm:spPr/>
      <dgm:t>
        <a:bodyPr/>
        <a:lstStyle/>
        <a:p>
          <a:endParaRPr lang="id-ID"/>
        </a:p>
      </dgm:t>
    </dgm:pt>
    <dgm:pt modelId="{5148FB0F-FDFE-46CB-AF54-1D087A3D3145}">
      <dgm:prSet phldrT="[Text]"/>
      <dgm:spPr/>
      <dgm:t>
        <a:bodyPr/>
        <a:lstStyle/>
        <a:p>
          <a:r>
            <a:rPr lang="id-ID" dirty="0"/>
            <a:t>Customer</a:t>
          </a:r>
        </a:p>
      </dgm:t>
    </dgm:pt>
    <dgm:pt modelId="{1EBFEAA3-9893-4EA9-9AC5-227B4C9A1073}" type="parTrans" cxnId="{A9378CEF-3943-4F07-8B59-0F0989517F5D}">
      <dgm:prSet/>
      <dgm:spPr/>
      <dgm:t>
        <a:bodyPr/>
        <a:lstStyle/>
        <a:p>
          <a:endParaRPr lang="id-ID"/>
        </a:p>
      </dgm:t>
    </dgm:pt>
    <dgm:pt modelId="{2181A224-3449-4F95-8E8A-62091D7A2D8D}" type="sibTrans" cxnId="{A9378CEF-3943-4F07-8B59-0F0989517F5D}">
      <dgm:prSet/>
      <dgm:spPr/>
      <dgm:t>
        <a:bodyPr/>
        <a:lstStyle/>
        <a:p>
          <a:endParaRPr lang="id-ID"/>
        </a:p>
      </dgm:t>
    </dgm:pt>
    <dgm:pt modelId="{BEB204A4-12B5-445A-85E2-D3E28447F9B8}" type="pres">
      <dgm:prSet presAssocID="{B2A2D3C9-207C-4641-8002-B5F476C0D40E}" presName="Name0" presStyleCnt="0">
        <dgm:presLayoutVars>
          <dgm:dir/>
          <dgm:resizeHandles val="exact"/>
        </dgm:presLayoutVars>
      </dgm:prSet>
      <dgm:spPr/>
    </dgm:pt>
    <dgm:pt modelId="{E0CA63EB-3957-426C-8E60-6C2C52E68BCF}" type="pres">
      <dgm:prSet presAssocID="{8BBFF2B5-42C1-41F8-994D-23F2B0CE9563}" presName="node" presStyleLbl="node1" presStyleIdx="0" presStyleCnt="3">
        <dgm:presLayoutVars>
          <dgm:bulletEnabled val="1"/>
        </dgm:presLayoutVars>
      </dgm:prSet>
      <dgm:spPr/>
    </dgm:pt>
    <dgm:pt modelId="{26E31169-FDF6-46D8-B57A-95CE5F64E17B}" type="pres">
      <dgm:prSet presAssocID="{4367C4B1-BE12-4900-89B8-26BF13268B3C}" presName="sibTrans" presStyleLbl="sibTrans2D1" presStyleIdx="0" presStyleCnt="2"/>
      <dgm:spPr/>
    </dgm:pt>
    <dgm:pt modelId="{F9965D54-B3FE-4852-9F56-BF94E27CEAF4}" type="pres">
      <dgm:prSet presAssocID="{4367C4B1-BE12-4900-89B8-26BF13268B3C}" presName="connectorText" presStyleLbl="sibTrans2D1" presStyleIdx="0" presStyleCnt="2"/>
      <dgm:spPr/>
    </dgm:pt>
    <dgm:pt modelId="{FAE57F19-37EF-45B6-95CB-137DB162D0D0}" type="pres">
      <dgm:prSet presAssocID="{E0020991-CAA7-423A-AA0F-A1E4B2333E73}" presName="node" presStyleLbl="node1" presStyleIdx="1" presStyleCnt="3">
        <dgm:presLayoutVars>
          <dgm:bulletEnabled val="1"/>
        </dgm:presLayoutVars>
      </dgm:prSet>
      <dgm:spPr/>
    </dgm:pt>
    <dgm:pt modelId="{BB781B9D-8CFC-48E0-973A-409445EC32D7}" type="pres">
      <dgm:prSet presAssocID="{486C25BE-E739-4790-A160-B312C355D61B}" presName="sibTrans" presStyleLbl="sibTrans2D1" presStyleIdx="1" presStyleCnt="2"/>
      <dgm:spPr/>
    </dgm:pt>
    <dgm:pt modelId="{B44F5F2A-DD50-40D6-959E-C63F4293A895}" type="pres">
      <dgm:prSet presAssocID="{486C25BE-E739-4790-A160-B312C355D61B}" presName="connectorText" presStyleLbl="sibTrans2D1" presStyleIdx="1" presStyleCnt="2"/>
      <dgm:spPr/>
    </dgm:pt>
    <dgm:pt modelId="{BE695BEE-B25A-4685-AD98-1B41138250C4}" type="pres">
      <dgm:prSet presAssocID="{5148FB0F-FDFE-46CB-AF54-1D087A3D3145}" presName="node" presStyleLbl="node1" presStyleIdx="2" presStyleCnt="3">
        <dgm:presLayoutVars>
          <dgm:bulletEnabled val="1"/>
        </dgm:presLayoutVars>
      </dgm:prSet>
      <dgm:spPr/>
    </dgm:pt>
  </dgm:ptLst>
  <dgm:cxnLst>
    <dgm:cxn modelId="{28657A18-EE60-49F3-91B0-29F2D98EB3DF}" type="presOf" srcId="{486C25BE-E739-4790-A160-B312C355D61B}" destId="{B44F5F2A-DD50-40D6-959E-C63F4293A895}" srcOrd="1" destOrd="0" presId="urn:microsoft.com/office/officeart/2005/8/layout/process1"/>
    <dgm:cxn modelId="{C0620927-6EC1-4E5C-AF23-C90E43000A0C}" type="presOf" srcId="{B2A2D3C9-207C-4641-8002-B5F476C0D40E}" destId="{BEB204A4-12B5-445A-85E2-D3E28447F9B8}" srcOrd="0" destOrd="0" presId="urn:microsoft.com/office/officeart/2005/8/layout/process1"/>
    <dgm:cxn modelId="{6C7A7F4B-D43A-43CF-92B3-0853586B9F1A}" type="presOf" srcId="{5148FB0F-FDFE-46CB-AF54-1D087A3D3145}" destId="{BE695BEE-B25A-4685-AD98-1B41138250C4}" srcOrd="0" destOrd="0" presId="urn:microsoft.com/office/officeart/2005/8/layout/process1"/>
    <dgm:cxn modelId="{ECB12A71-A03E-4054-B7A0-20C0D8BE8FCC}" srcId="{B2A2D3C9-207C-4641-8002-B5F476C0D40E}" destId="{E0020991-CAA7-423A-AA0F-A1E4B2333E73}" srcOrd="1" destOrd="0" parTransId="{93B2D490-E0DA-4A04-B330-7E3273D3583E}" sibTransId="{486C25BE-E739-4790-A160-B312C355D61B}"/>
    <dgm:cxn modelId="{5421628C-A7FD-40D0-81B3-567089382449}" srcId="{B2A2D3C9-207C-4641-8002-B5F476C0D40E}" destId="{8BBFF2B5-42C1-41F8-994D-23F2B0CE9563}" srcOrd="0" destOrd="0" parTransId="{FA5B1C48-3C70-484C-8097-E2449598EE3C}" sibTransId="{4367C4B1-BE12-4900-89B8-26BF13268B3C}"/>
    <dgm:cxn modelId="{4997B08C-4421-4961-A86C-D764163F6C2C}" type="presOf" srcId="{4367C4B1-BE12-4900-89B8-26BF13268B3C}" destId="{F9965D54-B3FE-4852-9F56-BF94E27CEAF4}" srcOrd="1" destOrd="0" presId="urn:microsoft.com/office/officeart/2005/8/layout/process1"/>
    <dgm:cxn modelId="{CDC9BC98-E48B-4B49-AE5E-1C191DE3D587}" type="presOf" srcId="{8BBFF2B5-42C1-41F8-994D-23F2B0CE9563}" destId="{E0CA63EB-3957-426C-8E60-6C2C52E68BCF}" srcOrd="0" destOrd="0" presId="urn:microsoft.com/office/officeart/2005/8/layout/process1"/>
    <dgm:cxn modelId="{084109BE-85FF-4E1E-B200-8D669C214C12}" type="presOf" srcId="{4367C4B1-BE12-4900-89B8-26BF13268B3C}" destId="{26E31169-FDF6-46D8-B57A-95CE5F64E17B}" srcOrd="0" destOrd="0" presId="urn:microsoft.com/office/officeart/2005/8/layout/process1"/>
    <dgm:cxn modelId="{D229E8E5-0858-484C-89B7-44C9871522D3}" type="presOf" srcId="{486C25BE-E739-4790-A160-B312C355D61B}" destId="{BB781B9D-8CFC-48E0-973A-409445EC32D7}" srcOrd="0" destOrd="0" presId="urn:microsoft.com/office/officeart/2005/8/layout/process1"/>
    <dgm:cxn modelId="{A9378CEF-3943-4F07-8B59-0F0989517F5D}" srcId="{B2A2D3C9-207C-4641-8002-B5F476C0D40E}" destId="{5148FB0F-FDFE-46CB-AF54-1D087A3D3145}" srcOrd="2" destOrd="0" parTransId="{1EBFEAA3-9893-4EA9-9AC5-227B4C9A1073}" sibTransId="{2181A224-3449-4F95-8E8A-62091D7A2D8D}"/>
    <dgm:cxn modelId="{2BDDD9F6-0416-46BD-8DF7-E495F37D4088}" type="presOf" srcId="{E0020991-CAA7-423A-AA0F-A1E4B2333E73}" destId="{FAE57F19-37EF-45B6-95CB-137DB162D0D0}" srcOrd="0" destOrd="0" presId="urn:microsoft.com/office/officeart/2005/8/layout/process1"/>
    <dgm:cxn modelId="{CC09FB81-B7FE-48A0-96C6-976E6D80BD15}" type="presParOf" srcId="{BEB204A4-12B5-445A-85E2-D3E28447F9B8}" destId="{E0CA63EB-3957-426C-8E60-6C2C52E68BCF}" srcOrd="0" destOrd="0" presId="urn:microsoft.com/office/officeart/2005/8/layout/process1"/>
    <dgm:cxn modelId="{401C15DE-5693-4586-83F1-FC2D67C3139E}" type="presParOf" srcId="{BEB204A4-12B5-445A-85E2-D3E28447F9B8}" destId="{26E31169-FDF6-46D8-B57A-95CE5F64E17B}" srcOrd="1" destOrd="0" presId="urn:microsoft.com/office/officeart/2005/8/layout/process1"/>
    <dgm:cxn modelId="{7A684385-DEDF-4ACC-A5C7-6827C4024F16}" type="presParOf" srcId="{26E31169-FDF6-46D8-B57A-95CE5F64E17B}" destId="{F9965D54-B3FE-4852-9F56-BF94E27CEAF4}" srcOrd="0" destOrd="0" presId="urn:microsoft.com/office/officeart/2005/8/layout/process1"/>
    <dgm:cxn modelId="{36ED7673-EFAE-4943-A624-5E55F9041D01}" type="presParOf" srcId="{BEB204A4-12B5-445A-85E2-D3E28447F9B8}" destId="{FAE57F19-37EF-45B6-95CB-137DB162D0D0}" srcOrd="2" destOrd="0" presId="urn:microsoft.com/office/officeart/2005/8/layout/process1"/>
    <dgm:cxn modelId="{A30CD983-1A4D-48B2-979F-C1EC767851D4}" type="presParOf" srcId="{BEB204A4-12B5-445A-85E2-D3E28447F9B8}" destId="{BB781B9D-8CFC-48E0-973A-409445EC32D7}" srcOrd="3" destOrd="0" presId="urn:microsoft.com/office/officeart/2005/8/layout/process1"/>
    <dgm:cxn modelId="{34F6E866-7D50-43F5-B85F-0ECC848C3520}" type="presParOf" srcId="{BB781B9D-8CFC-48E0-973A-409445EC32D7}" destId="{B44F5F2A-DD50-40D6-959E-C63F4293A895}" srcOrd="0" destOrd="0" presId="urn:microsoft.com/office/officeart/2005/8/layout/process1"/>
    <dgm:cxn modelId="{321CEDF1-637F-440E-884D-653F6FCC79A3}" type="presParOf" srcId="{BEB204A4-12B5-445A-85E2-D3E28447F9B8}" destId="{BE695BEE-B25A-4685-AD98-1B41138250C4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2CA3D39-084C-406F-9B8F-F47C53AC4086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id-ID"/>
        </a:p>
      </dgm:t>
    </dgm:pt>
    <dgm:pt modelId="{A6A60EED-52FF-419C-A997-7DAE8B655E42}">
      <dgm:prSet phldrT="[Text]" phldr="0" custT="1"/>
      <dgm:spPr/>
      <dgm:t>
        <a:bodyPr/>
        <a:lstStyle/>
        <a:p>
          <a:r>
            <a:rPr lang="en-US" sz="2000" dirty="0"/>
            <a:t>CEO</a:t>
          </a:r>
          <a:endParaRPr lang="id-ID" sz="2000" dirty="0"/>
        </a:p>
      </dgm:t>
    </dgm:pt>
    <dgm:pt modelId="{5D8168F4-4564-4421-BE98-722050563BA5}" type="parTrans" cxnId="{3E17E679-E306-4931-8532-57093FDDFFA5}">
      <dgm:prSet/>
      <dgm:spPr/>
      <dgm:t>
        <a:bodyPr/>
        <a:lstStyle/>
        <a:p>
          <a:endParaRPr lang="id-ID"/>
        </a:p>
      </dgm:t>
    </dgm:pt>
    <dgm:pt modelId="{5F83AA1B-1D00-4948-90BB-D876FE22DFF4}" type="sibTrans" cxnId="{3E17E679-E306-4931-8532-57093FDDFFA5}">
      <dgm:prSet/>
      <dgm:spPr/>
      <dgm:t>
        <a:bodyPr/>
        <a:lstStyle/>
        <a:p>
          <a:endParaRPr lang="id-ID"/>
        </a:p>
      </dgm:t>
    </dgm:pt>
    <dgm:pt modelId="{602E89C2-DFF9-4D56-B79C-7F0E04EB0DED}" type="asst">
      <dgm:prSet phldrT="[Text]" phldr="0" custT="1"/>
      <dgm:spPr/>
      <dgm:t>
        <a:bodyPr/>
        <a:lstStyle/>
        <a:p>
          <a:r>
            <a:rPr lang="en-US" sz="2000" dirty="0"/>
            <a:t>CTO</a:t>
          </a:r>
          <a:endParaRPr lang="id-ID" sz="2000" dirty="0"/>
        </a:p>
      </dgm:t>
    </dgm:pt>
    <dgm:pt modelId="{E63D05B8-5432-4F69-A528-19216B1AFC45}" type="parTrans" cxnId="{946FEB98-54EF-4A60-87BD-E69CC5A123BD}">
      <dgm:prSet/>
      <dgm:spPr/>
      <dgm:t>
        <a:bodyPr/>
        <a:lstStyle/>
        <a:p>
          <a:endParaRPr lang="id-ID"/>
        </a:p>
      </dgm:t>
    </dgm:pt>
    <dgm:pt modelId="{F55AF576-BCD9-4B37-B2CD-25C6E281C2DF}" type="sibTrans" cxnId="{946FEB98-54EF-4A60-87BD-E69CC5A123BD}">
      <dgm:prSet/>
      <dgm:spPr/>
      <dgm:t>
        <a:bodyPr/>
        <a:lstStyle/>
        <a:p>
          <a:endParaRPr lang="id-ID"/>
        </a:p>
      </dgm:t>
    </dgm:pt>
    <dgm:pt modelId="{B05787A1-E477-4917-9CDA-F70408EB66F7}">
      <dgm:prSet phldrT="[Text]" custT="1"/>
      <dgm:spPr/>
      <dgm:t>
        <a:bodyPr/>
        <a:lstStyle/>
        <a:p>
          <a:r>
            <a:rPr lang="id-ID" sz="2000" dirty="0"/>
            <a:t>Marketing Manager</a:t>
          </a:r>
        </a:p>
      </dgm:t>
    </dgm:pt>
    <dgm:pt modelId="{5B77F529-2709-446B-91E4-F17F6ADD8109}" type="parTrans" cxnId="{EBAC8CAA-9C93-4B4A-9D71-5807DB158052}">
      <dgm:prSet/>
      <dgm:spPr/>
      <dgm:t>
        <a:bodyPr/>
        <a:lstStyle/>
        <a:p>
          <a:endParaRPr lang="id-ID"/>
        </a:p>
      </dgm:t>
    </dgm:pt>
    <dgm:pt modelId="{8A47210C-B3A5-4F9B-AB69-1366FF7723D1}" type="sibTrans" cxnId="{EBAC8CAA-9C93-4B4A-9D71-5807DB158052}">
      <dgm:prSet/>
      <dgm:spPr/>
      <dgm:t>
        <a:bodyPr/>
        <a:lstStyle/>
        <a:p>
          <a:endParaRPr lang="id-ID"/>
        </a:p>
      </dgm:t>
    </dgm:pt>
    <dgm:pt modelId="{A766317A-33FC-4631-9D49-3C16338B0DFC}" type="asst">
      <dgm:prSet phldrT="[Text]" phldr="0" custT="1"/>
      <dgm:spPr/>
      <dgm:t>
        <a:bodyPr/>
        <a:lstStyle/>
        <a:p>
          <a:r>
            <a:rPr lang="en-US" sz="2000" dirty="0"/>
            <a:t>COO</a:t>
          </a:r>
          <a:endParaRPr lang="id-ID" sz="2000" dirty="0"/>
        </a:p>
      </dgm:t>
    </dgm:pt>
    <dgm:pt modelId="{D864772E-EFD3-44AC-8632-6720432395DF}" type="parTrans" cxnId="{5C2FFD0E-5760-4DC7-BFDA-50D198B1F3A7}">
      <dgm:prSet/>
      <dgm:spPr/>
      <dgm:t>
        <a:bodyPr/>
        <a:lstStyle/>
        <a:p>
          <a:endParaRPr lang="id-ID"/>
        </a:p>
      </dgm:t>
    </dgm:pt>
    <dgm:pt modelId="{32075161-91F5-4401-9B2B-50DC4C6CF521}" type="sibTrans" cxnId="{5C2FFD0E-5760-4DC7-BFDA-50D198B1F3A7}">
      <dgm:prSet/>
      <dgm:spPr/>
      <dgm:t>
        <a:bodyPr/>
        <a:lstStyle/>
        <a:p>
          <a:endParaRPr lang="id-ID"/>
        </a:p>
      </dgm:t>
    </dgm:pt>
    <dgm:pt modelId="{3E32D366-F8AD-4A35-9711-075902864B3D}" type="pres">
      <dgm:prSet presAssocID="{F2CA3D39-084C-406F-9B8F-F47C53AC4086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817BEF7F-B7F1-4CDD-99DE-9505F6DBAA5D}" type="pres">
      <dgm:prSet presAssocID="{A6A60EED-52FF-419C-A997-7DAE8B655E42}" presName="hierRoot1" presStyleCnt="0">
        <dgm:presLayoutVars>
          <dgm:hierBranch val="init"/>
        </dgm:presLayoutVars>
      </dgm:prSet>
      <dgm:spPr/>
    </dgm:pt>
    <dgm:pt modelId="{BCC885F7-76FE-480F-871C-54D720AFEEBE}" type="pres">
      <dgm:prSet presAssocID="{A6A60EED-52FF-419C-A997-7DAE8B655E42}" presName="rootComposite1" presStyleCnt="0"/>
      <dgm:spPr/>
    </dgm:pt>
    <dgm:pt modelId="{40767B9A-0F0B-489A-9C29-04F7647631AF}" type="pres">
      <dgm:prSet presAssocID="{A6A60EED-52FF-419C-A997-7DAE8B655E42}" presName="rootText1" presStyleLbl="node0" presStyleIdx="0" presStyleCnt="1">
        <dgm:presLayoutVars>
          <dgm:chPref val="3"/>
        </dgm:presLayoutVars>
      </dgm:prSet>
      <dgm:spPr/>
    </dgm:pt>
    <dgm:pt modelId="{4DF6C98C-BA6D-4653-93DF-5C8839FA202F}" type="pres">
      <dgm:prSet presAssocID="{A6A60EED-52FF-419C-A997-7DAE8B655E42}" presName="rootConnector1" presStyleLbl="node1" presStyleIdx="0" presStyleCnt="0"/>
      <dgm:spPr/>
    </dgm:pt>
    <dgm:pt modelId="{7D6AE35D-6736-4C71-A9B0-3EB932438E70}" type="pres">
      <dgm:prSet presAssocID="{A6A60EED-52FF-419C-A997-7DAE8B655E42}" presName="hierChild2" presStyleCnt="0"/>
      <dgm:spPr/>
    </dgm:pt>
    <dgm:pt modelId="{187B209C-6D88-4C09-8D7B-9CF6B2F34B52}" type="pres">
      <dgm:prSet presAssocID="{5B77F529-2709-446B-91E4-F17F6ADD8109}" presName="Name37" presStyleLbl="parChTrans1D2" presStyleIdx="0" presStyleCnt="2"/>
      <dgm:spPr/>
    </dgm:pt>
    <dgm:pt modelId="{E04512B1-2930-431C-A49F-6B4FE0FC9BE2}" type="pres">
      <dgm:prSet presAssocID="{B05787A1-E477-4917-9CDA-F70408EB66F7}" presName="hierRoot2" presStyleCnt="0">
        <dgm:presLayoutVars>
          <dgm:hierBranch val="init"/>
        </dgm:presLayoutVars>
      </dgm:prSet>
      <dgm:spPr/>
    </dgm:pt>
    <dgm:pt modelId="{2BF460F7-E756-46E5-9510-8D1CDAE4E528}" type="pres">
      <dgm:prSet presAssocID="{B05787A1-E477-4917-9CDA-F70408EB66F7}" presName="rootComposite" presStyleCnt="0"/>
      <dgm:spPr/>
    </dgm:pt>
    <dgm:pt modelId="{692E5346-8453-4A40-982B-6946BCA9A9B9}" type="pres">
      <dgm:prSet presAssocID="{B05787A1-E477-4917-9CDA-F70408EB66F7}" presName="rootText" presStyleLbl="node2" presStyleIdx="0" presStyleCnt="1" custScaleX="130592">
        <dgm:presLayoutVars>
          <dgm:chPref val="3"/>
        </dgm:presLayoutVars>
      </dgm:prSet>
      <dgm:spPr/>
    </dgm:pt>
    <dgm:pt modelId="{486A8466-DAE8-4DD7-8E8F-C48272664366}" type="pres">
      <dgm:prSet presAssocID="{B05787A1-E477-4917-9CDA-F70408EB66F7}" presName="rootConnector" presStyleLbl="node2" presStyleIdx="0" presStyleCnt="1"/>
      <dgm:spPr/>
    </dgm:pt>
    <dgm:pt modelId="{554D5ECC-0E4A-46A0-B4DD-B377E64EEF27}" type="pres">
      <dgm:prSet presAssocID="{B05787A1-E477-4917-9CDA-F70408EB66F7}" presName="hierChild4" presStyleCnt="0"/>
      <dgm:spPr/>
    </dgm:pt>
    <dgm:pt modelId="{79DA3869-1016-4F4D-BE6D-FAF28FF2DB38}" type="pres">
      <dgm:prSet presAssocID="{B05787A1-E477-4917-9CDA-F70408EB66F7}" presName="hierChild5" presStyleCnt="0"/>
      <dgm:spPr/>
    </dgm:pt>
    <dgm:pt modelId="{D1C60AD4-C4E1-49C1-A595-C51E76AE5710}" type="pres">
      <dgm:prSet presAssocID="{A6A60EED-52FF-419C-A997-7DAE8B655E42}" presName="hierChild3" presStyleCnt="0"/>
      <dgm:spPr/>
    </dgm:pt>
    <dgm:pt modelId="{47E5C50F-BF83-4485-9811-71CEDB4C606F}" type="pres">
      <dgm:prSet presAssocID="{E63D05B8-5432-4F69-A528-19216B1AFC45}" presName="Name111" presStyleLbl="parChTrans1D2" presStyleIdx="1" presStyleCnt="2"/>
      <dgm:spPr/>
    </dgm:pt>
    <dgm:pt modelId="{1BF16E62-C449-460D-9E1C-37603DC5DBD1}" type="pres">
      <dgm:prSet presAssocID="{602E89C2-DFF9-4D56-B79C-7F0E04EB0DED}" presName="hierRoot3" presStyleCnt="0">
        <dgm:presLayoutVars>
          <dgm:hierBranch val="init"/>
        </dgm:presLayoutVars>
      </dgm:prSet>
      <dgm:spPr/>
    </dgm:pt>
    <dgm:pt modelId="{7AC7DAB3-FCF0-4FC0-A29C-9E227039FDB3}" type="pres">
      <dgm:prSet presAssocID="{602E89C2-DFF9-4D56-B79C-7F0E04EB0DED}" presName="rootComposite3" presStyleCnt="0"/>
      <dgm:spPr/>
    </dgm:pt>
    <dgm:pt modelId="{B12AB84D-AEEA-478C-B3D3-605DE42433D2}" type="pres">
      <dgm:prSet presAssocID="{602E89C2-DFF9-4D56-B79C-7F0E04EB0DED}" presName="rootText3" presStyleLbl="asst1" presStyleIdx="0" presStyleCnt="2">
        <dgm:presLayoutVars>
          <dgm:chPref val="3"/>
        </dgm:presLayoutVars>
      </dgm:prSet>
      <dgm:spPr/>
    </dgm:pt>
    <dgm:pt modelId="{48F4A863-1F90-462F-B183-AB8AEBDBCB6D}" type="pres">
      <dgm:prSet presAssocID="{602E89C2-DFF9-4D56-B79C-7F0E04EB0DED}" presName="rootConnector3" presStyleLbl="asst1" presStyleIdx="0" presStyleCnt="2"/>
      <dgm:spPr/>
    </dgm:pt>
    <dgm:pt modelId="{95342586-E49B-407C-A698-32C1ECB6BEF9}" type="pres">
      <dgm:prSet presAssocID="{602E89C2-DFF9-4D56-B79C-7F0E04EB0DED}" presName="hierChild6" presStyleCnt="0"/>
      <dgm:spPr/>
    </dgm:pt>
    <dgm:pt modelId="{565187F1-FE6A-423B-9D7E-0435D2BF5DE0}" type="pres">
      <dgm:prSet presAssocID="{602E89C2-DFF9-4D56-B79C-7F0E04EB0DED}" presName="hierChild7" presStyleCnt="0"/>
      <dgm:spPr/>
    </dgm:pt>
    <dgm:pt modelId="{1A1BE734-CBDF-4F25-8412-2843EB5A4893}" type="pres">
      <dgm:prSet presAssocID="{D864772E-EFD3-44AC-8632-6720432395DF}" presName="Name111" presStyleLbl="parChTrans1D3" presStyleIdx="0" presStyleCnt="1"/>
      <dgm:spPr/>
    </dgm:pt>
    <dgm:pt modelId="{E183D42E-E6AC-4383-BEDC-1151981226CE}" type="pres">
      <dgm:prSet presAssocID="{A766317A-33FC-4631-9D49-3C16338B0DFC}" presName="hierRoot3" presStyleCnt="0">
        <dgm:presLayoutVars>
          <dgm:hierBranch val="init"/>
        </dgm:presLayoutVars>
      </dgm:prSet>
      <dgm:spPr/>
    </dgm:pt>
    <dgm:pt modelId="{C0CC9056-06EF-46EA-97A4-8FAB8E7548E1}" type="pres">
      <dgm:prSet presAssocID="{A766317A-33FC-4631-9D49-3C16338B0DFC}" presName="rootComposite3" presStyleCnt="0"/>
      <dgm:spPr/>
    </dgm:pt>
    <dgm:pt modelId="{0B9B6EE7-F245-49B2-BBDE-1D00D7D218E4}" type="pres">
      <dgm:prSet presAssocID="{A766317A-33FC-4631-9D49-3C16338B0DFC}" presName="rootText3" presStyleLbl="asst1" presStyleIdx="1" presStyleCnt="2">
        <dgm:presLayoutVars>
          <dgm:chPref val="3"/>
        </dgm:presLayoutVars>
      </dgm:prSet>
      <dgm:spPr/>
    </dgm:pt>
    <dgm:pt modelId="{EDE4A489-FBF3-4BD8-B5C7-CEA4B272D929}" type="pres">
      <dgm:prSet presAssocID="{A766317A-33FC-4631-9D49-3C16338B0DFC}" presName="rootConnector3" presStyleLbl="asst1" presStyleIdx="1" presStyleCnt="2"/>
      <dgm:spPr/>
    </dgm:pt>
    <dgm:pt modelId="{42E7455E-266C-4609-A867-185CC3EBD25D}" type="pres">
      <dgm:prSet presAssocID="{A766317A-33FC-4631-9D49-3C16338B0DFC}" presName="hierChild6" presStyleCnt="0"/>
      <dgm:spPr/>
    </dgm:pt>
    <dgm:pt modelId="{920D4B1A-ED25-4BD1-BA5C-8EBA2E67D113}" type="pres">
      <dgm:prSet presAssocID="{A766317A-33FC-4631-9D49-3C16338B0DFC}" presName="hierChild7" presStyleCnt="0"/>
      <dgm:spPr/>
    </dgm:pt>
  </dgm:ptLst>
  <dgm:cxnLst>
    <dgm:cxn modelId="{87C2EC08-3C31-4F69-9C9C-438A14A9A7D3}" type="presOf" srcId="{602E89C2-DFF9-4D56-B79C-7F0E04EB0DED}" destId="{48F4A863-1F90-462F-B183-AB8AEBDBCB6D}" srcOrd="1" destOrd="0" presId="urn:microsoft.com/office/officeart/2005/8/layout/orgChart1"/>
    <dgm:cxn modelId="{C073890E-C710-4064-A872-3D84014B7F20}" type="presOf" srcId="{A6A60EED-52FF-419C-A997-7DAE8B655E42}" destId="{40767B9A-0F0B-489A-9C29-04F7647631AF}" srcOrd="0" destOrd="0" presId="urn:microsoft.com/office/officeart/2005/8/layout/orgChart1"/>
    <dgm:cxn modelId="{5C2FFD0E-5760-4DC7-BFDA-50D198B1F3A7}" srcId="{602E89C2-DFF9-4D56-B79C-7F0E04EB0DED}" destId="{A766317A-33FC-4631-9D49-3C16338B0DFC}" srcOrd="0" destOrd="0" parTransId="{D864772E-EFD3-44AC-8632-6720432395DF}" sibTransId="{32075161-91F5-4401-9B2B-50DC4C6CF521}"/>
    <dgm:cxn modelId="{80424B61-FF9F-4A54-AFEE-5E84F8AF495F}" type="presOf" srcId="{5B77F529-2709-446B-91E4-F17F6ADD8109}" destId="{187B209C-6D88-4C09-8D7B-9CF6B2F34B52}" srcOrd="0" destOrd="0" presId="urn:microsoft.com/office/officeart/2005/8/layout/orgChart1"/>
    <dgm:cxn modelId="{EA0FD46A-49D5-4E2E-BB24-E7128BC5730D}" type="presOf" srcId="{A6A60EED-52FF-419C-A997-7DAE8B655E42}" destId="{4DF6C98C-BA6D-4653-93DF-5C8839FA202F}" srcOrd="1" destOrd="0" presId="urn:microsoft.com/office/officeart/2005/8/layout/orgChart1"/>
    <dgm:cxn modelId="{95236376-CF8B-4EF1-BAB6-5F33B42868EE}" type="presOf" srcId="{A766317A-33FC-4631-9D49-3C16338B0DFC}" destId="{EDE4A489-FBF3-4BD8-B5C7-CEA4B272D929}" srcOrd="1" destOrd="0" presId="urn:microsoft.com/office/officeart/2005/8/layout/orgChart1"/>
    <dgm:cxn modelId="{3E17E679-E306-4931-8532-57093FDDFFA5}" srcId="{F2CA3D39-084C-406F-9B8F-F47C53AC4086}" destId="{A6A60EED-52FF-419C-A997-7DAE8B655E42}" srcOrd="0" destOrd="0" parTransId="{5D8168F4-4564-4421-BE98-722050563BA5}" sibTransId="{5F83AA1B-1D00-4948-90BB-D876FE22DFF4}"/>
    <dgm:cxn modelId="{946FEB98-54EF-4A60-87BD-E69CC5A123BD}" srcId="{A6A60EED-52FF-419C-A997-7DAE8B655E42}" destId="{602E89C2-DFF9-4D56-B79C-7F0E04EB0DED}" srcOrd="0" destOrd="0" parTransId="{E63D05B8-5432-4F69-A528-19216B1AFC45}" sibTransId="{F55AF576-BCD9-4B37-B2CD-25C6E281C2DF}"/>
    <dgm:cxn modelId="{EBAC8CAA-9C93-4B4A-9D71-5807DB158052}" srcId="{A6A60EED-52FF-419C-A997-7DAE8B655E42}" destId="{B05787A1-E477-4917-9CDA-F70408EB66F7}" srcOrd="1" destOrd="0" parTransId="{5B77F529-2709-446B-91E4-F17F6ADD8109}" sibTransId="{8A47210C-B3A5-4F9B-AB69-1366FF7723D1}"/>
    <dgm:cxn modelId="{7E7172AB-9091-44FD-8E70-E0B6EB2E4884}" type="presOf" srcId="{E63D05B8-5432-4F69-A528-19216B1AFC45}" destId="{47E5C50F-BF83-4485-9811-71CEDB4C606F}" srcOrd="0" destOrd="0" presId="urn:microsoft.com/office/officeart/2005/8/layout/orgChart1"/>
    <dgm:cxn modelId="{75E6EFCB-BBB2-43FF-81F6-EE2A9575938C}" type="presOf" srcId="{A766317A-33FC-4631-9D49-3C16338B0DFC}" destId="{0B9B6EE7-F245-49B2-BBDE-1D00D7D218E4}" srcOrd="0" destOrd="0" presId="urn:microsoft.com/office/officeart/2005/8/layout/orgChart1"/>
    <dgm:cxn modelId="{6CAA21CD-CCA7-40D4-97FE-0E004D1A7078}" type="presOf" srcId="{B05787A1-E477-4917-9CDA-F70408EB66F7}" destId="{486A8466-DAE8-4DD7-8E8F-C48272664366}" srcOrd="1" destOrd="0" presId="urn:microsoft.com/office/officeart/2005/8/layout/orgChart1"/>
    <dgm:cxn modelId="{2C0D98D5-E453-47D7-943E-C37305AA96C4}" type="presOf" srcId="{B05787A1-E477-4917-9CDA-F70408EB66F7}" destId="{692E5346-8453-4A40-982B-6946BCA9A9B9}" srcOrd="0" destOrd="0" presId="urn:microsoft.com/office/officeart/2005/8/layout/orgChart1"/>
    <dgm:cxn modelId="{50F008DB-B474-4164-84A1-198AEF054028}" type="presOf" srcId="{602E89C2-DFF9-4D56-B79C-7F0E04EB0DED}" destId="{B12AB84D-AEEA-478C-B3D3-605DE42433D2}" srcOrd="0" destOrd="0" presId="urn:microsoft.com/office/officeart/2005/8/layout/orgChart1"/>
    <dgm:cxn modelId="{B44AE5EA-DB42-4419-AF5E-14995089EE90}" type="presOf" srcId="{F2CA3D39-084C-406F-9B8F-F47C53AC4086}" destId="{3E32D366-F8AD-4A35-9711-075902864B3D}" srcOrd="0" destOrd="0" presId="urn:microsoft.com/office/officeart/2005/8/layout/orgChart1"/>
    <dgm:cxn modelId="{CF0537F4-E6FC-4D0F-A6E3-EB905EDE7528}" type="presOf" srcId="{D864772E-EFD3-44AC-8632-6720432395DF}" destId="{1A1BE734-CBDF-4F25-8412-2843EB5A4893}" srcOrd="0" destOrd="0" presId="urn:microsoft.com/office/officeart/2005/8/layout/orgChart1"/>
    <dgm:cxn modelId="{0AEE755D-0361-48EF-B07D-F4218240E18A}" type="presParOf" srcId="{3E32D366-F8AD-4A35-9711-075902864B3D}" destId="{817BEF7F-B7F1-4CDD-99DE-9505F6DBAA5D}" srcOrd="0" destOrd="0" presId="urn:microsoft.com/office/officeart/2005/8/layout/orgChart1"/>
    <dgm:cxn modelId="{15082A85-B525-4013-A8A4-EF7B0134AE7B}" type="presParOf" srcId="{817BEF7F-B7F1-4CDD-99DE-9505F6DBAA5D}" destId="{BCC885F7-76FE-480F-871C-54D720AFEEBE}" srcOrd="0" destOrd="0" presId="urn:microsoft.com/office/officeart/2005/8/layout/orgChart1"/>
    <dgm:cxn modelId="{B9E4CA81-A307-47BD-A4AF-BFF6AACF5FA1}" type="presParOf" srcId="{BCC885F7-76FE-480F-871C-54D720AFEEBE}" destId="{40767B9A-0F0B-489A-9C29-04F7647631AF}" srcOrd="0" destOrd="0" presId="urn:microsoft.com/office/officeart/2005/8/layout/orgChart1"/>
    <dgm:cxn modelId="{6CB3E5B3-FC53-43C8-8CAD-E0F2AE729F60}" type="presParOf" srcId="{BCC885F7-76FE-480F-871C-54D720AFEEBE}" destId="{4DF6C98C-BA6D-4653-93DF-5C8839FA202F}" srcOrd="1" destOrd="0" presId="urn:microsoft.com/office/officeart/2005/8/layout/orgChart1"/>
    <dgm:cxn modelId="{E6B73107-83CD-4C9F-9431-0C7508DFD41C}" type="presParOf" srcId="{817BEF7F-B7F1-4CDD-99DE-9505F6DBAA5D}" destId="{7D6AE35D-6736-4C71-A9B0-3EB932438E70}" srcOrd="1" destOrd="0" presId="urn:microsoft.com/office/officeart/2005/8/layout/orgChart1"/>
    <dgm:cxn modelId="{71EA94A2-BE07-4B49-AA40-E60BEEF50511}" type="presParOf" srcId="{7D6AE35D-6736-4C71-A9B0-3EB932438E70}" destId="{187B209C-6D88-4C09-8D7B-9CF6B2F34B52}" srcOrd="0" destOrd="0" presId="urn:microsoft.com/office/officeart/2005/8/layout/orgChart1"/>
    <dgm:cxn modelId="{C63133EC-FC62-4974-AAF3-DBA9488E2EAC}" type="presParOf" srcId="{7D6AE35D-6736-4C71-A9B0-3EB932438E70}" destId="{E04512B1-2930-431C-A49F-6B4FE0FC9BE2}" srcOrd="1" destOrd="0" presId="urn:microsoft.com/office/officeart/2005/8/layout/orgChart1"/>
    <dgm:cxn modelId="{CD0FE39E-85A1-4630-9666-A3C459FB8159}" type="presParOf" srcId="{E04512B1-2930-431C-A49F-6B4FE0FC9BE2}" destId="{2BF460F7-E756-46E5-9510-8D1CDAE4E528}" srcOrd="0" destOrd="0" presId="urn:microsoft.com/office/officeart/2005/8/layout/orgChart1"/>
    <dgm:cxn modelId="{C8E8A90D-F375-47A8-A9AF-91EC954F8F09}" type="presParOf" srcId="{2BF460F7-E756-46E5-9510-8D1CDAE4E528}" destId="{692E5346-8453-4A40-982B-6946BCA9A9B9}" srcOrd="0" destOrd="0" presId="urn:microsoft.com/office/officeart/2005/8/layout/orgChart1"/>
    <dgm:cxn modelId="{67129642-EE5B-4909-954C-B8B19B7D8190}" type="presParOf" srcId="{2BF460F7-E756-46E5-9510-8D1CDAE4E528}" destId="{486A8466-DAE8-4DD7-8E8F-C48272664366}" srcOrd="1" destOrd="0" presId="urn:microsoft.com/office/officeart/2005/8/layout/orgChart1"/>
    <dgm:cxn modelId="{83F40428-7813-4223-9E14-2355C9C03B76}" type="presParOf" srcId="{E04512B1-2930-431C-A49F-6B4FE0FC9BE2}" destId="{554D5ECC-0E4A-46A0-B4DD-B377E64EEF27}" srcOrd="1" destOrd="0" presId="urn:microsoft.com/office/officeart/2005/8/layout/orgChart1"/>
    <dgm:cxn modelId="{D5238FA1-23C9-4F0B-9CFC-B458C4BA57A3}" type="presParOf" srcId="{E04512B1-2930-431C-A49F-6B4FE0FC9BE2}" destId="{79DA3869-1016-4F4D-BE6D-FAF28FF2DB38}" srcOrd="2" destOrd="0" presId="urn:microsoft.com/office/officeart/2005/8/layout/orgChart1"/>
    <dgm:cxn modelId="{8B366628-9A2F-45F1-8D55-BEB47E9F479B}" type="presParOf" srcId="{817BEF7F-B7F1-4CDD-99DE-9505F6DBAA5D}" destId="{D1C60AD4-C4E1-49C1-A595-C51E76AE5710}" srcOrd="2" destOrd="0" presId="urn:microsoft.com/office/officeart/2005/8/layout/orgChart1"/>
    <dgm:cxn modelId="{05FC4E95-48E1-411B-99D3-F220AE064A50}" type="presParOf" srcId="{D1C60AD4-C4E1-49C1-A595-C51E76AE5710}" destId="{47E5C50F-BF83-4485-9811-71CEDB4C606F}" srcOrd="0" destOrd="0" presId="urn:microsoft.com/office/officeart/2005/8/layout/orgChart1"/>
    <dgm:cxn modelId="{781C4F17-84D1-4F7B-A278-8B4D26168038}" type="presParOf" srcId="{D1C60AD4-C4E1-49C1-A595-C51E76AE5710}" destId="{1BF16E62-C449-460D-9E1C-37603DC5DBD1}" srcOrd="1" destOrd="0" presId="urn:microsoft.com/office/officeart/2005/8/layout/orgChart1"/>
    <dgm:cxn modelId="{25D4A921-E663-4165-AF01-B7B0A10E9C62}" type="presParOf" srcId="{1BF16E62-C449-460D-9E1C-37603DC5DBD1}" destId="{7AC7DAB3-FCF0-4FC0-A29C-9E227039FDB3}" srcOrd="0" destOrd="0" presId="urn:microsoft.com/office/officeart/2005/8/layout/orgChart1"/>
    <dgm:cxn modelId="{32D7CAB3-2334-467A-8AAA-FC2787AECAEF}" type="presParOf" srcId="{7AC7DAB3-FCF0-4FC0-A29C-9E227039FDB3}" destId="{B12AB84D-AEEA-478C-B3D3-605DE42433D2}" srcOrd="0" destOrd="0" presId="urn:microsoft.com/office/officeart/2005/8/layout/orgChart1"/>
    <dgm:cxn modelId="{EBF49F13-EE81-4B6F-A336-C2A9C66E7B3D}" type="presParOf" srcId="{7AC7DAB3-FCF0-4FC0-A29C-9E227039FDB3}" destId="{48F4A863-1F90-462F-B183-AB8AEBDBCB6D}" srcOrd="1" destOrd="0" presId="urn:microsoft.com/office/officeart/2005/8/layout/orgChart1"/>
    <dgm:cxn modelId="{C9748688-EBA7-4F4D-9858-C125CD6805AA}" type="presParOf" srcId="{1BF16E62-C449-460D-9E1C-37603DC5DBD1}" destId="{95342586-E49B-407C-A698-32C1ECB6BEF9}" srcOrd="1" destOrd="0" presId="urn:microsoft.com/office/officeart/2005/8/layout/orgChart1"/>
    <dgm:cxn modelId="{9D2DD2CE-5E55-4DAE-A795-60B3299B986C}" type="presParOf" srcId="{1BF16E62-C449-460D-9E1C-37603DC5DBD1}" destId="{565187F1-FE6A-423B-9D7E-0435D2BF5DE0}" srcOrd="2" destOrd="0" presId="urn:microsoft.com/office/officeart/2005/8/layout/orgChart1"/>
    <dgm:cxn modelId="{0572E435-E8E3-43B6-B114-C1F1443B85A4}" type="presParOf" srcId="{565187F1-FE6A-423B-9D7E-0435D2BF5DE0}" destId="{1A1BE734-CBDF-4F25-8412-2843EB5A4893}" srcOrd="0" destOrd="0" presId="urn:microsoft.com/office/officeart/2005/8/layout/orgChart1"/>
    <dgm:cxn modelId="{042A6BAA-EDD7-47E2-B08B-FBE81DCF7A66}" type="presParOf" srcId="{565187F1-FE6A-423B-9D7E-0435D2BF5DE0}" destId="{E183D42E-E6AC-4383-BEDC-1151981226CE}" srcOrd="1" destOrd="0" presId="urn:microsoft.com/office/officeart/2005/8/layout/orgChart1"/>
    <dgm:cxn modelId="{0F68AF83-E292-4282-9CAC-70296F250FF1}" type="presParOf" srcId="{E183D42E-E6AC-4383-BEDC-1151981226CE}" destId="{C0CC9056-06EF-46EA-97A4-8FAB8E7548E1}" srcOrd="0" destOrd="0" presId="urn:microsoft.com/office/officeart/2005/8/layout/orgChart1"/>
    <dgm:cxn modelId="{0E398CF4-143B-4D14-9FBD-71DD840C1DDF}" type="presParOf" srcId="{C0CC9056-06EF-46EA-97A4-8FAB8E7548E1}" destId="{0B9B6EE7-F245-49B2-BBDE-1D00D7D218E4}" srcOrd="0" destOrd="0" presId="urn:microsoft.com/office/officeart/2005/8/layout/orgChart1"/>
    <dgm:cxn modelId="{844CF0AF-4C78-4B03-97F3-B7FB0F39D9A9}" type="presParOf" srcId="{C0CC9056-06EF-46EA-97A4-8FAB8E7548E1}" destId="{EDE4A489-FBF3-4BD8-B5C7-CEA4B272D929}" srcOrd="1" destOrd="0" presId="urn:microsoft.com/office/officeart/2005/8/layout/orgChart1"/>
    <dgm:cxn modelId="{773AF105-4120-4BAF-9169-5044379C3EEC}" type="presParOf" srcId="{E183D42E-E6AC-4383-BEDC-1151981226CE}" destId="{42E7455E-266C-4609-A867-185CC3EBD25D}" srcOrd="1" destOrd="0" presId="urn:microsoft.com/office/officeart/2005/8/layout/orgChart1"/>
    <dgm:cxn modelId="{56582B09-1294-47EE-A611-D5256C2F3CB2}" type="presParOf" srcId="{E183D42E-E6AC-4383-BEDC-1151981226CE}" destId="{920D4B1A-ED25-4BD1-BA5C-8EBA2E67D113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CA63EB-3957-426C-8E60-6C2C52E68BCF}">
      <dsp:nvSpPr>
        <dsp:cNvPr id="0" name=""/>
        <dsp:cNvSpPr/>
      </dsp:nvSpPr>
      <dsp:spPr>
        <a:xfrm>
          <a:off x="7143" y="0"/>
          <a:ext cx="2135187" cy="72890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d-ID" sz="3100" kern="1200" dirty="0"/>
            <a:t>Supplier</a:t>
          </a:r>
        </a:p>
      </dsp:txBody>
      <dsp:txXfrm>
        <a:off x="28492" y="21349"/>
        <a:ext cx="2092489" cy="686206"/>
      </dsp:txXfrm>
    </dsp:sp>
    <dsp:sp modelId="{26E31169-FDF6-46D8-B57A-95CE5F64E17B}">
      <dsp:nvSpPr>
        <dsp:cNvPr id="0" name=""/>
        <dsp:cNvSpPr/>
      </dsp:nvSpPr>
      <dsp:spPr>
        <a:xfrm>
          <a:off x="2355850" y="99688"/>
          <a:ext cx="452659" cy="52952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d-ID" sz="2200" kern="1200"/>
        </a:p>
      </dsp:txBody>
      <dsp:txXfrm>
        <a:off x="2355850" y="205593"/>
        <a:ext cx="316861" cy="317716"/>
      </dsp:txXfrm>
    </dsp:sp>
    <dsp:sp modelId="{FAE57F19-37EF-45B6-95CB-137DB162D0D0}">
      <dsp:nvSpPr>
        <dsp:cNvPr id="0" name=""/>
        <dsp:cNvSpPr/>
      </dsp:nvSpPr>
      <dsp:spPr>
        <a:xfrm>
          <a:off x="2996406" y="0"/>
          <a:ext cx="2135187" cy="72890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d-ID" sz="3100" kern="1200" dirty="0"/>
            <a:t>FreshBox</a:t>
          </a:r>
        </a:p>
      </dsp:txBody>
      <dsp:txXfrm>
        <a:off x="3017755" y="21349"/>
        <a:ext cx="2092489" cy="686206"/>
      </dsp:txXfrm>
    </dsp:sp>
    <dsp:sp modelId="{BB781B9D-8CFC-48E0-973A-409445EC32D7}">
      <dsp:nvSpPr>
        <dsp:cNvPr id="0" name=""/>
        <dsp:cNvSpPr/>
      </dsp:nvSpPr>
      <dsp:spPr>
        <a:xfrm>
          <a:off x="5345112" y="99688"/>
          <a:ext cx="452659" cy="52952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d-ID" sz="2200" kern="1200"/>
        </a:p>
      </dsp:txBody>
      <dsp:txXfrm>
        <a:off x="5345112" y="205593"/>
        <a:ext cx="316861" cy="317716"/>
      </dsp:txXfrm>
    </dsp:sp>
    <dsp:sp modelId="{BE695BEE-B25A-4685-AD98-1B41138250C4}">
      <dsp:nvSpPr>
        <dsp:cNvPr id="0" name=""/>
        <dsp:cNvSpPr/>
      </dsp:nvSpPr>
      <dsp:spPr>
        <a:xfrm>
          <a:off x="5985668" y="0"/>
          <a:ext cx="2135187" cy="72890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d-ID" sz="3100" kern="1200" dirty="0"/>
            <a:t>Customer</a:t>
          </a:r>
        </a:p>
      </dsp:txBody>
      <dsp:txXfrm>
        <a:off x="6007017" y="21349"/>
        <a:ext cx="2092489" cy="68620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1BE734-CBDF-4F25-8412-2843EB5A4893}">
      <dsp:nvSpPr>
        <dsp:cNvPr id="0" name=""/>
        <dsp:cNvSpPr/>
      </dsp:nvSpPr>
      <dsp:spPr>
        <a:xfrm>
          <a:off x="1896237" y="1738474"/>
          <a:ext cx="150650" cy="659990"/>
        </a:xfrm>
        <a:custGeom>
          <a:avLst/>
          <a:gdLst/>
          <a:ahLst/>
          <a:cxnLst/>
          <a:rect l="0" t="0" r="0" b="0"/>
          <a:pathLst>
            <a:path>
              <a:moveTo>
                <a:pt x="150650" y="0"/>
              </a:moveTo>
              <a:lnTo>
                <a:pt x="150650" y="659990"/>
              </a:lnTo>
              <a:lnTo>
                <a:pt x="0" y="659990"/>
              </a:lnTo>
            </a:path>
          </a:pathLst>
        </a:custGeom>
        <a:noFill/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7E5C50F-BF83-4485-9811-71CEDB4C606F}">
      <dsp:nvSpPr>
        <dsp:cNvPr id="0" name=""/>
        <dsp:cNvSpPr/>
      </dsp:nvSpPr>
      <dsp:spPr>
        <a:xfrm>
          <a:off x="2764268" y="719793"/>
          <a:ext cx="150650" cy="659990"/>
        </a:xfrm>
        <a:custGeom>
          <a:avLst/>
          <a:gdLst/>
          <a:ahLst/>
          <a:cxnLst/>
          <a:rect l="0" t="0" r="0" b="0"/>
          <a:pathLst>
            <a:path>
              <a:moveTo>
                <a:pt x="150650" y="0"/>
              </a:moveTo>
              <a:lnTo>
                <a:pt x="150650" y="659990"/>
              </a:lnTo>
              <a:lnTo>
                <a:pt x="0" y="659990"/>
              </a:lnTo>
            </a:path>
          </a:pathLst>
        </a:custGeom>
        <a:noFill/>
        <a:ln w="1587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87B209C-6D88-4C09-8D7B-9CF6B2F34B52}">
      <dsp:nvSpPr>
        <dsp:cNvPr id="0" name=""/>
        <dsp:cNvSpPr/>
      </dsp:nvSpPr>
      <dsp:spPr>
        <a:xfrm>
          <a:off x="2869198" y="719793"/>
          <a:ext cx="91440" cy="233866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38662"/>
              </a:lnTo>
            </a:path>
          </a:pathLst>
        </a:custGeom>
        <a:noFill/>
        <a:ln w="1587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0767B9A-0F0B-489A-9C29-04F7647631AF}">
      <dsp:nvSpPr>
        <dsp:cNvPr id="0" name=""/>
        <dsp:cNvSpPr/>
      </dsp:nvSpPr>
      <dsp:spPr>
        <a:xfrm>
          <a:off x="2197537" y="2412"/>
          <a:ext cx="1434762" cy="71738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CEO</a:t>
          </a:r>
          <a:endParaRPr lang="id-ID" sz="2000" kern="1200" dirty="0"/>
        </a:p>
      </dsp:txBody>
      <dsp:txXfrm>
        <a:off x="2197537" y="2412"/>
        <a:ext cx="1434762" cy="717381"/>
      </dsp:txXfrm>
    </dsp:sp>
    <dsp:sp modelId="{692E5346-8453-4A40-982B-6946BCA9A9B9}">
      <dsp:nvSpPr>
        <dsp:cNvPr id="0" name=""/>
        <dsp:cNvSpPr/>
      </dsp:nvSpPr>
      <dsp:spPr>
        <a:xfrm>
          <a:off x="1978076" y="3058456"/>
          <a:ext cx="1873684" cy="71738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d-ID" sz="2000" kern="1200" dirty="0"/>
            <a:t>Marketing Manager</a:t>
          </a:r>
        </a:p>
      </dsp:txBody>
      <dsp:txXfrm>
        <a:off x="1978076" y="3058456"/>
        <a:ext cx="1873684" cy="717381"/>
      </dsp:txXfrm>
    </dsp:sp>
    <dsp:sp modelId="{B12AB84D-AEEA-478C-B3D3-605DE42433D2}">
      <dsp:nvSpPr>
        <dsp:cNvPr id="0" name=""/>
        <dsp:cNvSpPr/>
      </dsp:nvSpPr>
      <dsp:spPr>
        <a:xfrm>
          <a:off x="1329506" y="1021093"/>
          <a:ext cx="1434762" cy="71738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CTO</a:t>
          </a:r>
          <a:endParaRPr lang="id-ID" sz="2000" kern="1200" dirty="0"/>
        </a:p>
      </dsp:txBody>
      <dsp:txXfrm>
        <a:off x="1329506" y="1021093"/>
        <a:ext cx="1434762" cy="717381"/>
      </dsp:txXfrm>
    </dsp:sp>
    <dsp:sp modelId="{0B9B6EE7-F245-49B2-BBDE-1D00D7D218E4}">
      <dsp:nvSpPr>
        <dsp:cNvPr id="0" name=""/>
        <dsp:cNvSpPr/>
      </dsp:nvSpPr>
      <dsp:spPr>
        <a:xfrm>
          <a:off x="461475" y="2039775"/>
          <a:ext cx="1434762" cy="71738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COO</a:t>
          </a:r>
          <a:endParaRPr lang="id-ID" sz="2000" kern="1200" dirty="0"/>
        </a:p>
      </dsp:txBody>
      <dsp:txXfrm>
        <a:off x="461475" y="2039775"/>
        <a:ext cx="1434762" cy="71738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00000-CC03-48C5-8C41-BDDBF8D27D19}" type="datetimeFigureOut">
              <a:rPr lang="id-ID" smtClean="0"/>
              <a:t>27/06/2026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90441BF9-5382-49E7-9D87-56825830A9CE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831166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00000-CC03-48C5-8C41-BDDBF8D27D19}" type="datetimeFigureOut">
              <a:rPr lang="id-ID" smtClean="0"/>
              <a:t>27/06/2026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41BF9-5382-49E7-9D87-56825830A9CE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02871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00000-CC03-48C5-8C41-BDDBF8D27D19}" type="datetimeFigureOut">
              <a:rPr lang="id-ID" smtClean="0"/>
              <a:t>27/06/2026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0441BF9-5382-49E7-9D87-56825830A9CE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437390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00000-CC03-48C5-8C41-BDDBF8D27D19}" type="datetimeFigureOut">
              <a:rPr lang="id-ID" smtClean="0"/>
              <a:t>27/06/2026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90441BF9-5382-49E7-9D87-56825830A9CE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705189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00000-CC03-48C5-8C41-BDDBF8D27D19}" type="datetimeFigureOut">
              <a:rPr lang="id-ID" smtClean="0"/>
              <a:t>27/06/2026</a:t>
            </a:fld>
            <a:endParaRPr lang="id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90441BF9-5382-49E7-9D87-56825830A9CE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6297157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00000-CC03-48C5-8C41-BDDBF8D27D19}" type="datetimeFigureOut">
              <a:rPr lang="id-ID" smtClean="0"/>
              <a:t>27/06/2026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41BF9-5382-49E7-9D87-56825830A9CE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260996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00000-CC03-48C5-8C41-BDDBF8D27D19}" type="datetimeFigureOut">
              <a:rPr lang="id-ID" smtClean="0"/>
              <a:t>27/06/2026</a:t>
            </a:fld>
            <a:endParaRPr lang="id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41BF9-5382-49E7-9D87-56825830A9CE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291148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00000-CC03-48C5-8C41-BDDBF8D27D19}" type="datetimeFigureOut">
              <a:rPr lang="id-ID" smtClean="0"/>
              <a:t>27/06/2026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41BF9-5382-49E7-9D87-56825830A9CE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82695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00000-CC03-48C5-8C41-BDDBF8D27D19}" type="datetimeFigureOut">
              <a:rPr lang="id-ID" smtClean="0"/>
              <a:t>27/06/2026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0441BF9-5382-49E7-9D87-56825830A9CE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6384723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00000-CC03-48C5-8C41-BDDBF8D27D19}" type="datetimeFigureOut">
              <a:rPr lang="id-ID" smtClean="0"/>
              <a:t>27/06/2026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0441BF9-5382-49E7-9D87-56825830A9CE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436190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00000-CC03-48C5-8C41-BDDBF8D27D19}" type="datetimeFigureOut">
              <a:rPr lang="id-ID" smtClean="0"/>
              <a:t>27/06/2026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0441BF9-5382-49E7-9D87-56825830A9CE}" type="slidenum">
              <a:rPr lang="id-ID" smtClean="0"/>
              <a:t>‹#›</a:t>
            </a:fld>
            <a:endParaRPr lang="id-ID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152340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00000-CC03-48C5-8C41-BDDBF8D27D19}" type="datetimeFigureOut">
              <a:rPr lang="id-ID" smtClean="0"/>
              <a:t>27/06/2026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0441BF9-5382-49E7-9D87-56825830A9CE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505064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00000-CC03-48C5-8C41-BDDBF8D27D19}" type="datetimeFigureOut">
              <a:rPr lang="id-ID" smtClean="0"/>
              <a:t>27/06/2026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0441BF9-5382-49E7-9D87-56825830A9CE}" type="slidenum">
              <a:rPr lang="id-ID" smtClean="0"/>
              <a:t>‹#›</a:t>
            </a:fld>
            <a:endParaRPr lang="id-ID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667897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00000-CC03-48C5-8C41-BDDBF8D27D19}" type="datetimeFigureOut">
              <a:rPr lang="id-ID" smtClean="0"/>
              <a:t>27/06/2026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0441BF9-5382-49E7-9D87-56825830A9CE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4558256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00000-CC03-48C5-8C41-BDDBF8D27D19}" type="datetimeFigureOut">
              <a:rPr lang="id-ID" smtClean="0"/>
              <a:t>27/06/2026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41BF9-5382-49E7-9D87-56825830A9CE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4369704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00000-CC03-48C5-8C41-BDDBF8D27D19}" type="datetimeFigureOut">
              <a:rPr lang="id-ID" smtClean="0"/>
              <a:t>27/06/2026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41BF9-5382-49E7-9D87-56825830A9CE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680150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D00000-CC03-48C5-8C41-BDDBF8D27D19}" type="datetimeFigureOut">
              <a:rPr lang="id-ID" smtClean="0"/>
              <a:t>27/06/2026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90441BF9-5382-49E7-9D87-56825830A9CE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956041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microsoft.com/office/2007/relationships/hdphoto" Target="../media/hdphoto2.wdp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6C07E7D-EE1F-C7BD-C07E-DCFA94B3A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3810" y="624110"/>
            <a:ext cx="9690801" cy="674612"/>
          </a:xfrm>
        </p:spPr>
        <p:txBody>
          <a:bodyPr/>
          <a:lstStyle/>
          <a:p>
            <a:r>
              <a:rPr lang="id-ID" b="1" dirty="0">
                <a:solidFill>
                  <a:schemeClr val="accent5">
                    <a:lumMod val="50000"/>
                  </a:schemeClr>
                </a:solidFill>
              </a:rPr>
              <a:t>FreshBox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FE0C19-06C7-8EE8-C1C5-9AD531BAC169}"/>
              </a:ext>
            </a:extLst>
          </p:cNvPr>
          <p:cNvSpPr txBox="1"/>
          <p:nvPr/>
        </p:nvSpPr>
        <p:spPr>
          <a:xfrm>
            <a:off x="959370" y="1813810"/>
            <a:ext cx="53319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dirty="0">
                <a:solidFill>
                  <a:schemeClr val="accent5">
                    <a:lumMod val="50000"/>
                  </a:schemeClr>
                </a:solidFill>
              </a:rPr>
              <a:t>"Belanja Sayur Segar, Praktis dalam Sekali Klik."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2A5E2C-4DE0-75D5-47EF-DDBF3E338D24}"/>
              </a:ext>
            </a:extLst>
          </p:cNvPr>
          <p:cNvSpPr txBox="1"/>
          <p:nvPr/>
        </p:nvSpPr>
        <p:spPr>
          <a:xfrm>
            <a:off x="1184223" y="2698230"/>
            <a:ext cx="395740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d-ID" sz="2400" dirty="0">
                <a:solidFill>
                  <a:schemeClr val="accent5">
                    <a:lumMod val="50000"/>
                  </a:schemeClr>
                </a:solidFill>
              </a:rPr>
              <a:t>Business Pitch</a:t>
            </a:r>
            <a:endParaRPr lang="en-US" sz="2400" dirty="0">
              <a:solidFill>
                <a:schemeClr val="accent5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d-ID" sz="2400" dirty="0">
                <a:solidFill>
                  <a:schemeClr val="accent5">
                    <a:lumMod val="50000"/>
                  </a:schemeClr>
                </a:solidFill>
              </a:rPr>
              <a:t>Nama Presenter</a:t>
            </a:r>
            <a:endParaRPr lang="en-US" sz="2400" dirty="0">
              <a:solidFill>
                <a:schemeClr val="accent5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d-ID" sz="2400" dirty="0">
                <a:solidFill>
                  <a:schemeClr val="accent5">
                    <a:lumMod val="50000"/>
                  </a:schemeClr>
                </a:solidFill>
              </a:rPr>
              <a:t>Nama Perusahaan</a:t>
            </a:r>
            <a:endParaRPr lang="en-US" sz="2400" dirty="0">
              <a:solidFill>
                <a:schemeClr val="accent5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d-ID" sz="2400" dirty="0">
                <a:solidFill>
                  <a:schemeClr val="accent5">
                    <a:lumMod val="50000"/>
                  </a:schemeClr>
                </a:solidFill>
              </a:rPr>
              <a:t>Tanggal Presentasi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2240FEC-9B55-8C13-CD3B-A115B03938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8072" y="788716"/>
            <a:ext cx="6120256" cy="5938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57676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7EEAA-EA78-5B3D-3786-E3205A3EE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b="1" dirty="0">
                <a:solidFill>
                  <a:schemeClr val="accent5">
                    <a:lumMod val="50000"/>
                  </a:schemeClr>
                </a:solidFill>
              </a:rPr>
              <a:t>MASALAH &amp; SOLUSI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5DF4BD53-08CB-A0FA-B066-9676D52274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2228538"/>
          </a:xfrm>
        </p:spPr>
        <p:txBody>
          <a:bodyPr>
            <a:normAutofit/>
          </a:bodyPr>
          <a:lstStyle/>
          <a:p>
            <a:r>
              <a:rPr lang="id-ID" b="1" dirty="0">
                <a:solidFill>
                  <a:schemeClr val="accent5">
                    <a:lumMod val="50000"/>
                  </a:schemeClr>
                </a:solidFill>
              </a:rPr>
              <a:t>Masalah</a:t>
            </a: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Banyak orang </a:t>
            </a:r>
            <a:r>
              <a:rPr lang="en-US" dirty="0" err="1">
                <a:solidFill>
                  <a:schemeClr val="accent5">
                    <a:lumMod val="50000"/>
                  </a:schemeClr>
                </a:solidFill>
              </a:rPr>
              <a:t>sibuk</a:t>
            </a: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5">
                    <a:lumMod val="50000"/>
                  </a:schemeClr>
                </a:solidFill>
              </a:rPr>
              <a:t>sehingga</a:t>
            </a: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5">
                    <a:lumMod val="50000"/>
                  </a:schemeClr>
                </a:solidFill>
              </a:rPr>
              <a:t>tidak</a:t>
            </a: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5">
                    <a:lumMod val="50000"/>
                  </a:schemeClr>
                </a:solidFill>
              </a:rPr>
              <a:t>sempat</a:t>
            </a: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5">
                    <a:lumMod val="50000"/>
                  </a:schemeClr>
                </a:solidFill>
              </a:rPr>
              <a:t>belanja</a:t>
            </a: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nn-NO" dirty="0">
                <a:solidFill>
                  <a:schemeClr val="accent5">
                    <a:lumMod val="50000"/>
                  </a:schemeClr>
                </a:solidFill>
              </a:rPr>
              <a:t>Sayur di pasar sering tidak segar.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Harus antre dan </a:t>
            </a:r>
            <a:r>
              <a:rPr lang="en-US" dirty="0" err="1">
                <a:solidFill>
                  <a:schemeClr val="accent5">
                    <a:lumMod val="50000"/>
                  </a:schemeClr>
                </a:solidFill>
              </a:rPr>
              <a:t>menghabiskan</a:t>
            </a: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5">
                    <a:lumMod val="50000"/>
                  </a:schemeClr>
                </a:solidFill>
              </a:rPr>
              <a:t>waktu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.</a:t>
            </a:r>
          </a:p>
          <a:p>
            <a:endParaRPr lang="id-ID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9BBE2A9-5AA4-DDD9-0BD4-9F45C5C9E2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2228538"/>
          </a:xfrm>
        </p:spPr>
        <p:txBody>
          <a:bodyPr>
            <a:normAutofit/>
          </a:bodyPr>
          <a:lstStyle/>
          <a:p>
            <a:r>
              <a:rPr lang="id-ID" b="1" dirty="0">
                <a:solidFill>
                  <a:schemeClr val="accent5">
                    <a:lumMod val="50000"/>
                  </a:schemeClr>
                </a:solidFill>
              </a:rPr>
              <a:t>Solusi FreshBox</a:t>
            </a: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err="1">
                <a:solidFill>
                  <a:schemeClr val="accent5">
                    <a:lumMod val="50000"/>
                  </a:schemeClr>
                </a:solidFill>
              </a:rPr>
              <a:t>Pesan</a:t>
            </a: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5">
                    <a:lumMod val="50000"/>
                  </a:schemeClr>
                </a:solidFill>
              </a:rPr>
              <a:t>lewat</a:t>
            </a: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5">
                    <a:lumMod val="50000"/>
                  </a:schemeClr>
                </a:solidFill>
              </a:rPr>
              <a:t>aplikasi</a:t>
            </a: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nn-NO" dirty="0">
                <a:solidFill>
                  <a:schemeClr val="accent5">
                    <a:lumMod val="50000"/>
                  </a:schemeClr>
                </a:solidFill>
              </a:rPr>
              <a:t>Sayur dipanen setiap pagi.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sv-SE" dirty="0">
                <a:solidFill>
                  <a:schemeClr val="accent5">
                    <a:lumMod val="50000"/>
                  </a:schemeClr>
                </a:solidFill>
              </a:rPr>
              <a:t>Diantar dalam waktu kurang dari 2 jam.</a:t>
            </a: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279020091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  <p:bldP spid="14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048EB-22BC-419B-6FD2-5D5AA9604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844926"/>
          </a:xfrm>
        </p:spPr>
        <p:txBody>
          <a:bodyPr>
            <a:normAutofit/>
          </a:bodyPr>
          <a:lstStyle/>
          <a:p>
            <a:r>
              <a:rPr lang="id-ID" b="1" dirty="0">
                <a:solidFill>
                  <a:schemeClr val="accent5">
                    <a:lumMod val="50000"/>
                  </a:schemeClr>
                </a:solidFill>
              </a:rPr>
              <a:t>Produk Kami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731507-7907-E821-8179-F7CD3E9843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313" b="96896" l="10000" r="94412">
                        <a14:foregroundMark x1="49118" y1="64967" x2="49118" y2="64967"/>
                        <a14:foregroundMark x1="61176" y1="55876" x2="61176" y2="55876"/>
                        <a14:foregroundMark x1="37500" y1="55211" x2="37500" y2="55211"/>
                        <a14:foregroundMark x1="67647" y1="66297" x2="67647" y2="66297"/>
                        <a14:foregroundMark x1="56471" y1="73171" x2="68088" y2="39024"/>
                        <a14:foregroundMark x1="40294" y1="80266" x2="49118" y2="32816"/>
                        <a14:foregroundMark x1="34706" y1="75388" x2="34706" y2="40355"/>
                        <a14:foregroundMark x1="31029" y1="19512" x2="49559" y2="19512"/>
                        <a14:foregroundMark x1="30588" y1="17517" x2="48676" y2="18847"/>
                        <a14:foregroundMark x1="48676" y1="18847" x2="49118" y2="18182"/>
                        <a14:foregroundMark x1="59265" y1="11086" x2="76471" y2="15521"/>
                        <a14:foregroundMark x1="76471" y1="15521" x2="76912" y2="16630"/>
                        <a14:foregroundMark x1="65294" y1="9756" x2="73088" y2="9756"/>
                        <a14:foregroundMark x1="37500" y1="15299" x2="42647" y2="15965"/>
                        <a14:foregroundMark x1="88382" y1="48780" x2="94412" y2="46120"/>
                        <a14:foregroundMark x1="85588" y1="96896" x2="86618" y2="94235"/>
                        <a14:foregroundMark x1="55147" y1="66297" x2="62059" y2="43902"/>
                        <a14:foregroundMark x1="68971" y1="76718" x2="74412" y2="53437"/>
                        <a14:foregroundMark x1="74412" y1="53437" x2="73088" y2="3281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2924" y="1565141"/>
            <a:ext cx="3238501" cy="214788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608EEBF-5184-EBE4-048E-93857FABD6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924" b="92621" l="7379" r="92875">
                        <a14:foregroundMark x1="68575" y1="92748" x2="68575" y2="92748"/>
                        <a14:foregroundMark x1="7506" y1="46565" x2="7506" y2="46565"/>
                        <a14:foregroundMark x1="92875" y1="44784" x2="92875" y2="44784"/>
                        <a14:foregroundMark x1="44275" y1="60814" x2="44275" y2="6081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5302" y="1225253"/>
            <a:ext cx="2530264" cy="25302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64CF8CC-6812-8FDB-7CA3-F6984293BB8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845" b="92599" l="9928" r="89892">
                        <a14:foregroundMark x1="46029" y1="9025" x2="46029" y2="9025"/>
                        <a14:foregroundMark x1="26715" y1="91155" x2="26715" y2="91155"/>
                        <a14:foregroundMark x1="54152" y1="88989" x2="54152" y2="88989"/>
                        <a14:foregroundMark x1="43321" y1="90794" x2="58845" y2="90433"/>
                        <a14:foregroundMark x1="16606" y1="90975" x2="24549" y2="90975"/>
                        <a14:foregroundMark x1="64621" y1="89531" x2="80686" y2="86101"/>
                        <a14:foregroundMark x1="75993" y1="83394" x2="81769" y2="82130"/>
                        <a14:foregroundMark x1="70217" y1="90072" x2="83574" y2="88628"/>
                        <a14:foregroundMark x1="32310" y1="90433" x2="44043" y2="90433"/>
                        <a14:foregroundMark x1="18773" y1="91155" x2="35740" y2="90975"/>
                        <a14:foregroundMark x1="33213" y1="92238" x2="16606" y2="91697"/>
                        <a14:foregroundMark x1="14621" y1="90794" x2="16787" y2="90794"/>
                        <a14:foregroundMark x1="12816" y1="90614" x2="18953" y2="92599"/>
                        <a14:foregroundMark x1="81588" y1="88809" x2="86823" y2="8917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9444" y="1319873"/>
            <a:ext cx="2530264" cy="253026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BEBCC5D-3404-40CC-E715-423B9CA173E3}"/>
              </a:ext>
            </a:extLst>
          </p:cNvPr>
          <p:cNvSpPr txBox="1"/>
          <p:nvPr/>
        </p:nvSpPr>
        <p:spPr>
          <a:xfrm>
            <a:off x="2592924" y="4077325"/>
            <a:ext cx="902678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b="1" dirty="0">
                <a:solidFill>
                  <a:schemeClr val="accent5">
                    <a:lumMod val="50000"/>
                  </a:schemeClr>
                </a:solidFill>
              </a:rPr>
              <a:t>Fitur Utama</a:t>
            </a: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id-ID" dirty="0">
                <a:solidFill>
                  <a:schemeClr val="accent5">
                    <a:lumMod val="50000"/>
                  </a:schemeClr>
                </a:solidFill>
              </a:rPr>
              <a:t>Order online</a:t>
            </a:r>
            <a:endParaRPr lang="en-US" dirty="0">
              <a:solidFill>
                <a:schemeClr val="accent5">
                  <a:lumMod val="50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id-ID" dirty="0">
                <a:solidFill>
                  <a:schemeClr val="accent5">
                    <a:lumMod val="50000"/>
                  </a:schemeClr>
                </a:solidFill>
              </a:rPr>
              <a:t>Tracking pengiriman</a:t>
            </a:r>
            <a:endParaRPr lang="en-US" dirty="0">
              <a:solidFill>
                <a:schemeClr val="accent5">
                  <a:lumMod val="50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id-ID" dirty="0">
                <a:solidFill>
                  <a:schemeClr val="accent5">
                    <a:lumMod val="50000"/>
                  </a:schemeClr>
                </a:solidFill>
              </a:rPr>
              <a:t>Pembayaran digital</a:t>
            </a:r>
            <a:endParaRPr lang="en-US" dirty="0">
              <a:solidFill>
                <a:schemeClr val="accent5">
                  <a:lumMod val="50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id-ID" dirty="0">
                <a:solidFill>
                  <a:schemeClr val="accent5">
                    <a:lumMod val="50000"/>
                  </a:schemeClr>
                </a:solidFill>
              </a:rPr>
              <a:t>Promo mingguan</a:t>
            </a:r>
          </a:p>
        </p:txBody>
      </p:sp>
    </p:spTree>
    <p:extLst>
      <p:ext uri="{BB962C8B-B14F-4D97-AF65-F5344CB8AC3E}">
        <p14:creationId xmlns:p14="http://schemas.microsoft.com/office/powerpoint/2010/main" val="29362419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8FBEF-0AE4-4615-2FAA-B774383CC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829936"/>
          </a:xfrm>
        </p:spPr>
        <p:txBody>
          <a:bodyPr/>
          <a:lstStyle/>
          <a:p>
            <a:r>
              <a:rPr lang="id-ID" b="1" dirty="0">
                <a:solidFill>
                  <a:schemeClr val="accent5">
                    <a:lumMod val="50000"/>
                  </a:schemeClr>
                </a:solidFill>
              </a:rPr>
              <a:t>Potensi Pasar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50AA4956-B8C4-7095-7794-F04C31393D7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98539157"/>
              </p:ext>
            </p:extLst>
          </p:nvPr>
        </p:nvGraphicFramePr>
        <p:xfrm>
          <a:off x="2592923" y="1454047"/>
          <a:ext cx="7630369" cy="38075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42C80B4-82AD-C9EC-C96B-BBD3CB091098}"/>
              </a:ext>
            </a:extLst>
          </p:cNvPr>
          <p:cNvSpPr txBox="1"/>
          <p:nvPr/>
        </p:nvSpPr>
        <p:spPr>
          <a:xfrm>
            <a:off x="2592923" y="5396459"/>
            <a:ext cx="73605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id-ID" dirty="0">
                <a:solidFill>
                  <a:schemeClr val="accent5">
                    <a:lumMod val="50000"/>
                  </a:schemeClr>
                </a:solidFill>
              </a:rPr>
              <a:t>Pasar grocery online terus meningkat.</a:t>
            </a:r>
            <a:endParaRPr lang="en-US" dirty="0">
              <a:solidFill>
                <a:schemeClr val="accent5">
                  <a:lumMod val="50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sv-SE" dirty="0">
                <a:solidFill>
                  <a:schemeClr val="accent5">
                    <a:lumMod val="50000"/>
                  </a:schemeClr>
                </a:solidFill>
              </a:rPr>
              <a:t>Pertumbuhan sekitar 25–35% per tahun.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id-ID" dirty="0">
                <a:solidFill>
                  <a:schemeClr val="accent5">
                    <a:lumMod val="50000"/>
                  </a:schemeClr>
                </a:solidFill>
              </a:rPr>
              <a:t>Target awal kota besar.</a:t>
            </a:r>
          </a:p>
        </p:txBody>
      </p:sp>
    </p:spTree>
    <p:extLst>
      <p:ext uri="{BB962C8B-B14F-4D97-AF65-F5344CB8AC3E}">
        <p14:creationId xmlns:p14="http://schemas.microsoft.com/office/powerpoint/2010/main" val="153697587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490CC-FE26-B15B-3258-189765163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b="1" dirty="0">
                <a:solidFill>
                  <a:schemeClr val="accent5">
                    <a:lumMod val="50000"/>
                  </a:schemeClr>
                </a:solidFill>
              </a:rPr>
              <a:t>Business Model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5A04B1-A74F-AB66-3FA3-E170AEF8D4A8}"/>
              </a:ext>
            </a:extLst>
          </p:cNvPr>
          <p:cNvSpPr txBox="1"/>
          <p:nvPr/>
        </p:nvSpPr>
        <p:spPr>
          <a:xfrm>
            <a:off x="2698230" y="1738859"/>
            <a:ext cx="786983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b="1" dirty="0">
                <a:solidFill>
                  <a:schemeClr val="accent5">
                    <a:lumMod val="50000"/>
                  </a:schemeClr>
                </a:solidFill>
              </a:rPr>
              <a:t>Sumber Pendapatan</a:t>
            </a: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id-ID" dirty="0">
                <a:solidFill>
                  <a:schemeClr val="accent5">
                    <a:lumMod val="50000"/>
                  </a:schemeClr>
                </a:solidFill>
              </a:rPr>
              <a:t>Margin penjualan produk</a:t>
            </a:r>
            <a:endParaRPr lang="en-US" dirty="0">
              <a:solidFill>
                <a:schemeClr val="accent5">
                  <a:lumMod val="50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id-ID" dirty="0">
                <a:solidFill>
                  <a:schemeClr val="accent5">
                    <a:lumMod val="50000"/>
                  </a:schemeClr>
                </a:solidFill>
              </a:rPr>
              <a:t>Biaya pengiriman</a:t>
            </a:r>
            <a:endParaRPr lang="en-US" dirty="0">
              <a:solidFill>
                <a:schemeClr val="accent5">
                  <a:lumMod val="50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id-ID" dirty="0">
                <a:solidFill>
                  <a:schemeClr val="accent5">
                    <a:lumMod val="50000"/>
                  </a:schemeClr>
                </a:solidFill>
              </a:rPr>
              <a:t>Membership Premium</a:t>
            </a:r>
            <a:endParaRPr lang="en-US" dirty="0">
              <a:solidFill>
                <a:schemeClr val="accent5">
                  <a:lumMod val="50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id-ID" dirty="0">
                <a:solidFill>
                  <a:schemeClr val="accent5">
                    <a:lumMod val="50000"/>
                  </a:schemeClr>
                </a:solidFill>
              </a:rPr>
              <a:t>Iklan produk UMKM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406A3A5-8ABF-EB7A-BADE-F220425AFA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3699468"/>
              </p:ext>
            </p:extLst>
          </p:nvPr>
        </p:nvGraphicFramePr>
        <p:xfrm>
          <a:off x="2698230" y="3429138"/>
          <a:ext cx="8128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8508698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0077044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d-ID" dirty="0"/>
                        <a:t>Produk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dirty="0"/>
                        <a:t>Harga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5692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d-ID" dirty="0"/>
                        <a:t>Paket Sayur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dirty="0"/>
                        <a:t>Rp</a:t>
                      </a:r>
                      <a:r>
                        <a:rPr lang="en-US" dirty="0"/>
                        <a:t>. </a:t>
                      </a:r>
                      <a:r>
                        <a:rPr lang="id-ID" dirty="0"/>
                        <a:t>50.000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8261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d-ID" dirty="0"/>
                        <a:t>Biaya Kirim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dirty="0"/>
                        <a:t>Rp</a:t>
                      </a:r>
                      <a:r>
                        <a:rPr lang="en-US" dirty="0"/>
                        <a:t>. </a:t>
                      </a:r>
                      <a:r>
                        <a:rPr lang="id-ID" dirty="0"/>
                        <a:t>10.000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737549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4F9D91C-EB75-84E4-C519-CA436081B2CA}"/>
              </a:ext>
            </a:extLst>
          </p:cNvPr>
          <p:cNvSpPr txBox="1"/>
          <p:nvPr/>
        </p:nvSpPr>
        <p:spPr>
          <a:xfrm>
            <a:off x="2698230" y="4754609"/>
            <a:ext cx="25298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dirty="0">
                <a:solidFill>
                  <a:schemeClr val="accent5">
                    <a:lumMod val="50000"/>
                  </a:schemeClr>
                </a:solidFill>
              </a:rPr>
              <a:t>Margin rata-rata</a:t>
            </a: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30%</a:t>
            </a:r>
            <a:endParaRPr lang="id-ID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7F859E85-F86F-A035-3C58-1C38B2F91B6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89880020"/>
              </p:ext>
            </p:extLst>
          </p:nvPr>
        </p:nvGraphicFramePr>
        <p:xfrm>
          <a:off x="2698230" y="5336892"/>
          <a:ext cx="8128000" cy="7289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3961839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Graphic spid="6" grpId="0">
        <p:bldAsOne/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E55F2-939D-A5A6-03D4-C7BBD8283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b="1" dirty="0">
                <a:solidFill>
                  <a:schemeClr val="accent5">
                    <a:lumMod val="50000"/>
                  </a:schemeClr>
                </a:solidFill>
              </a:rPr>
              <a:t>TIM KAMI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F749D246-9972-EDE3-A814-B4F654DA804E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133280619"/>
              </p:ext>
            </p:extLst>
          </p:nvPr>
        </p:nvGraphicFramePr>
        <p:xfrm>
          <a:off x="2589213" y="2133600"/>
          <a:ext cx="4313237" cy="3778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E299F898-EE6D-1F76-B9C5-591B9F370A80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765430293"/>
              </p:ext>
            </p:extLst>
          </p:nvPr>
        </p:nvGraphicFramePr>
        <p:xfrm>
          <a:off x="7191375" y="2125663"/>
          <a:ext cx="4313238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6619">
                  <a:extLst>
                    <a:ext uri="{9D8B030D-6E8A-4147-A177-3AD203B41FA5}">
                      <a16:colId xmlns:a16="http://schemas.microsoft.com/office/drawing/2014/main" val="1726726030"/>
                    </a:ext>
                  </a:extLst>
                </a:gridCol>
                <a:gridCol w="2156619">
                  <a:extLst>
                    <a:ext uri="{9D8B030D-6E8A-4147-A177-3AD203B41FA5}">
                      <a16:colId xmlns:a16="http://schemas.microsoft.com/office/drawing/2014/main" val="16032292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d-ID" dirty="0"/>
                        <a:t>Nama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dirty="0"/>
                        <a:t>Jabatan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1838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d-ID" dirty="0"/>
                        <a:t>Andi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dirty="0"/>
                        <a:t>CEO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4442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d-ID" dirty="0"/>
                        <a:t>Budi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dirty="0"/>
                        <a:t>CTO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21618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d-ID" dirty="0"/>
                        <a:t>Sinta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dirty="0"/>
                        <a:t>Marketing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8850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d-ID" dirty="0"/>
                        <a:t>Rina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dirty="0"/>
                        <a:t>Finance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55936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413956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AsOne/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83B37-1B4B-4116-0F80-6AEBD6FEA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b="1" dirty="0">
                <a:solidFill>
                  <a:schemeClr val="accent5">
                    <a:lumMod val="50000"/>
                  </a:schemeClr>
                </a:solidFill>
              </a:rPr>
              <a:t>Mari Bertumbuh Bersama Kami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5C8741-E74C-B713-0A57-0F39DC95847B}"/>
              </a:ext>
            </a:extLst>
          </p:cNvPr>
          <p:cNvSpPr txBox="1"/>
          <p:nvPr/>
        </p:nvSpPr>
        <p:spPr>
          <a:xfrm>
            <a:off x="2592924" y="1389939"/>
            <a:ext cx="667062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b="1" dirty="0">
                <a:solidFill>
                  <a:schemeClr val="accent5">
                    <a:lumMod val="50000"/>
                  </a:schemeClr>
                </a:solidFill>
              </a:rPr>
              <a:t>Yang Kami Cari</a:t>
            </a: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id-ID" dirty="0">
                <a:solidFill>
                  <a:schemeClr val="accent5">
                    <a:lumMod val="50000"/>
                  </a:schemeClr>
                </a:solidFill>
              </a:rPr>
              <a:t>Investasi</a:t>
            </a:r>
            <a:endParaRPr lang="en-US" dirty="0">
              <a:solidFill>
                <a:schemeClr val="accent5">
                  <a:lumMod val="50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id-ID" dirty="0">
                <a:solidFill>
                  <a:schemeClr val="accent5">
                    <a:lumMod val="50000"/>
                  </a:schemeClr>
                </a:solidFill>
              </a:rPr>
              <a:t>Partner Strategis</a:t>
            </a:r>
            <a:endParaRPr lang="en-US" dirty="0">
              <a:solidFill>
                <a:schemeClr val="accent5">
                  <a:lumMod val="50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id-ID" dirty="0">
                <a:solidFill>
                  <a:schemeClr val="accent5">
                    <a:lumMod val="50000"/>
                  </a:schemeClr>
                </a:solidFill>
              </a:rPr>
              <a:t>Supplier Baru</a:t>
            </a:r>
            <a:endParaRPr lang="en-US" dirty="0">
              <a:solidFill>
                <a:schemeClr val="accent5">
                  <a:lumMod val="50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id-ID" dirty="0">
                <a:solidFill>
                  <a:schemeClr val="accent5">
                    <a:lumMod val="50000"/>
                  </a:schemeClr>
                </a:solidFill>
              </a:rPr>
              <a:t>Mentor Bisnis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0335F9-2D0B-45A1-A52D-E6F11CC22FE0}"/>
              </a:ext>
            </a:extLst>
          </p:cNvPr>
          <p:cNvSpPr txBox="1"/>
          <p:nvPr/>
        </p:nvSpPr>
        <p:spPr>
          <a:xfrm>
            <a:off x="2592924" y="3143788"/>
            <a:ext cx="66706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b="1" dirty="0">
                <a:solidFill>
                  <a:schemeClr val="accent5">
                    <a:lumMod val="50000"/>
                  </a:schemeClr>
                </a:solidFill>
              </a:rPr>
              <a:t>Kontak</a:t>
            </a: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id-ID" dirty="0">
                <a:solidFill>
                  <a:schemeClr val="accent5">
                    <a:lumMod val="50000"/>
                  </a:schemeClr>
                </a:solidFill>
              </a:rPr>
              <a:t>[hello@freshbox.id](mailto:hello@freshbox.id)</a:t>
            </a:r>
            <a:endParaRPr lang="en-US" dirty="0">
              <a:solidFill>
                <a:schemeClr val="accent5">
                  <a:lumMod val="50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id-ID" dirty="0">
                <a:solidFill>
                  <a:schemeClr val="accent5">
                    <a:lumMod val="50000"/>
                  </a:schemeClr>
                </a:solidFill>
              </a:rPr>
              <a:t>+62 812-3456-7890</a:t>
            </a:r>
            <a:endParaRPr lang="en-US" dirty="0">
              <a:solidFill>
                <a:schemeClr val="accent5">
                  <a:lumMod val="50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id-ID" dirty="0">
                <a:solidFill>
                  <a:schemeClr val="accent5">
                    <a:lumMod val="50000"/>
                  </a:schemeClr>
                </a:solidFill>
              </a:rPr>
              <a:t>[www.freshbox.id](http://www.freshbox.id)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C08E5C-CA05-57C2-BE76-86A411D3CA90}"/>
              </a:ext>
            </a:extLst>
          </p:cNvPr>
          <p:cNvSpPr txBox="1"/>
          <p:nvPr/>
        </p:nvSpPr>
        <p:spPr>
          <a:xfrm>
            <a:off x="2698230" y="4841823"/>
            <a:ext cx="88063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i="1" dirty="0">
                <a:solidFill>
                  <a:schemeClr val="accent5">
                    <a:lumMod val="50000"/>
                  </a:schemeClr>
                </a:solidFill>
              </a:rPr>
              <a:t>"Bersama FreshBox, belanja kebutuhan segar menjadi lebih mudah, cepat, dan terpercaya."</a:t>
            </a:r>
          </a:p>
        </p:txBody>
      </p:sp>
    </p:spTree>
    <p:extLst>
      <p:ext uri="{BB962C8B-B14F-4D97-AF65-F5344CB8AC3E}">
        <p14:creationId xmlns:p14="http://schemas.microsoft.com/office/powerpoint/2010/main" val="19991418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49</TotalTime>
  <Words>215</Words>
  <Application>Microsoft Office PowerPoint</Application>
  <PresentationFormat>Widescreen</PresentationFormat>
  <Paragraphs>68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Century Gothic</vt:lpstr>
      <vt:lpstr>Wingdings</vt:lpstr>
      <vt:lpstr>Wingdings 3</vt:lpstr>
      <vt:lpstr>Wisp</vt:lpstr>
      <vt:lpstr>FreshBox</vt:lpstr>
      <vt:lpstr>MASALAH &amp; SOLUSI</vt:lpstr>
      <vt:lpstr>Produk Kami</vt:lpstr>
      <vt:lpstr>Potensi Pasar</vt:lpstr>
      <vt:lpstr>Business Model</vt:lpstr>
      <vt:lpstr>TIM KAMI</vt:lpstr>
      <vt:lpstr>Mari Bertumbuh Bersama Kami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ONY</dc:creator>
  <cp:lastModifiedBy>ONY</cp:lastModifiedBy>
  <cp:revision>12</cp:revision>
  <dcterms:created xsi:type="dcterms:W3CDTF">2026-06-27T15:24:30Z</dcterms:created>
  <dcterms:modified xsi:type="dcterms:W3CDTF">2026-06-27T16:13:43Z</dcterms:modified>
</cp:coreProperties>
</file>