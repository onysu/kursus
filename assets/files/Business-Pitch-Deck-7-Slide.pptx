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media/image6.jpg" ContentType="image/jpeg"/>
  <Override PartName="/ppt/media/image7.jpg" ContentType="image/jpeg"/>
  <Override PartName="/ppt/media/image8.jpg" ContentType="image/jpe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42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d-ID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Nilai Pasar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Sheet1!$A$2:$A$5</c:f>
              <c:numCache>
                <c:formatCode>General</c:formatCod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numCache>
            </c:num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70</c:v>
                </c:pt>
                <c:pt idx="2">
                  <c:v>95</c:v>
                </c:pt>
                <c:pt idx="3">
                  <c:v>130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1D9-40B3-B49C-4D5D46FB271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293719455"/>
        <c:axId val="1323853311"/>
      </c:barChart>
      <c:catAx>
        <c:axId val="129371945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d-ID"/>
          </a:p>
        </c:txPr>
        <c:crossAx val="1323853311"/>
        <c:crosses val="autoZero"/>
        <c:auto val="1"/>
        <c:lblAlgn val="ctr"/>
        <c:lblOffset val="100"/>
        <c:noMultiLvlLbl val="0"/>
      </c:catAx>
      <c:valAx>
        <c:axId val="132385331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d-ID"/>
          </a:p>
        </c:txPr>
        <c:crossAx val="129371945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d-ID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d-ID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9691B4E-C62A-4FE2-86C7-D66CA99D84A9}" type="doc">
      <dgm:prSet loTypeId="urn:microsoft.com/office/officeart/2005/8/layout/pictureOrgChart+Icon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id-ID"/>
        </a:p>
      </dgm:t>
    </dgm:pt>
    <dgm:pt modelId="{330E9E55-213F-418D-B009-72DFF282A171}">
      <dgm:prSet phldrT="[Text]" phldr="0"/>
      <dgm:spPr/>
      <dgm:t>
        <a:bodyPr/>
        <a:lstStyle/>
        <a:p>
          <a:r>
            <a:rPr lang="en-US" dirty="0"/>
            <a:t>CEO</a:t>
          </a:r>
          <a:endParaRPr lang="id-ID" dirty="0"/>
        </a:p>
      </dgm:t>
    </dgm:pt>
    <dgm:pt modelId="{A7EAD779-4B6D-407B-A6D6-1AF6BF6B71AB}" type="parTrans" cxnId="{809B2D0B-0FC6-4698-BA9F-F61D93CEB85A}">
      <dgm:prSet/>
      <dgm:spPr/>
      <dgm:t>
        <a:bodyPr/>
        <a:lstStyle/>
        <a:p>
          <a:endParaRPr lang="id-ID"/>
        </a:p>
      </dgm:t>
    </dgm:pt>
    <dgm:pt modelId="{55479A89-46C9-402C-A9E1-3F1200786909}" type="sibTrans" cxnId="{809B2D0B-0FC6-4698-BA9F-F61D93CEB85A}">
      <dgm:prSet/>
      <dgm:spPr/>
      <dgm:t>
        <a:bodyPr/>
        <a:lstStyle/>
        <a:p>
          <a:endParaRPr lang="id-ID"/>
        </a:p>
      </dgm:t>
    </dgm:pt>
    <dgm:pt modelId="{1C406D5D-28B7-4824-8D0E-F8E576AFE71E}" type="asst">
      <dgm:prSet phldrT="[Text]" phldr="0"/>
      <dgm:spPr/>
      <dgm:t>
        <a:bodyPr/>
        <a:lstStyle/>
        <a:p>
          <a:r>
            <a:rPr lang="en-US" dirty="0"/>
            <a:t>CTO</a:t>
          </a:r>
          <a:endParaRPr lang="id-ID" dirty="0"/>
        </a:p>
      </dgm:t>
    </dgm:pt>
    <dgm:pt modelId="{A2484D57-7CF2-4E5F-932C-B53943DC041E}" type="parTrans" cxnId="{649E312D-D4EA-442A-BDC3-826917BFDB32}">
      <dgm:prSet/>
      <dgm:spPr/>
      <dgm:t>
        <a:bodyPr/>
        <a:lstStyle/>
        <a:p>
          <a:endParaRPr lang="id-ID"/>
        </a:p>
      </dgm:t>
    </dgm:pt>
    <dgm:pt modelId="{AE07D34C-877B-4638-837A-0B3F00331D66}" type="sibTrans" cxnId="{649E312D-D4EA-442A-BDC3-826917BFDB32}">
      <dgm:prSet/>
      <dgm:spPr/>
      <dgm:t>
        <a:bodyPr/>
        <a:lstStyle/>
        <a:p>
          <a:endParaRPr lang="id-ID"/>
        </a:p>
      </dgm:t>
    </dgm:pt>
    <dgm:pt modelId="{D0C2ACCA-A0D3-4D86-829E-EF0B8AEAA421}">
      <dgm:prSet phldrT="[Text]"/>
      <dgm:spPr/>
      <dgm:t>
        <a:bodyPr/>
        <a:lstStyle/>
        <a:p>
          <a:r>
            <a:rPr lang="id-ID" dirty="0"/>
            <a:t>Marketing Manager</a:t>
          </a:r>
        </a:p>
      </dgm:t>
    </dgm:pt>
    <dgm:pt modelId="{EA4D2194-36B7-4FE6-8CD1-F88261B95E75}" type="parTrans" cxnId="{84D7A164-A11A-4545-82B6-C3CDA2CE4B38}">
      <dgm:prSet/>
      <dgm:spPr/>
      <dgm:t>
        <a:bodyPr/>
        <a:lstStyle/>
        <a:p>
          <a:endParaRPr lang="id-ID"/>
        </a:p>
      </dgm:t>
    </dgm:pt>
    <dgm:pt modelId="{E90C9D08-886F-4CAA-9757-98732156836C}" type="sibTrans" cxnId="{84D7A164-A11A-4545-82B6-C3CDA2CE4B38}">
      <dgm:prSet/>
      <dgm:spPr/>
      <dgm:t>
        <a:bodyPr/>
        <a:lstStyle/>
        <a:p>
          <a:endParaRPr lang="id-ID"/>
        </a:p>
      </dgm:t>
    </dgm:pt>
    <dgm:pt modelId="{65330C2D-5673-4B4D-9592-BEFD0D4945E1}" type="asst">
      <dgm:prSet phldrT="[Text]" phldr="0"/>
      <dgm:spPr/>
      <dgm:t>
        <a:bodyPr/>
        <a:lstStyle/>
        <a:p>
          <a:r>
            <a:rPr lang="en-US" dirty="0"/>
            <a:t>Finance</a:t>
          </a:r>
          <a:endParaRPr lang="id-ID" dirty="0"/>
        </a:p>
      </dgm:t>
    </dgm:pt>
    <dgm:pt modelId="{4201AA69-B2DE-4FCD-A5EE-15CF97CC2EC4}" type="parTrans" cxnId="{FF5C5F6E-DBCE-4FCF-AC69-844B57C0A62C}">
      <dgm:prSet/>
      <dgm:spPr/>
      <dgm:t>
        <a:bodyPr/>
        <a:lstStyle/>
        <a:p>
          <a:endParaRPr lang="id-ID"/>
        </a:p>
      </dgm:t>
    </dgm:pt>
    <dgm:pt modelId="{F252AFA8-51CA-497C-8602-1FD49EFF83F5}" type="sibTrans" cxnId="{FF5C5F6E-DBCE-4FCF-AC69-844B57C0A62C}">
      <dgm:prSet/>
      <dgm:spPr/>
      <dgm:t>
        <a:bodyPr/>
        <a:lstStyle/>
        <a:p>
          <a:endParaRPr lang="id-ID"/>
        </a:p>
      </dgm:t>
    </dgm:pt>
    <dgm:pt modelId="{7A72294B-ABEA-46DD-8490-233C9E3A8E96}" type="pres">
      <dgm:prSet presAssocID="{09691B4E-C62A-4FE2-86C7-D66CA99D84A9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ED1BB6C1-6DDF-4986-8FEB-6CD66EF36018}" type="pres">
      <dgm:prSet presAssocID="{330E9E55-213F-418D-B009-72DFF282A171}" presName="hierRoot1" presStyleCnt="0">
        <dgm:presLayoutVars>
          <dgm:hierBranch val="init"/>
        </dgm:presLayoutVars>
      </dgm:prSet>
      <dgm:spPr/>
    </dgm:pt>
    <dgm:pt modelId="{8EBF8D61-7541-45E7-8807-B7F68C3CF593}" type="pres">
      <dgm:prSet presAssocID="{330E9E55-213F-418D-B009-72DFF282A171}" presName="rootComposite1" presStyleCnt="0"/>
      <dgm:spPr/>
    </dgm:pt>
    <dgm:pt modelId="{65F724A1-5677-4B1D-8450-9FA69AEB0EE7}" type="pres">
      <dgm:prSet presAssocID="{330E9E55-213F-418D-B009-72DFF282A171}" presName="rootText1" presStyleLbl="node0" presStyleIdx="0" presStyleCnt="1">
        <dgm:presLayoutVars>
          <dgm:chPref val="3"/>
        </dgm:presLayoutVars>
      </dgm:prSet>
      <dgm:spPr/>
    </dgm:pt>
    <dgm:pt modelId="{E26C24AF-F31A-4342-A2ED-E0970E0275F7}" type="pres">
      <dgm:prSet presAssocID="{330E9E55-213F-418D-B009-72DFF282A171}" presName="rootPict1" presStyleLbl="alignImgPlace1" presStyleIdx="0" presStyleCnt="4"/>
      <dgm:spPr>
        <a:blipFill>
          <a:blip xmlns:r="http://schemas.openxmlformats.org/officeDocument/2006/relationships" r:embed="rId1"/>
          <a:srcRect/>
          <a:stretch>
            <a:fillRect l="-17000" r="-17000"/>
          </a:stretch>
        </a:blipFill>
      </dgm:spPr>
    </dgm:pt>
    <dgm:pt modelId="{84F1B473-AAEB-4B50-9530-D2C916260B74}" type="pres">
      <dgm:prSet presAssocID="{330E9E55-213F-418D-B009-72DFF282A171}" presName="rootConnector1" presStyleLbl="node1" presStyleIdx="0" presStyleCnt="0"/>
      <dgm:spPr/>
    </dgm:pt>
    <dgm:pt modelId="{09CC94F6-532C-4DC7-8825-2C79A165AA95}" type="pres">
      <dgm:prSet presAssocID="{330E9E55-213F-418D-B009-72DFF282A171}" presName="hierChild2" presStyleCnt="0"/>
      <dgm:spPr/>
    </dgm:pt>
    <dgm:pt modelId="{C32FD7F3-FE3C-45EB-A660-40806D142DEB}" type="pres">
      <dgm:prSet presAssocID="{EA4D2194-36B7-4FE6-8CD1-F88261B95E75}" presName="Name37" presStyleLbl="parChTrans1D2" presStyleIdx="0" presStyleCnt="2"/>
      <dgm:spPr/>
    </dgm:pt>
    <dgm:pt modelId="{CE13542A-EDB4-487C-9DF8-4BB499746A1D}" type="pres">
      <dgm:prSet presAssocID="{D0C2ACCA-A0D3-4D86-829E-EF0B8AEAA421}" presName="hierRoot2" presStyleCnt="0">
        <dgm:presLayoutVars>
          <dgm:hierBranch val="init"/>
        </dgm:presLayoutVars>
      </dgm:prSet>
      <dgm:spPr/>
    </dgm:pt>
    <dgm:pt modelId="{4C06D3C2-BEC1-452F-92AC-A0B73069C8D4}" type="pres">
      <dgm:prSet presAssocID="{D0C2ACCA-A0D3-4D86-829E-EF0B8AEAA421}" presName="rootComposite" presStyleCnt="0"/>
      <dgm:spPr/>
    </dgm:pt>
    <dgm:pt modelId="{E20DD563-4C7F-488B-98F7-449803B5E305}" type="pres">
      <dgm:prSet presAssocID="{D0C2ACCA-A0D3-4D86-829E-EF0B8AEAA421}" presName="rootText" presStyleLbl="node2" presStyleIdx="0" presStyleCnt="1">
        <dgm:presLayoutVars>
          <dgm:chPref val="3"/>
        </dgm:presLayoutVars>
      </dgm:prSet>
      <dgm:spPr/>
    </dgm:pt>
    <dgm:pt modelId="{CBC7A6BA-DBF4-49B3-A920-D36DAB4BB02C}" type="pres">
      <dgm:prSet presAssocID="{D0C2ACCA-A0D3-4D86-829E-EF0B8AEAA421}" presName="rootPict" presStyleLbl="alignImgPlace1" presStyleIdx="1" presStyleCnt="4"/>
      <dgm:spPr>
        <a:blipFill>
          <a:blip xmlns:r="http://schemas.openxmlformats.org/officeDocument/2006/relationships" r:embed="rId2"/>
          <a:srcRect/>
          <a:stretch>
            <a:fillRect l="-11000" r="-11000"/>
          </a:stretch>
        </a:blipFill>
      </dgm:spPr>
    </dgm:pt>
    <dgm:pt modelId="{F129E062-9CEA-4FF0-8D59-4F5961620445}" type="pres">
      <dgm:prSet presAssocID="{D0C2ACCA-A0D3-4D86-829E-EF0B8AEAA421}" presName="rootConnector" presStyleLbl="node2" presStyleIdx="0" presStyleCnt="1"/>
      <dgm:spPr/>
    </dgm:pt>
    <dgm:pt modelId="{C3618338-6DF5-4C0B-A6BA-ADC17EBD1DDF}" type="pres">
      <dgm:prSet presAssocID="{D0C2ACCA-A0D3-4D86-829E-EF0B8AEAA421}" presName="hierChild4" presStyleCnt="0"/>
      <dgm:spPr/>
    </dgm:pt>
    <dgm:pt modelId="{D72524BB-5FD2-4467-87F0-BD7816E42F7A}" type="pres">
      <dgm:prSet presAssocID="{D0C2ACCA-A0D3-4D86-829E-EF0B8AEAA421}" presName="hierChild5" presStyleCnt="0"/>
      <dgm:spPr/>
    </dgm:pt>
    <dgm:pt modelId="{AF7E8FEA-80E2-4306-BB24-9AF4B3C5DAB0}" type="pres">
      <dgm:prSet presAssocID="{4201AA69-B2DE-4FCD-A5EE-15CF97CC2EC4}" presName="Name111" presStyleLbl="parChTrans1D3" presStyleIdx="0" presStyleCnt="1"/>
      <dgm:spPr/>
    </dgm:pt>
    <dgm:pt modelId="{E8D35A17-0BE2-4675-9712-154CF221DEC7}" type="pres">
      <dgm:prSet presAssocID="{65330C2D-5673-4B4D-9592-BEFD0D4945E1}" presName="hierRoot3" presStyleCnt="0">
        <dgm:presLayoutVars>
          <dgm:hierBranch val="init"/>
        </dgm:presLayoutVars>
      </dgm:prSet>
      <dgm:spPr/>
    </dgm:pt>
    <dgm:pt modelId="{4D164B9F-1E02-476E-982C-7E573FE563A2}" type="pres">
      <dgm:prSet presAssocID="{65330C2D-5673-4B4D-9592-BEFD0D4945E1}" presName="rootComposite3" presStyleCnt="0"/>
      <dgm:spPr/>
    </dgm:pt>
    <dgm:pt modelId="{87B44B90-0C7D-4F22-825A-52F34EFE71E4}" type="pres">
      <dgm:prSet presAssocID="{65330C2D-5673-4B4D-9592-BEFD0D4945E1}" presName="rootText3" presStyleLbl="asst2" presStyleIdx="0" presStyleCnt="1">
        <dgm:presLayoutVars>
          <dgm:chPref val="3"/>
        </dgm:presLayoutVars>
      </dgm:prSet>
      <dgm:spPr/>
    </dgm:pt>
    <dgm:pt modelId="{4B5B8D77-5B5F-4048-8685-7AB41802E6E5}" type="pres">
      <dgm:prSet presAssocID="{65330C2D-5673-4B4D-9592-BEFD0D4945E1}" presName="rootPict3" presStyleLbl="alignImgPlace1" presStyleIdx="2" presStyleCnt="4"/>
      <dgm:spPr>
        <a:blipFill>
          <a:blip xmlns:r="http://schemas.openxmlformats.org/officeDocument/2006/relationships" r:embed="rId3"/>
          <a:srcRect/>
          <a:stretch>
            <a:fillRect l="-17000" r="-17000"/>
          </a:stretch>
        </a:blipFill>
      </dgm:spPr>
    </dgm:pt>
    <dgm:pt modelId="{E6F381BF-C52E-4653-810C-6E620E0FBF39}" type="pres">
      <dgm:prSet presAssocID="{65330C2D-5673-4B4D-9592-BEFD0D4945E1}" presName="rootConnector3" presStyleLbl="asst2" presStyleIdx="0" presStyleCnt="1"/>
      <dgm:spPr/>
    </dgm:pt>
    <dgm:pt modelId="{CF332975-CD7C-4F7B-B048-331E5BBC1627}" type="pres">
      <dgm:prSet presAssocID="{65330C2D-5673-4B4D-9592-BEFD0D4945E1}" presName="hierChild6" presStyleCnt="0"/>
      <dgm:spPr/>
    </dgm:pt>
    <dgm:pt modelId="{A8DFF8FE-2759-4CBF-9FC5-7D13BB040DCD}" type="pres">
      <dgm:prSet presAssocID="{65330C2D-5673-4B4D-9592-BEFD0D4945E1}" presName="hierChild7" presStyleCnt="0"/>
      <dgm:spPr/>
    </dgm:pt>
    <dgm:pt modelId="{75F7F4B2-FD61-4E05-9511-D9DFA64FE797}" type="pres">
      <dgm:prSet presAssocID="{330E9E55-213F-418D-B009-72DFF282A171}" presName="hierChild3" presStyleCnt="0"/>
      <dgm:spPr/>
    </dgm:pt>
    <dgm:pt modelId="{C3A039F2-3BB1-4F31-A224-92C956D199AB}" type="pres">
      <dgm:prSet presAssocID="{A2484D57-7CF2-4E5F-932C-B53943DC041E}" presName="Name111" presStyleLbl="parChTrans1D2" presStyleIdx="1" presStyleCnt="2"/>
      <dgm:spPr/>
    </dgm:pt>
    <dgm:pt modelId="{F94B6ED5-D659-4868-9CFF-568F64136B94}" type="pres">
      <dgm:prSet presAssocID="{1C406D5D-28B7-4824-8D0E-F8E576AFE71E}" presName="hierRoot3" presStyleCnt="0">
        <dgm:presLayoutVars>
          <dgm:hierBranch val="init"/>
        </dgm:presLayoutVars>
      </dgm:prSet>
      <dgm:spPr/>
    </dgm:pt>
    <dgm:pt modelId="{C826CB45-08D7-410D-91DC-CC78C3CCB125}" type="pres">
      <dgm:prSet presAssocID="{1C406D5D-28B7-4824-8D0E-F8E576AFE71E}" presName="rootComposite3" presStyleCnt="0"/>
      <dgm:spPr/>
    </dgm:pt>
    <dgm:pt modelId="{39011096-CF31-4590-87F0-2E6AC5750F06}" type="pres">
      <dgm:prSet presAssocID="{1C406D5D-28B7-4824-8D0E-F8E576AFE71E}" presName="rootText3" presStyleLbl="asst1" presStyleIdx="0" presStyleCnt="1">
        <dgm:presLayoutVars>
          <dgm:chPref val="3"/>
        </dgm:presLayoutVars>
      </dgm:prSet>
      <dgm:spPr/>
    </dgm:pt>
    <dgm:pt modelId="{C94BC069-BA8D-4140-88A8-30374D281B6D}" type="pres">
      <dgm:prSet presAssocID="{1C406D5D-28B7-4824-8D0E-F8E576AFE71E}" presName="rootPict3" presStyleLbl="alignImgPlace1" presStyleIdx="3" presStyleCnt="4"/>
      <dgm:spPr>
        <a:blipFill>
          <a:blip xmlns:r="http://schemas.openxmlformats.org/officeDocument/2006/relationships" r:embed="rId4"/>
          <a:srcRect/>
          <a:stretch>
            <a:fillRect l="-17000" r="-17000"/>
          </a:stretch>
        </a:blipFill>
      </dgm:spPr>
    </dgm:pt>
    <dgm:pt modelId="{D142DA1F-2053-4C3E-BAD2-E9210DD0049F}" type="pres">
      <dgm:prSet presAssocID="{1C406D5D-28B7-4824-8D0E-F8E576AFE71E}" presName="rootConnector3" presStyleLbl="asst1" presStyleIdx="0" presStyleCnt="1"/>
      <dgm:spPr/>
    </dgm:pt>
    <dgm:pt modelId="{520FFC4A-97F1-4B36-92D3-4ACD06654E95}" type="pres">
      <dgm:prSet presAssocID="{1C406D5D-28B7-4824-8D0E-F8E576AFE71E}" presName="hierChild6" presStyleCnt="0"/>
      <dgm:spPr/>
    </dgm:pt>
    <dgm:pt modelId="{A6987B65-A777-42F7-A9E5-CBFEC62A4760}" type="pres">
      <dgm:prSet presAssocID="{1C406D5D-28B7-4824-8D0E-F8E576AFE71E}" presName="hierChild7" presStyleCnt="0"/>
      <dgm:spPr/>
    </dgm:pt>
  </dgm:ptLst>
  <dgm:cxnLst>
    <dgm:cxn modelId="{809B2D0B-0FC6-4698-BA9F-F61D93CEB85A}" srcId="{09691B4E-C62A-4FE2-86C7-D66CA99D84A9}" destId="{330E9E55-213F-418D-B009-72DFF282A171}" srcOrd="0" destOrd="0" parTransId="{A7EAD779-4B6D-407B-A6D6-1AF6BF6B71AB}" sibTransId="{55479A89-46C9-402C-A9E1-3F1200786909}"/>
    <dgm:cxn modelId="{BD832620-6D7A-40AD-B0DD-B386955BBF2F}" type="presOf" srcId="{D0C2ACCA-A0D3-4D86-829E-EF0B8AEAA421}" destId="{E20DD563-4C7F-488B-98F7-449803B5E305}" srcOrd="0" destOrd="0" presId="urn:microsoft.com/office/officeart/2005/8/layout/pictureOrgChart+Icon"/>
    <dgm:cxn modelId="{B6BCBA23-6EC4-4607-A5DD-FE216AA4CEA5}" type="presOf" srcId="{EA4D2194-36B7-4FE6-8CD1-F88261B95E75}" destId="{C32FD7F3-FE3C-45EB-A660-40806D142DEB}" srcOrd="0" destOrd="0" presId="urn:microsoft.com/office/officeart/2005/8/layout/pictureOrgChart+Icon"/>
    <dgm:cxn modelId="{49126F25-C140-4709-AC86-0E488D8A8E63}" type="presOf" srcId="{D0C2ACCA-A0D3-4D86-829E-EF0B8AEAA421}" destId="{F129E062-9CEA-4FF0-8D59-4F5961620445}" srcOrd="1" destOrd="0" presId="urn:microsoft.com/office/officeart/2005/8/layout/pictureOrgChart+Icon"/>
    <dgm:cxn modelId="{649E312D-D4EA-442A-BDC3-826917BFDB32}" srcId="{330E9E55-213F-418D-B009-72DFF282A171}" destId="{1C406D5D-28B7-4824-8D0E-F8E576AFE71E}" srcOrd="0" destOrd="0" parTransId="{A2484D57-7CF2-4E5F-932C-B53943DC041E}" sibTransId="{AE07D34C-877B-4638-837A-0B3F00331D66}"/>
    <dgm:cxn modelId="{BC8F6131-603B-4247-9E7D-0F7BF044E4C0}" type="presOf" srcId="{330E9E55-213F-418D-B009-72DFF282A171}" destId="{65F724A1-5677-4B1D-8450-9FA69AEB0EE7}" srcOrd="0" destOrd="0" presId="urn:microsoft.com/office/officeart/2005/8/layout/pictureOrgChart+Icon"/>
    <dgm:cxn modelId="{84D7A164-A11A-4545-82B6-C3CDA2CE4B38}" srcId="{330E9E55-213F-418D-B009-72DFF282A171}" destId="{D0C2ACCA-A0D3-4D86-829E-EF0B8AEAA421}" srcOrd="1" destOrd="0" parTransId="{EA4D2194-36B7-4FE6-8CD1-F88261B95E75}" sibTransId="{E90C9D08-886F-4CAA-9757-98732156836C}"/>
    <dgm:cxn modelId="{8E77654D-E7DE-4144-823F-F020B8E1BF6F}" type="presOf" srcId="{A2484D57-7CF2-4E5F-932C-B53943DC041E}" destId="{C3A039F2-3BB1-4F31-A224-92C956D199AB}" srcOrd="0" destOrd="0" presId="urn:microsoft.com/office/officeart/2005/8/layout/pictureOrgChart+Icon"/>
    <dgm:cxn modelId="{FF5C5F6E-DBCE-4FCF-AC69-844B57C0A62C}" srcId="{D0C2ACCA-A0D3-4D86-829E-EF0B8AEAA421}" destId="{65330C2D-5673-4B4D-9592-BEFD0D4945E1}" srcOrd="0" destOrd="0" parTransId="{4201AA69-B2DE-4FCD-A5EE-15CF97CC2EC4}" sibTransId="{F252AFA8-51CA-497C-8602-1FD49EFF83F5}"/>
    <dgm:cxn modelId="{E94E827A-54C1-44A4-8192-64CDB6A29B0E}" type="presOf" srcId="{65330C2D-5673-4B4D-9592-BEFD0D4945E1}" destId="{87B44B90-0C7D-4F22-825A-52F34EFE71E4}" srcOrd="0" destOrd="0" presId="urn:microsoft.com/office/officeart/2005/8/layout/pictureOrgChart+Icon"/>
    <dgm:cxn modelId="{F3499986-FA39-486E-8D2F-876A4FA19779}" type="presOf" srcId="{09691B4E-C62A-4FE2-86C7-D66CA99D84A9}" destId="{7A72294B-ABEA-46DD-8490-233C9E3A8E96}" srcOrd="0" destOrd="0" presId="urn:microsoft.com/office/officeart/2005/8/layout/pictureOrgChart+Icon"/>
    <dgm:cxn modelId="{D5882E97-8839-4745-9ED7-2301BE3F585F}" type="presOf" srcId="{1C406D5D-28B7-4824-8D0E-F8E576AFE71E}" destId="{39011096-CF31-4590-87F0-2E6AC5750F06}" srcOrd="0" destOrd="0" presId="urn:microsoft.com/office/officeart/2005/8/layout/pictureOrgChart+Icon"/>
    <dgm:cxn modelId="{8D3D77AB-DFA7-43BB-B292-264D997791CB}" type="presOf" srcId="{65330C2D-5673-4B4D-9592-BEFD0D4945E1}" destId="{E6F381BF-C52E-4653-810C-6E620E0FBF39}" srcOrd="1" destOrd="0" presId="urn:microsoft.com/office/officeart/2005/8/layout/pictureOrgChart+Icon"/>
    <dgm:cxn modelId="{385B31CE-3229-408B-A089-7ED5B7F60102}" type="presOf" srcId="{1C406D5D-28B7-4824-8D0E-F8E576AFE71E}" destId="{D142DA1F-2053-4C3E-BAD2-E9210DD0049F}" srcOrd="1" destOrd="0" presId="urn:microsoft.com/office/officeart/2005/8/layout/pictureOrgChart+Icon"/>
    <dgm:cxn modelId="{0097DEFA-2322-43E8-A60C-A126BA516832}" type="presOf" srcId="{330E9E55-213F-418D-B009-72DFF282A171}" destId="{84F1B473-AAEB-4B50-9530-D2C916260B74}" srcOrd="1" destOrd="0" presId="urn:microsoft.com/office/officeart/2005/8/layout/pictureOrgChart+Icon"/>
    <dgm:cxn modelId="{1A8D15FD-A31E-4AB5-9EB2-CC48BD308D41}" type="presOf" srcId="{4201AA69-B2DE-4FCD-A5EE-15CF97CC2EC4}" destId="{AF7E8FEA-80E2-4306-BB24-9AF4B3C5DAB0}" srcOrd="0" destOrd="0" presId="urn:microsoft.com/office/officeart/2005/8/layout/pictureOrgChart+Icon"/>
    <dgm:cxn modelId="{E36E8488-6FD8-4654-82AA-684D82EEBF3A}" type="presParOf" srcId="{7A72294B-ABEA-46DD-8490-233C9E3A8E96}" destId="{ED1BB6C1-6DDF-4986-8FEB-6CD66EF36018}" srcOrd="0" destOrd="0" presId="urn:microsoft.com/office/officeart/2005/8/layout/pictureOrgChart+Icon"/>
    <dgm:cxn modelId="{C87402C9-8D6B-4EC3-8C19-2B6C6693992B}" type="presParOf" srcId="{ED1BB6C1-6DDF-4986-8FEB-6CD66EF36018}" destId="{8EBF8D61-7541-45E7-8807-B7F68C3CF593}" srcOrd="0" destOrd="0" presId="urn:microsoft.com/office/officeart/2005/8/layout/pictureOrgChart+Icon"/>
    <dgm:cxn modelId="{55F033AD-364F-4E94-9D4D-A360DB635BE6}" type="presParOf" srcId="{8EBF8D61-7541-45E7-8807-B7F68C3CF593}" destId="{65F724A1-5677-4B1D-8450-9FA69AEB0EE7}" srcOrd="0" destOrd="0" presId="urn:microsoft.com/office/officeart/2005/8/layout/pictureOrgChart+Icon"/>
    <dgm:cxn modelId="{EEF0AA73-D232-4756-A4D1-59095E98831B}" type="presParOf" srcId="{8EBF8D61-7541-45E7-8807-B7F68C3CF593}" destId="{E26C24AF-F31A-4342-A2ED-E0970E0275F7}" srcOrd="1" destOrd="0" presId="urn:microsoft.com/office/officeart/2005/8/layout/pictureOrgChart+Icon"/>
    <dgm:cxn modelId="{A6B841F9-5382-4DE2-AF55-7A99CEF2E31F}" type="presParOf" srcId="{8EBF8D61-7541-45E7-8807-B7F68C3CF593}" destId="{84F1B473-AAEB-4B50-9530-D2C916260B74}" srcOrd="2" destOrd="0" presId="urn:microsoft.com/office/officeart/2005/8/layout/pictureOrgChart+Icon"/>
    <dgm:cxn modelId="{5B9268D1-9354-4C59-A84E-D1314F83C92C}" type="presParOf" srcId="{ED1BB6C1-6DDF-4986-8FEB-6CD66EF36018}" destId="{09CC94F6-532C-4DC7-8825-2C79A165AA95}" srcOrd="1" destOrd="0" presId="urn:microsoft.com/office/officeart/2005/8/layout/pictureOrgChart+Icon"/>
    <dgm:cxn modelId="{0282FF20-68FF-48D8-8103-6DF8F7E989FC}" type="presParOf" srcId="{09CC94F6-532C-4DC7-8825-2C79A165AA95}" destId="{C32FD7F3-FE3C-45EB-A660-40806D142DEB}" srcOrd="0" destOrd="0" presId="urn:microsoft.com/office/officeart/2005/8/layout/pictureOrgChart+Icon"/>
    <dgm:cxn modelId="{8C7A58A5-710E-4644-9C39-73A64FEED8A8}" type="presParOf" srcId="{09CC94F6-532C-4DC7-8825-2C79A165AA95}" destId="{CE13542A-EDB4-487C-9DF8-4BB499746A1D}" srcOrd="1" destOrd="0" presId="urn:microsoft.com/office/officeart/2005/8/layout/pictureOrgChart+Icon"/>
    <dgm:cxn modelId="{998AFEF1-34FA-479F-B05E-4A32B4A463B3}" type="presParOf" srcId="{CE13542A-EDB4-487C-9DF8-4BB499746A1D}" destId="{4C06D3C2-BEC1-452F-92AC-A0B73069C8D4}" srcOrd="0" destOrd="0" presId="urn:microsoft.com/office/officeart/2005/8/layout/pictureOrgChart+Icon"/>
    <dgm:cxn modelId="{C98E7B0F-3C1A-468D-885A-BF17638F3EC0}" type="presParOf" srcId="{4C06D3C2-BEC1-452F-92AC-A0B73069C8D4}" destId="{E20DD563-4C7F-488B-98F7-449803B5E305}" srcOrd="0" destOrd="0" presId="urn:microsoft.com/office/officeart/2005/8/layout/pictureOrgChart+Icon"/>
    <dgm:cxn modelId="{B6CAAE25-59AA-4747-9DED-E91ECFB5A952}" type="presParOf" srcId="{4C06D3C2-BEC1-452F-92AC-A0B73069C8D4}" destId="{CBC7A6BA-DBF4-49B3-A920-D36DAB4BB02C}" srcOrd="1" destOrd="0" presId="urn:microsoft.com/office/officeart/2005/8/layout/pictureOrgChart+Icon"/>
    <dgm:cxn modelId="{64CFFA3D-8A07-4E4C-A165-71877BC019C2}" type="presParOf" srcId="{4C06D3C2-BEC1-452F-92AC-A0B73069C8D4}" destId="{F129E062-9CEA-4FF0-8D59-4F5961620445}" srcOrd="2" destOrd="0" presId="urn:microsoft.com/office/officeart/2005/8/layout/pictureOrgChart+Icon"/>
    <dgm:cxn modelId="{D734E733-E2AA-49B1-8C48-DBF00702BC13}" type="presParOf" srcId="{CE13542A-EDB4-487C-9DF8-4BB499746A1D}" destId="{C3618338-6DF5-4C0B-A6BA-ADC17EBD1DDF}" srcOrd="1" destOrd="0" presId="urn:microsoft.com/office/officeart/2005/8/layout/pictureOrgChart+Icon"/>
    <dgm:cxn modelId="{6E05E7E7-903B-4399-9DE9-E5A61A6F5A03}" type="presParOf" srcId="{CE13542A-EDB4-487C-9DF8-4BB499746A1D}" destId="{D72524BB-5FD2-4467-87F0-BD7816E42F7A}" srcOrd="2" destOrd="0" presId="urn:microsoft.com/office/officeart/2005/8/layout/pictureOrgChart+Icon"/>
    <dgm:cxn modelId="{F23FBA4A-298E-45C0-B08A-8A89FB32F379}" type="presParOf" srcId="{D72524BB-5FD2-4467-87F0-BD7816E42F7A}" destId="{AF7E8FEA-80E2-4306-BB24-9AF4B3C5DAB0}" srcOrd="0" destOrd="0" presId="urn:microsoft.com/office/officeart/2005/8/layout/pictureOrgChart+Icon"/>
    <dgm:cxn modelId="{CD1E019C-1887-432B-8D30-F4191F94CE37}" type="presParOf" srcId="{D72524BB-5FD2-4467-87F0-BD7816E42F7A}" destId="{E8D35A17-0BE2-4675-9712-154CF221DEC7}" srcOrd="1" destOrd="0" presId="urn:microsoft.com/office/officeart/2005/8/layout/pictureOrgChart+Icon"/>
    <dgm:cxn modelId="{EBB55AC7-5470-4AA7-B653-DDB8EFA86DE2}" type="presParOf" srcId="{E8D35A17-0BE2-4675-9712-154CF221DEC7}" destId="{4D164B9F-1E02-476E-982C-7E573FE563A2}" srcOrd="0" destOrd="0" presId="urn:microsoft.com/office/officeart/2005/8/layout/pictureOrgChart+Icon"/>
    <dgm:cxn modelId="{26A99958-DC44-450B-BEDB-3059CCC76294}" type="presParOf" srcId="{4D164B9F-1E02-476E-982C-7E573FE563A2}" destId="{87B44B90-0C7D-4F22-825A-52F34EFE71E4}" srcOrd="0" destOrd="0" presId="urn:microsoft.com/office/officeart/2005/8/layout/pictureOrgChart+Icon"/>
    <dgm:cxn modelId="{87C74119-AC07-40A3-8726-28B60283EBB8}" type="presParOf" srcId="{4D164B9F-1E02-476E-982C-7E573FE563A2}" destId="{4B5B8D77-5B5F-4048-8685-7AB41802E6E5}" srcOrd="1" destOrd="0" presId="urn:microsoft.com/office/officeart/2005/8/layout/pictureOrgChart+Icon"/>
    <dgm:cxn modelId="{CF3C28B2-D076-456D-80E7-697DFCA65F33}" type="presParOf" srcId="{4D164B9F-1E02-476E-982C-7E573FE563A2}" destId="{E6F381BF-C52E-4653-810C-6E620E0FBF39}" srcOrd="2" destOrd="0" presId="urn:microsoft.com/office/officeart/2005/8/layout/pictureOrgChart+Icon"/>
    <dgm:cxn modelId="{B2B90CEE-2C3D-415E-804A-84428F09480A}" type="presParOf" srcId="{E8D35A17-0BE2-4675-9712-154CF221DEC7}" destId="{CF332975-CD7C-4F7B-B048-331E5BBC1627}" srcOrd="1" destOrd="0" presId="urn:microsoft.com/office/officeart/2005/8/layout/pictureOrgChart+Icon"/>
    <dgm:cxn modelId="{7C3BBE38-58C3-4761-A80A-1469D16F9144}" type="presParOf" srcId="{E8D35A17-0BE2-4675-9712-154CF221DEC7}" destId="{A8DFF8FE-2759-4CBF-9FC5-7D13BB040DCD}" srcOrd="2" destOrd="0" presId="urn:microsoft.com/office/officeart/2005/8/layout/pictureOrgChart+Icon"/>
    <dgm:cxn modelId="{AFA12F91-9B64-454E-B6EB-0B2AE8946192}" type="presParOf" srcId="{ED1BB6C1-6DDF-4986-8FEB-6CD66EF36018}" destId="{75F7F4B2-FD61-4E05-9511-D9DFA64FE797}" srcOrd="2" destOrd="0" presId="urn:microsoft.com/office/officeart/2005/8/layout/pictureOrgChart+Icon"/>
    <dgm:cxn modelId="{632CCFE7-9D6A-4219-8A3E-D5A8D209588B}" type="presParOf" srcId="{75F7F4B2-FD61-4E05-9511-D9DFA64FE797}" destId="{C3A039F2-3BB1-4F31-A224-92C956D199AB}" srcOrd="0" destOrd="0" presId="urn:microsoft.com/office/officeart/2005/8/layout/pictureOrgChart+Icon"/>
    <dgm:cxn modelId="{90B8C9BC-2662-4013-BC87-1B65D10BC6C9}" type="presParOf" srcId="{75F7F4B2-FD61-4E05-9511-D9DFA64FE797}" destId="{F94B6ED5-D659-4868-9CFF-568F64136B94}" srcOrd="1" destOrd="0" presId="urn:microsoft.com/office/officeart/2005/8/layout/pictureOrgChart+Icon"/>
    <dgm:cxn modelId="{16822BC4-7263-40A0-9281-F5532D99F083}" type="presParOf" srcId="{F94B6ED5-D659-4868-9CFF-568F64136B94}" destId="{C826CB45-08D7-410D-91DC-CC78C3CCB125}" srcOrd="0" destOrd="0" presId="urn:microsoft.com/office/officeart/2005/8/layout/pictureOrgChart+Icon"/>
    <dgm:cxn modelId="{67DFF01C-F9C3-4455-A09E-062407EA5059}" type="presParOf" srcId="{C826CB45-08D7-410D-91DC-CC78C3CCB125}" destId="{39011096-CF31-4590-87F0-2E6AC5750F06}" srcOrd="0" destOrd="0" presId="urn:microsoft.com/office/officeart/2005/8/layout/pictureOrgChart+Icon"/>
    <dgm:cxn modelId="{A01EA575-15A9-4779-BD9E-1C462C6E1E65}" type="presParOf" srcId="{C826CB45-08D7-410D-91DC-CC78C3CCB125}" destId="{C94BC069-BA8D-4140-88A8-30374D281B6D}" srcOrd="1" destOrd="0" presId="urn:microsoft.com/office/officeart/2005/8/layout/pictureOrgChart+Icon"/>
    <dgm:cxn modelId="{4C5E227A-078B-4BC8-A52E-FB44ECFC273A}" type="presParOf" srcId="{C826CB45-08D7-410D-91DC-CC78C3CCB125}" destId="{D142DA1F-2053-4C3E-BAD2-E9210DD0049F}" srcOrd="2" destOrd="0" presId="urn:microsoft.com/office/officeart/2005/8/layout/pictureOrgChart+Icon"/>
    <dgm:cxn modelId="{6463F724-3C5B-40E0-97A2-583406630619}" type="presParOf" srcId="{F94B6ED5-D659-4868-9CFF-568F64136B94}" destId="{520FFC4A-97F1-4B36-92D3-4ACD06654E95}" srcOrd="1" destOrd="0" presId="urn:microsoft.com/office/officeart/2005/8/layout/pictureOrgChart+Icon"/>
    <dgm:cxn modelId="{4948FED1-D81B-46FA-A3F2-F7F3428FABBF}" type="presParOf" srcId="{F94B6ED5-D659-4868-9CFF-568F64136B94}" destId="{A6987B65-A777-42F7-A9E5-CBFEC62A4760}" srcOrd="2" destOrd="0" presId="urn:microsoft.com/office/officeart/2005/8/layout/pictureOrgChart+Icon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A039F2-3BB1-4F31-A224-92C956D199AB}">
      <dsp:nvSpPr>
        <dsp:cNvPr id="0" name=""/>
        <dsp:cNvSpPr/>
      </dsp:nvSpPr>
      <dsp:spPr>
        <a:xfrm>
          <a:off x="2127054" y="749367"/>
          <a:ext cx="157059" cy="688069"/>
        </a:xfrm>
        <a:custGeom>
          <a:avLst/>
          <a:gdLst/>
          <a:ahLst/>
          <a:cxnLst/>
          <a:rect l="0" t="0" r="0" b="0"/>
          <a:pathLst>
            <a:path>
              <a:moveTo>
                <a:pt x="157059" y="0"/>
              </a:moveTo>
              <a:lnTo>
                <a:pt x="157059" y="688069"/>
              </a:lnTo>
              <a:lnTo>
                <a:pt x="0" y="688069"/>
              </a:lnTo>
            </a:path>
          </a:pathLst>
        </a:cu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F7E8FEA-80E2-4306-BB24-9AF4B3C5DAB0}">
      <dsp:nvSpPr>
        <dsp:cNvPr id="0" name=""/>
        <dsp:cNvSpPr/>
      </dsp:nvSpPr>
      <dsp:spPr>
        <a:xfrm>
          <a:off x="2127054" y="2873409"/>
          <a:ext cx="157059" cy="688069"/>
        </a:xfrm>
        <a:custGeom>
          <a:avLst/>
          <a:gdLst/>
          <a:ahLst/>
          <a:cxnLst/>
          <a:rect l="0" t="0" r="0" b="0"/>
          <a:pathLst>
            <a:path>
              <a:moveTo>
                <a:pt x="157059" y="0"/>
              </a:moveTo>
              <a:lnTo>
                <a:pt x="157059" y="688069"/>
              </a:lnTo>
              <a:lnTo>
                <a:pt x="0" y="688069"/>
              </a:lnTo>
            </a:path>
          </a:pathLst>
        </a:custGeom>
        <a:noFill/>
        <a:ln w="15875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32FD7F3-FE3C-45EB-A660-40806D142DEB}">
      <dsp:nvSpPr>
        <dsp:cNvPr id="0" name=""/>
        <dsp:cNvSpPr/>
      </dsp:nvSpPr>
      <dsp:spPr>
        <a:xfrm>
          <a:off x="2238393" y="749367"/>
          <a:ext cx="91440" cy="137613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376139"/>
              </a:lnTo>
            </a:path>
          </a:pathLst>
        </a:cu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5F724A1-5677-4B1D-8450-9FA69AEB0EE7}">
      <dsp:nvSpPr>
        <dsp:cNvPr id="0" name=""/>
        <dsp:cNvSpPr/>
      </dsp:nvSpPr>
      <dsp:spPr>
        <a:xfrm>
          <a:off x="1536211" y="1465"/>
          <a:ext cx="1495803" cy="74790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54071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CEO</a:t>
          </a:r>
          <a:endParaRPr lang="id-ID" sz="1500" kern="1200" dirty="0"/>
        </a:p>
      </dsp:txBody>
      <dsp:txXfrm>
        <a:off x="1536211" y="1465"/>
        <a:ext cx="1495803" cy="747901"/>
      </dsp:txXfrm>
    </dsp:sp>
    <dsp:sp modelId="{E26C24AF-F31A-4342-A2ED-E0970E0275F7}">
      <dsp:nvSpPr>
        <dsp:cNvPr id="0" name=""/>
        <dsp:cNvSpPr/>
      </dsp:nvSpPr>
      <dsp:spPr>
        <a:xfrm>
          <a:off x="1611001" y="76256"/>
          <a:ext cx="448741" cy="598321"/>
        </a:xfrm>
        <a:prstGeom prst="rect">
          <a:avLst/>
        </a:prstGeom>
        <a:blipFill>
          <a:blip xmlns:r="http://schemas.openxmlformats.org/officeDocument/2006/relationships" r:embed="rId1"/>
          <a:srcRect/>
          <a:stretch>
            <a:fillRect l="-17000" r="-17000"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20DD563-4C7F-488B-98F7-449803B5E305}">
      <dsp:nvSpPr>
        <dsp:cNvPr id="0" name=""/>
        <dsp:cNvSpPr/>
      </dsp:nvSpPr>
      <dsp:spPr>
        <a:xfrm>
          <a:off x="1536211" y="2125507"/>
          <a:ext cx="1495803" cy="74790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54071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d-ID" sz="1500" kern="1200" dirty="0"/>
            <a:t>Marketing Manager</a:t>
          </a:r>
        </a:p>
      </dsp:txBody>
      <dsp:txXfrm>
        <a:off x="1536211" y="2125507"/>
        <a:ext cx="1495803" cy="747901"/>
      </dsp:txXfrm>
    </dsp:sp>
    <dsp:sp modelId="{CBC7A6BA-DBF4-49B3-A920-D36DAB4BB02C}">
      <dsp:nvSpPr>
        <dsp:cNvPr id="0" name=""/>
        <dsp:cNvSpPr/>
      </dsp:nvSpPr>
      <dsp:spPr>
        <a:xfrm>
          <a:off x="1611001" y="2200297"/>
          <a:ext cx="448741" cy="598321"/>
        </a:xfrm>
        <a:prstGeom prst="rect">
          <a:avLst/>
        </a:prstGeom>
        <a:blipFill>
          <a:blip xmlns:r="http://schemas.openxmlformats.org/officeDocument/2006/relationships" r:embed="rId2"/>
          <a:srcRect/>
          <a:stretch>
            <a:fillRect l="-11000" r="-11000"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B44B90-0C7D-4F22-825A-52F34EFE71E4}">
      <dsp:nvSpPr>
        <dsp:cNvPr id="0" name=""/>
        <dsp:cNvSpPr/>
      </dsp:nvSpPr>
      <dsp:spPr>
        <a:xfrm>
          <a:off x="631250" y="3187528"/>
          <a:ext cx="1495803" cy="74790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54071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Finance</a:t>
          </a:r>
          <a:endParaRPr lang="id-ID" sz="1500" kern="1200" dirty="0"/>
        </a:p>
      </dsp:txBody>
      <dsp:txXfrm>
        <a:off x="631250" y="3187528"/>
        <a:ext cx="1495803" cy="747901"/>
      </dsp:txXfrm>
    </dsp:sp>
    <dsp:sp modelId="{4B5B8D77-5B5F-4048-8685-7AB41802E6E5}">
      <dsp:nvSpPr>
        <dsp:cNvPr id="0" name=""/>
        <dsp:cNvSpPr/>
      </dsp:nvSpPr>
      <dsp:spPr>
        <a:xfrm>
          <a:off x="706040" y="3262318"/>
          <a:ext cx="448741" cy="598321"/>
        </a:xfrm>
        <a:prstGeom prst="rect">
          <a:avLst/>
        </a:prstGeom>
        <a:blipFill>
          <a:blip xmlns:r="http://schemas.openxmlformats.org/officeDocument/2006/relationships" r:embed="rId3"/>
          <a:srcRect/>
          <a:stretch>
            <a:fillRect l="-17000" r="-17000"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011096-CF31-4590-87F0-2E6AC5750F06}">
      <dsp:nvSpPr>
        <dsp:cNvPr id="0" name=""/>
        <dsp:cNvSpPr/>
      </dsp:nvSpPr>
      <dsp:spPr>
        <a:xfrm>
          <a:off x="631250" y="1063486"/>
          <a:ext cx="1495803" cy="74790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54071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CTO</a:t>
          </a:r>
          <a:endParaRPr lang="id-ID" sz="1500" kern="1200" dirty="0"/>
        </a:p>
      </dsp:txBody>
      <dsp:txXfrm>
        <a:off x="631250" y="1063486"/>
        <a:ext cx="1495803" cy="747901"/>
      </dsp:txXfrm>
    </dsp:sp>
    <dsp:sp modelId="{C94BC069-BA8D-4140-88A8-30374D281B6D}">
      <dsp:nvSpPr>
        <dsp:cNvPr id="0" name=""/>
        <dsp:cNvSpPr/>
      </dsp:nvSpPr>
      <dsp:spPr>
        <a:xfrm>
          <a:off x="706040" y="1138276"/>
          <a:ext cx="448741" cy="598321"/>
        </a:xfrm>
        <a:prstGeom prst="rect">
          <a:avLst/>
        </a:prstGeom>
        <a:blipFill>
          <a:blip xmlns:r="http://schemas.openxmlformats.org/officeDocument/2006/relationships" r:embed="rId4"/>
          <a:srcRect/>
          <a:stretch>
            <a:fillRect l="-17000" r="-17000"/>
          </a:stretch>
        </a:blip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ictureOrgChart+Icon">
  <dgm:title val="Picture Organization Chart"/>
  <dgm:desc val="Use to show hierarchical information or reporting relationships in an organization, with corresponding pictures. The assistant shape and the Org Chart hanging layouts are available with this layout."/>
  <dgm:catLst>
    <dgm:cat type="hierarchy" pri="1050"/>
    <dgm:cat type="officeonline" pri="1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Marg" for="ch" forName="rootText1" refType="w" fact="1.05"/>
                  <dgm:constr type="l" for="ch" forName="rootPict1" refType="w" refFor="ch" refForName="rootText1" op="equ" fact="0.05"/>
                  <dgm:constr type="t" for="ch" forName="rootPict1" refType="h" refFor="ch" refForName="rootText1" op="equ" fact="0.1"/>
                  <dgm:constr type="w" for="ch" forName="rootPict1" refType="w" refFor="ch" refForName="rootText1" op="equ" fact="0.3"/>
                  <dgm:constr type="h" for="ch" forName="rootPict1" refType="h" refFor="ch" refForName="rootText1" op="equ" fact="0.8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Marg" for="ch" forName="rootText1" refType="w" fact="1.05"/>
                  <dgm:constr type="l" for="ch" forName="rootPict1" refType="w" refFor="ch" refForName="rootText1" op="equ" fact="0.05"/>
                  <dgm:constr type="t" for="ch" forName="rootPict1" refType="h" refFor="ch" refForName="rootText1" op="equ" fact="0.1"/>
                  <dgm:constr type="w" for="ch" forName="rootPict1" refType="w" refFor="ch" refForName="rootText1" op="equ" fact="0.3"/>
                  <dgm:constr type="h" for="ch" forName="rootPict1" refType="h" refFor="ch" refForName="rootText1" op="equ" fact="0.8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Marg" for="ch" forName="rootText1" refType="w" fact="1.05"/>
                  <dgm:constr type="l" for="ch" forName="rootPict1" refType="w" refFor="ch" refForName="rootText1" op="equ" fact="0.05"/>
                  <dgm:constr type="t" for="ch" forName="rootPict1" refType="h" refFor="ch" refForName="rootText1" op="equ" fact="0.1"/>
                  <dgm:constr type="w" for="ch" forName="rootPict1" refType="w" refFor="ch" refForName="rootText1" op="equ" fact="0.3"/>
                  <dgm:constr type="h" for="ch" forName="rootPict1" refType="h" refFor="ch" refForName="rootText1" op="equ" fact="0.8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Marg" for="ch" forName="rootText1" refType="w" fact="1.05"/>
                  <dgm:constr type="l" for="ch" forName="rootPict1" refType="w" refFor="ch" refForName="rootText1" op="equ" fact="0.05"/>
                  <dgm:constr type="t" for="ch" forName="rootPict1" refType="h" refFor="ch" refForName="rootText1" op="equ" fact="0.1"/>
                  <dgm:constr type="w" for="ch" forName="rootPict1" refType="w" refFor="ch" refForName="rootText1" op="equ" fact="0.3"/>
                  <dgm:constr type="h" for="ch" forName="rootPict1" refType="h" refFor="ch" refForName="rootText1" op="equ" fact="0.8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Pict1" styleLbl="alignImgPlace1">
              <dgm:alg type="sp"/>
              <dgm:shape xmlns:r="http://schemas.openxmlformats.org/officeDocument/2006/relationships" type="rect" r:blip="" blipPhldr="1">
                <dgm:adjLst/>
              </dgm:shape>
              <dgm:presOf/>
              <dgm:constrLst/>
              <dgm:ruleLst/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Marg" for="ch" forName="rootText" refType="w" fact="1.05"/>
                        <dgm:constr type="l" for="ch" forName="rootPict" refType="w" fact="0.05"/>
                        <dgm:constr type="t" for="ch" forName="rootPict" refType="h" refFor="ch" refForName="rootText" fact="0.1"/>
                        <dgm:constr type="w" for="ch" forName="rootPict" refType="w" fact="0.3"/>
                        <dgm:constr type="h" for="ch" forName="rootPict" refType="h" refFor="ch" refForName="rootText" fact="0.8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Marg" for="ch" forName="rootText" refType="w" fact="1.05"/>
                        <dgm:constr type="l" for="ch" forName="rootPict" refType="w" fact="0.05"/>
                        <dgm:constr type="t" for="ch" forName="rootPict" refType="h" refFor="ch" refForName="rootText" fact="0.1"/>
                        <dgm:constr type="w" for="ch" forName="rootPict" refType="w" fact="0.3"/>
                        <dgm:constr type="h" for="ch" forName="rootPict" refType="h" refFor="ch" refForName="rootText" fact="0.8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Marg" for="ch" forName="rootText" refType="w" fact="1.05"/>
                        <dgm:constr type="l" for="ch" forName="rootPict" refType="w" fact="0.05"/>
                        <dgm:constr type="t" for="ch" forName="rootPict" refType="h" refFor="ch" refForName="rootText" fact="0.1"/>
                        <dgm:constr type="w" for="ch" forName="rootPict" refType="w" fact="0.3"/>
                        <dgm:constr type="h" for="ch" forName="rootPict" refType="h" refFor="ch" refForName="rootText" fact="0.8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Marg" for="ch" forName="rootText" refType="w" fact="1.05"/>
                        <dgm:constr type="l" for="ch" forName="rootPict" refType="w" fact="0.05"/>
                        <dgm:constr type="t" for="ch" forName="rootPict" refType="h" refFor="ch" refForName="rootText" fact="0.1"/>
                        <dgm:constr type="w" for="ch" forName="rootPict" refType="w" fact="0.3"/>
                        <dgm:constr type="h" for="ch" forName="rootPict" refType="h" refFor="ch" refForName="rootText" fact="0.8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Pict" styleLbl="alignImgPlace1">
                    <dgm:alg type="sp"/>
                    <dgm:shape xmlns:r="http://schemas.openxmlformats.org/officeDocument/2006/relationships" type="rect" r:blip="" blipPhldr="1">
                      <dgm:adjLst/>
                    </dgm:shape>
                    <dgm:presOf/>
                    <dgm:constrLst/>
                    <dgm:ruleLst/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Marg" for="ch" forName="rootText3" refType="w" fact="1.05"/>
                        <dgm:constr type="l" for="ch" forName="rootPict3" refType="w" fact="0.05"/>
                        <dgm:constr type="t" for="ch" forName="rootPict3" refType="h" refFor="ch" refForName="rootText3" fact="0.1"/>
                        <dgm:constr type="w" for="ch" forName="rootPict3" refType="w" fact="0.3"/>
                        <dgm:constr type="h" for="ch" forName="rootPict3" refType="h" refFor="ch" refForName="rootText3" fact="0.8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Marg" for="ch" forName="rootText3" refType="w" fact="1.05"/>
                        <dgm:constr type="l" for="ch" forName="rootPict3" refType="w" fact="0.05"/>
                        <dgm:constr type="t" for="ch" forName="rootPict3" refType="h" refFor="ch" refForName="rootText3" fact="0.1"/>
                        <dgm:constr type="w" for="ch" forName="rootPict3" refType="w" fact="0.3"/>
                        <dgm:constr type="h" for="ch" forName="rootPict3" refType="h" refFor="ch" refForName="rootText3" fact="0.8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Marg" for="ch" forName="rootText3" refType="w" fact="1.05"/>
                        <dgm:constr type="l" for="ch" forName="rootPict3" refType="w" fact="0.05"/>
                        <dgm:constr type="t" for="ch" forName="rootPict3" refType="h" refFor="ch" refForName="rootText3" fact="0.1"/>
                        <dgm:constr type="w" for="ch" forName="rootPict3" refType="w" fact="0.3"/>
                        <dgm:constr type="h" for="ch" forName="rootPict3" refType="h" refFor="ch" refForName="rootText3" fact="0.8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Marg" for="ch" forName="rootText3" refType="w" fact="1.05"/>
                        <dgm:constr type="l" for="ch" forName="rootPict3" refType="w" fact="0.05"/>
                        <dgm:constr type="t" for="ch" forName="rootPict3" refType="h" refFor="ch" refForName="rootText3" fact="0.1"/>
                        <dgm:constr type="w" for="ch" forName="rootPict3" refType="w" fact="0.3"/>
                        <dgm:constr type="h" for="ch" forName="rootPict3" refType="h" refFor="ch" refForName="rootText3" fact="0.8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Pict3" styleLbl="alignImgPlace1">
                    <dgm:alg type="sp"/>
                    <dgm:shape xmlns:r="http://schemas.openxmlformats.org/officeDocument/2006/relationships" type="rect" r:blip="" blipPhldr="1">
                      <dgm:adjLst/>
                    </dgm:shape>
                    <dgm:presOf/>
                    <dgm:constrLst/>
                    <dgm:ruleLst/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933079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1685084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579134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60831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2558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6545653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6096046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99002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405750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136073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130295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2384224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699918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4330399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0259888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d-ID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2920177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A7B3-9184-487D-8853-119DD9BF06ED}" type="datetimeFigureOut">
              <a:rPr lang="id-ID" smtClean="0"/>
              <a:t>17/07/2026</a:t>
            </a:fld>
            <a:endParaRPr lang="id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d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1087BB6-99EE-4B3F-8A93-6AEFDF54077A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0396137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microsoft.com/office/2007/relationships/hdphoto" Target="../media/hdphoto2.wdp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90D22B-8465-C861-68F9-79CFCB85E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d-ID" sz="4000" b="1" dirty="0">
                <a:solidFill>
                  <a:schemeClr val="accent5">
                    <a:lumMod val="50000"/>
                  </a:schemeClr>
                </a:solidFill>
              </a:rPr>
              <a:t>FRESHBOX</a:t>
            </a:r>
            <a:endParaRPr lang="id-ID" sz="4000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72D609-9EA6-1F60-B2B5-3C5BE2F43ED2}"/>
              </a:ext>
            </a:extLst>
          </p:cNvPr>
          <p:cNvSpPr txBox="1"/>
          <p:nvPr/>
        </p:nvSpPr>
        <p:spPr>
          <a:xfrm>
            <a:off x="2592924" y="1379095"/>
            <a:ext cx="5396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i="1" dirty="0">
                <a:solidFill>
                  <a:schemeClr val="accent6">
                    <a:lumMod val="50000"/>
                  </a:schemeClr>
                </a:solidFill>
              </a:rPr>
              <a:t>"Belanja Sayur Segar, Praktis dalam Sekali Klik."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D47744-DA59-8146-D7B5-9FEB1E962D38}"/>
              </a:ext>
            </a:extLst>
          </p:cNvPr>
          <p:cNvSpPr txBox="1"/>
          <p:nvPr/>
        </p:nvSpPr>
        <p:spPr>
          <a:xfrm>
            <a:off x="2698230" y="2158584"/>
            <a:ext cx="4107304" cy="222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id-ID" b="1" dirty="0">
                <a:solidFill>
                  <a:schemeClr val="accent6">
                    <a:lumMod val="50000"/>
                  </a:schemeClr>
                </a:solidFill>
              </a:rPr>
              <a:t>Business Pitch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id-ID" b="1" dirty="0">
                <a:solidFill>
                  <a:schemeClr val="accent6">
                    <a:lumMod val="50000"/>
                  </a:schemeClr>
                </a:solidFill>
              </a:rPr>
              <a:t>Nama Presenter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id-ID" b="1" dirty="0">
                <a:solidFill>
                  <a:schemeClr val="accent6">
                    <a:lumMod val="50000"/>
                  </a:schemeClr>
                </a:solidFill>
              </a:rPr>
              <a:t>Nama Perusahaan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id-ID" b="1" dirty="0">
                <a:solidFill>
                  <a:schemeClr val="accent6">
                    <a:lumMod val="50000"/>
                  </a:schemeClr>
                </a:solidFill>
              </a:rPr>
              <a:t>Tanggal Presentasi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452EAE6-C4DE-EB0C-DBA1-9E02D68865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0677" y="1339602"/>
            <a:ext cx="5043934" cy="4894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07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7B5F5-E096-1335-0913-15DDEFCB6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d-ID" sz="4000" b="1" dirty="0">
                <a:solidFill>
                  <a:schemeClr val="accent5">
                    <a:lumMod val="50000"/>
                  </a:schemeClr>
                </a:solidFill>
              </a:rPr>
              <a:t>MASALAH &amp; SOLUSI</a:t>
            </a:r>
            <a:endParaRPr lang="id-ID" sz="4000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E73FA-A302-1224-3760-878C37396B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92924" y="2579793"/>
            <a:ext cx="4313864" cy="2373208"/>
          </a:xfrm>
        </p:spPr>
        <p:txBody>
          <a:bodyPr/>
          <a:lstStyle/>
          <a:p>
            <a:pPr marL="0" indent="0">
              <a:buNone/>
            </a:pPr>
            <a:r>
              <a:rPr lang="id-ID" b="1" dirty="0">
                <a:solidFill>
                  <a:schemeClr val="accent6">
                    <a:lumMod val="50000"/>
                  </a:schemeClr>
                </a:solidFill>
              </a:rPr>
              <a:t>Masalah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6">
                    <a:lumMod val="50000"/>
                  </a:schemeClr>
                </a:solidFill>
              </a:rPr>
              <a:t>Banyak orang sibuk sehingga tidak sempat belanja.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6">
                    <a:lumMod val="50000"/>
                  </a:schemeClr>
                </a:solidFill>
              </a:rPr>
              <a:t>Sayur di pasar sering tidak segar.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6">
                    <a:lumMod val="50000"/>
                  </a:schemeClr>
                </a:solidFill>
              </a:rPr>
              <a:t>Harus antre dan menghabiskan waktu.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9962DC-DA73-D050-7339-7A6A187E99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90747" y="2582174"/>
            <a:ext cx="4313864" cy="2373208"/>
          </a:xfrm>
        </p:spPr>
        <p:txBody>
          <a:bodyPr/>
          <a:lstStyle/>
          <a:p>
            <a:pPr marL="0" indent="0">
              <a:buNone/>
            </a:pPr>
            <a:r>
              <a:rPr lang="id-ID" b="1" dirty="0">
                <a:solidFill>
                  <a:schemeClr val="accent6">
                    <a:lumMod val="50000"/>
                  </a:schemeClr>
                </a:solidFill>
              </a:rPr>
              <a:t>Solusi FreshBox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6">
                    <a:lumMod val="50000"/>
                  </a:schemeClr>
                </a:solidFill>
              </a:rPr>
              <a:t>Pesan lewat aplikasi.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6">
                    <a:lumMod val="50000"/>
                  </a:schemeClr>
                </a:solidFill>
              </a:rPr>
              <a:t>Sayur dipanen setiap pagi.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6">
                    <a:lumMod val="50000"/>
                  </a:schemeClr>
                </a:solidFill>
              </a:rPr>
              <a:t>Diantar dalam waktu kurang dari 2 jam.</a:t>
            </a:r>
          </a:p>
        </p:txBody>
      </p:sp>
    </p:spTree>
    <p:extLst>
      <p:ext uri="{BB962C8B-B14F-4D97-AF65-F5344CB8AC3E}">
        <p14:creationId xmlns:p14="http://schemas.microsoft.com/office/powerpoint/2010/main" val="706676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  <p:bldP spid="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E1E62-9BB7-7D3A-954A-5BE9EBF7D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d-ID" sz="4000" b="1" dirty="0">
                <a:solidFill>
                  <a:schemeClr val="accent5">
                    <a:lumMod val="50000"/>
                  </a:schemeClr>
                </a:solidFill>
              </a:rPr>
              <a:t>PRODUK KAMI</a:t>
            </a:r>
            <a:endParaRPr lang="id-ID" sz="4000" dirty="0">
              <a:solidFill>
                <a:schemeClr val="accent5">
                  <a:lumMod val="5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9811BB-7BC7-9B20-E0EB-F9CB0043BB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8426" b="94457" l="10000" r="94265">
                        <a14:foregroundMark x1="40441" y1="76497" x2="45147" y2="26829"/>
                        <a14:foregroundMark x1="60147" y1="69401" x2="71471" y2="25499"/>
                        <a14:foregroundMark x1="71471" y1="25499" x2="71176" y2="11973"/>
                        <a14:foregroundMark x1="82794" y1="94678" x2="84412" y2="77384"/>
                        <a14:foregroundMark x1="92647" y1="52106" x2="94265" y2="43237"/>
                        <a14:foregroundMark x1="35294" y1="38137" x2="34559" y2="67627"/>
                        <a14:foregroundMark x1="34559" y1="67627" x2="37059" y2="82483"/>
                        <a14:foregroundMark x1="64853" y1="28381" x2="56765" y2="62749"/>
                        <a14:foregroundMark x1="56765" y1="62749" x2="70441" y2="39024"/>
                        <a14:foregroundMark x1="70441" y1="39024" x2="71765" y2="27494"/>
                        <a14:foregroundMark x1="53824" y1="72949" x2="68824" y2="62528"/>
                        <a14:foregroundMark x1="34118" y1="16186" x2="46912" y2="17960"/>
                        <a14:foregroundMark x1="60735" y1="8426" x2="72941" y2="12860"/>
                        <a14:foregroundMark x1="79265" y1="80044" x2="80441" y2="75610"/>
                        <a14:foregroundMark x1="60147" y1="8426" x2="74118" y2="12860"/>
                        <a14:foregroundMark x1="30147" y1="21508" x2="46912" y2="1618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2668" y="1594337"/>
            <a:ext cx="2591069" cy="17184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9EA3D2C-CC81-5117-EDE5-EB3B184BF5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924" b="93130" l="8779" r="95547">
                        <a14:foregroundMark x1="8779" y1="47201" x2="9160" y2="45038"/>
                        <a14:foregroundMark x1="52672" y1="91985" x2="64758" y2="93639"/>
                        <a14:foregroundMark x1="64758" y1="93639" x2="73155" y2="93130"/>
                        <a14:foregroundMark x1="73155" y1="93130" x2="63359" y2="92239"/>
                        <a14:foregroundMark x1="43511" y1="62977" x2="45674" y2="57761"/>
                        <a14:foregroundMark x1="92494" y1="43257" x2="90712" y2="50891"/>
                        <a14:foregroundMark x1="95547" y1="45420" x2="95547" y2="45420"/>
                        <a14:foregroundMark x1="20992" y1="86387" x2="20992" y2="86387"/>
                        <a14:foregroundMark x1="33461" y1="88550" x2="33461" y2="88550"/>
                        <a14:foregroundMark x1="54198" y1="92621" x2="54198" y2="92621"/>
                        <a14:foregroundMark x1="54198" y1="92875" x2="54198" y2="9287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2268" y="1594337"/>
            <a:ext cx="1718488" cy="17184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2944F-A3A0-205C-EB4E-43A1170877D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9386" b="92058" l="9928" r="89892">
                        <a14:foregroundMark x1="16245" y1="90614" x2="56859" y2="89350"/>
                        <a14:foregroundMark x1="56859" y1="89350" x2="68953" y2="89350"/>
                        <a14:foregroundMark x1="68953" y1="89350" x2="81949" y2="87726"/>
                        <a14:foregroundMark x1="81949" y1="87726" x2="74729" y2="87004"/>
                        <a14:foregroundMark x1="85560" y1="88989" x2="68592" y2="87365"/>
                        <a14:foregroundMark x1="37004" y1="91516" x2="18051" y2="91336"/>
                        <a14:foregroundMark x1="28700" y1="91516" x2="25632" y2="92058"/>
                        <a14:foregroundMark x1="31047" y1="50722" x2="33032" y2="46931"/>
                        <a14:foregroundMark x1="47834" y1="9386" x2="51805" y2="102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9287" y="1210810"/>
            <a:ext cx="2485541" cy="24855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C8572EF-CA07-8E56-C59A-1312C32F9D92}"/>
              </a:ext>
            </a:extLst>
          </p:cNvPr>
          <p:cNvSpPr txBox="1"/>
          <p:nvPr/>
        </p:nvSpPr>
        <p:spPr>
          <a:xfrm>
            <a:off x="3087974" y="4062334"/>
            <a:ext cx="3897442" cy="21171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id-ID" b="1" dirty="0">
                <a:solidFill>
                  <a:schemeClr val="accent4">
                    <a:lumMod val="50000"/>
                  </a:schemeClr>
                </a:solidFill>
              </a:rPr>
              <a:t>Fitur Utama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4">
                    <a:lumMod val="50000"/>
                  </a:schemeClr>
                </a:solidFill>
              </a:rPr>
              <a:t>Order online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4">
                    <a:lumMod val="50000"/>
                  </a:schemeClr>
                </a:solidFill>
              </a:rPr>
              <a:t>Tracking pengiriman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4">
                    <a:lumMod val="50000"/>
                  </a:schemeClr>
                </a:solidFill>
              </a:rPr>
              <a:t>Pembayaran digital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4">
                    <a:lumMod val="50000"/>
                  </a:schemeClr>
                </a:solidFill>
              </a:rPr>
              <a:t>Promo mingguan</a:t>
            </a:r>
          </a:p>
        </p:txBody>
      </p:sp>
    </p:spTree>
    <p:extLst>
      <p:ext uri="{BB962C8B-B14F-4D97-AF65-F5344CB8AC3E}">
        <p14:creationId xmlns:p14="http://schemas.microsoft.com/office/powerpoint/2010/main" val="442032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500"/>
                            </p:stCondLst>
                            <p:childTnLst>
                              <p:par>
                                <p:cTn id="2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4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AF748-AC5E-1E6E-480A-EE925D508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POTENSI PASAR</a:t>
            </a:r>
          </a:p>
        </p:txBody>
      </p:sp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99FFC9B5-A226-4603-F40C-4496D680626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38151071"/>
              </p:ext>
            </p:extLst>
          </p:nvPr>
        </p:nvGraphicFramePr>
        <p:xfrm>
          <a:off x="2032000" y="1528997"/>
          <a:ext cx="9472611" cy="35976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CE0AC63-FCFF-0127-4C92-569248988FCF}"/>
              </a:ext>
            </a:extLst>
          </p:cNvPr>
          <p:cNvSpPr txBox="1"/>
          <p:nvPr/>
        </p:nvSpPr>
        <p:spPr>
          <a:xfrm>
            <a:off x="2032000" y="5231567"/>
            <a:ext cx="94726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Pasar grocery online terus meningkat.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Pertumbuhan sekitar 25–35% per tahun.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Target awal kota besar.</a:t>
            </a:r>
          </a:p>
        </p:txBody>
      </p:sp>
    </p:spTree>
    <p:extLst>
      <p:ext uri="{BB962C8B-B14F-4D97-AF65-F5344CB8AC3E}">
        <p14:creationId xmlns:p14="http://schemas.microsoft.com/office/powerpoint/2010/main" val="365864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9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-4" categoryIdx="0" bldStep="category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9">
                                            <p:graphicEl>
                                              <a:chart seriesIdx="-4" categoryIdx="0" bldStep="category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-4" categoryIdx="1" bldStep="category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9">
                                            <p:graphicEl>
                                              <a:chart seriesIdx="-4" categoryIdx="1" bldStep="category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-4" categoryIdx="2" bldStep="category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9">
                                            <p:graphicEl>
                                              <a:chart seriesIdx="-4" categoryIdx="2" bldStep="category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-4" categoryIdx="3" bldStep="category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9">
                                            <p:graphicEl>
                                              <a:chart seriesIdx="-4" categoryIdx="3" bldStep="category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75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5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75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75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9" grpId="0" uiExpand="1">
        <p:bldSub>
          <a:bldChart bld="category"/>
        </p:bldSub>
      </p:bldGraphic>
      <p:bldP spid="10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D3122-40DB-50EA-626E-3C2997C71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d-ID" sz="4000" b="1" dirty="0">
                <a:solidFill>
                  <a:schemeClr val="accent5">
                    <a:lumMod val="50000"/>
                  </a:schemeClr>
                </a:solidFill>
              </a:rPr>
              <a:t>BUSINESS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7F1C0B-F345-6692-D815-139FDF7D70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89212" y="1548984"/>
            <a:ext cx="4313864" cy="21010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Sumber Pendapatan</a:t>
            </a:r>
          </a:p>
          <a:p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Margin penjualan produk</a:t>
            </a:r>
          </a:p>
          <a:p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Biaya pengiriman</a:t>
            </a:r>
          </a:p>
          <a:p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Membership Premium</a:t>
            </a:r>
          </a:p>
          <a:p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Iklan produk UMKM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5447D9-58ED-5431-C545-47A2BF93BE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90747" y="1541606"/>
            <a:ext cx="4313864" cy="2088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d-ID" b="1" dirty="0"/>
              <a:t>Biaya Operasional</a:t>
            </a:r>
          </a:p>
          <a:p>
            <a:r>
              <a:rPr lang="id-ID" dirty="0"/>
              <a:t>Biaya tenaga kerja</a:t>
            </a:r>
          </a:p>
          <a:p>
            <a:r>
              <a:rPr lang="id-ID" dirty="0"/>
              <a:t>Biaya alat dan mesin</a:t>
            </a:r>
          </a:p>
          <a:p>
            <a:r>
              <a:rPr lang="id-ID" dirty="0"/>
              <a:t>Biaya sewa tempat</a:t>
            </a:r>
          </a:p>
          <a:p>
            <a:r>
              <a:rPr lang="id-ID" dirty="0"/>
              <a:t>Biaya listrik dan air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F440AA2-45C7-2D48-1384-52B05E36A1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3064824"/>
              </p:ext>
            </p:extLst>
          </p:nvPr>
        </p:nvGraphicFramePr>
        <p:xfrm>
          <a:off x="2589212" y="3780521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382014171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0764787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PRODUK</a:t>
                      </a:r>
                      <a:endParaRPr lang="id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HARGA</a:t>
                      </a:r>
                      <a:endParaRPr lang="id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15132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Paket Sayur</a:t>
                      </a:r>
                      <a:endParaRPr lang="id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Rp. 50.000</a:t>
                      </a:r>
                      <a:endParaRPr lang="id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958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Biaya</a:t>
                      </a:r>
                      <a:r>
                        <a:rPr lang="en-US" dirty="0"/>
                        <a:t> Kirim</a:t>
                      </a:r>
                      <a:endParaRPr lang="id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Rp. 10.000</a:t>
                      </a:r>
                      <a:endParaRPr lang="id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704558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AFAB1D5-F552-A616-B428-0981BE94DF4C}"/>
              </a:ext>
            </a:extLst>
          </p:cNvPr>
          <p:cNvSpPr txBox="1"/>
          <p:nvPr/>
        </p:nvSpPr>
        <p:spPr>
          <a:xfrm>
            <a:off x="2589212" y="5030952"/>
            <a:ext cx="26035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Margin Rata-rata 30%</a:t>
            </a:r>
            <a:endParaRPr lang="id-ID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E7BA5E-518F-6BDF-409E-BF849412F957}"/>
              </a:ext>
            </a:extLst>
          </p:cNvPr>
          <p:cNvSpPr/>
          <p:nvPr/>
        </p:nvSpPr>
        <p:spPr>
          <a:xfrm>
            <a:off x="2589212" y="5681273"/>
            <a:ext cx="2087719" cy="614597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Supplier</a:t>
            </a:r>
            <a:endParaRPr lang="id-ID" b="1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E46560B-961E-B2EC-C3EA-9885838C82DF}"/>
              </a:ext>
            </a:extLst>
          </p:cNvPr>
          <p:cNvSpPr/>
          <p:nvPr/>
        </p:nvSpPr>
        <p:spPr>
          <a:xfrm>
            <a:off x="5609352" y="5681273"/>
            <a:ext cx="2087719" cy="614597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 err="1"/>
              <a:t>FreshBox</a:t>
            </a:r>
            <a:endParaRPr lang="id-ID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7A1C42C-B29E-D352-E274-955D44A1461A}"/>
              </a:ext>
            </a:extLst>
          </p:cNvPr>
          <p:cNvSpPr/>
          <p:nvPr/>
        </p:nvSpPr>
        <p:spPr>
          <a:xfrm>
            <a:off x="8629492" y="5681272"/>
            <a:ext cx="2087719" cy="614597"/>
          </a:xfrm>
          <a:prstGeom prst="round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Customer</a:t>
            </a:r>
            <a:endParaRPr lang="id-ID" b="1" dirty="0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70AFA93F-294D-4E8C-904B-C80EB744D8E2}"/>
              </a:ext>
            </a:extLst>
          </p:cNvPr>
          <p:cNvSpPr/>
          <p:nvPr/>
        </p:nvSpPr>
        <p:spPr>
          <a:xfrm>
            <a:off x="4910454" y="5681272"/>
            <a:ext cx="479685" cy="614597"/>
          </a:xfrm>
          <a:prstGeom prst="rightArrow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B63DD1BC-401B-5137-C1CB-8B64F0978A52}"/>
              </a:ext>
            </a:extLst>
          </p:cNvPr>
          <p:cNvSpPr/>
          <p:nvPr/>
        </p:nvSpPr>
        <p:spPr>
          <a:xfrm>
            <a:off x="7923439" y="5681272"/>
            <a:ext cx="479685" cy="614597"/>
          </a:xfrm>
          <a:prstGeom prst="rightArrow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2803596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500"/>
                            </p:stCondLst>
                            <p:childTnLst>
                              <p:par>
                                <p:cTn id="4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60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6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675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7000"/>
                            </p:stCondLst>
                            <p:childTnLst>
                              <p:par>
                                <p:cTn id="6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7250"/>
                            </p:stCondLst>
                            <p:childTnLst>
                              <p:par>
                                <p:cTn id="6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7500"/>
                            </p:stCondLst>
                            <p:childTnLst>
                              <p:par>
                                <p:cTn id="7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  <p:bldP spid="4" grpId="0" uiExpand="1" build="p"/>
      <p:bldP spid="7" grpId="0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E55F2-939D-A5A6-03D4-C7BBD8283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TIM KAMI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299F898-EE6D-1F76-B9C5-591B9F370A80}"/>
              </a:ext>
            </a:extLst>
          </p:cNvPr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773201951"/>
              </p:ext>
            </p:extLst>
          </p:nvPr>
        </p:nvGraphicFramePr>
        <p:xfrm>
          <a:off x="2218545" y="2867025"/>
          <a:ext cx="4313238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6619">
                  <a:extLst>
                    <a:ext uri="{9D8B030D-6E8A-4147-A177-3AD203B41FA5}">
                      <a16:colId xmlns:a16="http://schemas.microsoft.com/office/drawing/2014/main" val="1726726030"/>
                    </a:ext>
                  </a:extLst>
                </a:gridCol>
                <a:gridCol w="2156619">
                  <a:extLst>
                    <a:ext uri="{9D8B030D-6E8A-4147-A177-3AD203B41FA5}">
                      <a16:colId xmlns:a16="http://schemas.microsoft.com/office/drawing/2014/main" val="16032292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Nama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Jabatan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1838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Andi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CEO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4427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Budi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CTO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21618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Sinta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Marketing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8850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d-ID" dirty="0"/>
                        <a:t>Rina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d-ID" dirty="0"/>
                        <a:t>Finance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5593660"/>
                  </a:ext>
                </a:extLst>
              </a:tr>
            </a:tbl>
          </a:graphicData>
        </a:graphic>
      </p:graphicFrame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99EA3973-E869-8517-EFC7-EE97BCC081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86627334"/>
              </p:ext>
            </p:extLst>
          </p:nvPr>
        </p:nvGraphicFramePr>
        <p:xfrm>
          <a:off x="6955437" y="1825677"/>
          <a:ext cx="3663266" cy="39368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74139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3" grpId="0">
        <p:bldAsOne/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83B37-1B4B-4116-0F80-6AEBD6FEA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Mari Bertumbuh Bersama Kami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5C8741-E74C-B713-0A57-0F39DC95847B}"/>
              </a:ext>
            </a:extLst>
          </p:cNvPr>
          <p:cNvSpPr txBox="1"/>
          <p:nvPr/>
        </p:nvSpPr>
        <p:spPr>
          <a:xfrm>
            <a:off x="2143218" y="1584810"/>
            <a:ext cx="6670623" cy="21171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Yang Kami Cari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Investasi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Partner Strategis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Supplier Baru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Mentor Bisnis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0335F9-2D0B-45A1-A52D-E6F11CC22FE0}"/>
              </a:ext>
            </a:extLst>
          </p:cNvPr>
          <p:cNvSpPr txBox="1"/>
          <p:nvPr/>
        </p:nvSpPr>
        <p:spPr>
          <a:xfrm>
            <a:off x="2143218" y="3926306"/>
            <a:ext cx="66706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b="1" dirty="0">
                <a:solidFill>
                  <a:schemeClr val="accent5">
                    <a:lumMod val="50000"/>
                  </a:schemeClr>
                </a:solidFill>
              </a:rPr>
              <a:t>Kontak</a:t>
            </a:r>
            <a:endParaRPr lang="en-US" b="1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hello@freshbox.id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+62 812-3456-7890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id-ID" dirty="0">
                <a:solidFill>
                  <a:schemeClr val="accent5">
                    <a:lumMod val="50000"/>
                  </a:schemeClr>
                </a:solidFill>
              </a:rPr>
              <a:t>http://www.freshbox.id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C08E5C-CA05-57C2-BE76-86A411D3CA90}"/>
              </a:ext>
            </a:extLst>
          </p:cNvPr>
          <p:cNvSpPr txBox="1"/>
          <p:nvPr/>
        </p:nvSpPr>
        <p:spPr>
          <a:xfrm>
            <a:off x="2183192" y="5350948"/>
            <a:ext cx="88063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i="1" dirty="0">
                <a:solidFill>
                  <a:srgbClr val="002060"/>
                </a:solidFill>
              </a:rPr>
              <a:t>"Bersama FreshBox, belanja kebutuhan segar menjadi lebih mudah, cepat, dan terpercaya."</a:t>
            </a:r>
          </a:p>
        </p:txBody>
      </p:sp>
    </p:spTree>
    <p:extLst>
      <p:ext uri="{BB962C8B-B14F-4D97-AF65-F5344CB8AC3E}">
        <p14:creationId xmlns:p14="http://schemas.microsoft.com/office/powerpoint/2010/main" val="1999141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750"/>
                            </p:stCondLst>
                            <p:childTnLst>
                              <p:par>
                                <p:cTn id="1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25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75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25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7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75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425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475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4" grpId="0" build="p"/>
      <p:bldP spid="5" grpId="0" build="allAtOnce"/>
    </p:bldLst>
  </p:timing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420</TotalTime>
  <Words>209</Words>
  <Application>Microsoft Office PowerPoint</Application>
  <PresentationFormat>Widescreen</PresentationFormat>
  <Paragraphs>73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Century Gothic</vt:lpstr>
      <vt:lpstr>Wingdings</vt:lpstr>
      <vt:lpstr>Wingdings 3</vt:lpstr>
      <vt:lpstr>Wisp</vt:lpstr>
      <vt:lpstr>FRESHBOX</vt:lpstr>
      <vt:lpstr>MASALAH &amp; SOLUSI</vt:lpstr>
      <vt:lpstr>PRODUK KAMI</vt:lpstr>
      <vt:lpstr>POTENSI PASAR</vt:lpstr>
      <vt:lpstr>BUSINESS MODEL</vt:lpstr>
      <vt:lpstr>TIM KAMI</vt:lpstr>
      <vt:lpstr>Mari Bertumbuh Bersama Kami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ONY</dc:creator>
  <cp:lastModifiedBy>ONY</cp:lastModifiedBy>
  <cp:revision>5</cp:revision>
  <dcterms:created xsi:type="dcterms:W3CDTF">2026-07-15T15:06:09Z</dcterms:created>
  <dcterms:modified xsi:type="dcterms:W3CDTF">2026-07-17T02:30:15Z</dcterms:modified>
</cp:coreProperties>
</file>