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media/image6.jpg" ContentType="image/jpeg"/>
  <Override PartName="/ppt/media/image7.jpg" ContentType="image/jpeg"/>
  <Override PartName="/ppt/media/image8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 (Miliar RP)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2A-498B-A991-0926B2182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136749343"/>
        <c:axId val="2136749823"/>
      </c:barChart>
      <c:catAx>
        <c:axId val="213674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823"/>
        <c:crosses val="autoZero"/>
        <c:auto val="1"/>
        <c:lblAlgn val="ctr"/>
        <c:lblOffset val="100"/>
        <c:noMultiLvlLbl val="0"/>
      </c:catAx>
      <c:valAx>
        <c:axId val="21367498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A2D3C9-207C-4641-8002-B5F476C0D40E}" type="doc">
      <dgm:prSet loTypeId="urn:microsoft.com/office/officeart/2005/8/layout/process1" loCatId="process" qsTypeId="urn:microsoft.com/office/officeart/2005/8/quickstyle/simple5" qsCatId="simple" csTypeId="urn:microsoft.com/office/officeart/2005/8/colors/accent1_2" csCatId="accent1" phldr="1"/>
      <dgm:spPr/>
    </dgm:pt>
    <dgm:pt modelId="{8BBFF2B5-42C1-41F8-994D-23F2B0CE9563}">
      <dgm:prSet phldrT="[Text]"/>
      <dgm:spPr/>
      <dgm:t>
        <a:bodyPr/>
        <a:lstStyle/>
        <a:p>
          <a:r>
            <a:rPr lang="id-ID" dirty="0"/>
            <a:t>Supplier</a:t>
          </a:r>
        </a:p>
      </dgm:t>
    </dgm:pt>
    <dgm:pt modelId="{FA5B1C48-3C70-484C-8097-E2449598EE3C}" type="parTrans" cxnId="{5421628C-A7FD-40D0-81B3-567089382449}">
      <dgm:prSet/>
      <dgm:spPr/>
      <dgm:t>
        <a:bodyPr/>
        <a:lstStyle/>
        <a:p>
          <a:endParaRPr lang="id-ID"/>
        </a:p>
      </dgm:t>
    </dgm:pt>
    <dgm:pt modelId="{4367C4B1-BE12-4900-89B8-26BF13268B3C}" type="sibTrans" cxnId="{5421628C-A7FD-40D0-81B3-567089382449}">
      <dgm:prSet/>
      <dgm:spPr/>
      <dgm:t>
        <a:bodyPr/>
        <a:lstStyle/>
        <a:p>
          <a:endParaRPr lang="id-ID"/>
        </a:p>
      </dgm:t>
    </dgm:pt>
    <dgm:pt modelId="{E0020991-CAA7-423A-AA0F-A1E4B2333E73}">
      <dgm:prSet phldrT="[Text]"/>
      <dgm:spPr/>
      <dgm:t>
        <a:bodyPr/>
        <a:lstStyle/>
        <a:p>
          <a:r>
            <a:rPr lang="id-ID" dirty="0"/>
            <a:t>FreshBox</a:t>
          </a:r>
        </a:p>
      </dgm:t>
    </dgm:pt>
    <dgm:pt modelId="{93B2D490-E0DA-4A04-B330-7E3273D3583E}" type="parTrans" cxnId="{ECB12A71-A03E-4054-B7A0-20C0D8BE8FCC}">
      <dgm:prSet/>
      <dgm:spPr/>
      <dgm:t>
        <a:bodyPr/>
        <a:lstStyle/>
        <a:p>
          <a:endParaRPr lang="id-ID"/>
        </a:p>
      </dgm:t>
    </dgm:pt>
    <dgm:pt modelId="{486C25BE-E739-4790-A160-B312C355D61B}" type="sibTrans" cxnId="{ECB12A71-A03E-4054-B7A0-20C0D8BE8FCC}">
      <dgm:prSet/>
      <dgm:spPr/>
      <dgm:t>
        <a:bodyPr/>
        <a:lstStyle/>
        <a:p>
          <a:endParaRPr lang="id-ID"/>
        </a:p>
      </dgm:t>
    </dgm:pt>
    <dgm:pt modelId="{5148FB0F-FDFE-46CB-AF54-1D087A3D3145}">
      <dgm:prSet phldrT="[Text]"/>
      <dgm:spPr/>
      <dgm:t>
        <a:bodyPr/>
        <a:lstStyle/>
        <a:p>
          <a:r>
            <a:rPr lang="id-ID" dirty="0"/>
            <a:t>Customer</a:t>
          </a:r>
        </a:p>
      </dgm:t>
    </dgm:pt>
    <dgm:pt modelId="{1EBFEAA3-9893-4EA9-9AC5-227B4C9A1073}" type="parTrans" cxnId="{A9378CEF-3943-4F07-8B59-0F0989517F5D}">
      <dgm:prSet/>
      <dgm:spPr/>
      <dgm:t>
        <a:bodyPr/>
        <a:lstStyle/>
        <a:p>
          <a:endParaRPr lang="id-ID"/>
        </a:p>
      </dgm:t>
    </dgm:pt>
    <dgm:pt modelId="{2181A224-3449-4F95-8E8A-62091D7A2D8D}" type="sibTrans" cxnId="{A9378CEF-3943-4F07-8B59-0F0989517F5D}">
      <dgm:prSet/>
      <dgm:spPr/>
      <dgm:t>
        <a:bodyPr/>
        <a:lstStyle/>
        <a:p>
          <a:endParaRPr lang="id-ID"/>
        </a:p>
      </dgm:t>
    </dgm:pt>
    <dgm:pt modelId="{BEB204A4-12B5-445A-85E2-D3E28447F9B8}" type="pres">
      <dgm:prSet presAssocID="{B2A2D3C9-207C-4641-8002-B5F476C0D40E}" presName="Name0" presStyleCnt="0">
        <dgm:presLayoutVars>
          <dgm:dir/>
          <dgm:resizeHandles val="exact"/>
        </dgm:presLayoutVars>
      </dgm:prSet>
      <dgm:spPr/>
    </dgm:pt>
    <dgm:pt modelId="{E0CA63EB-3957-426C-8E60-6C2C52E68BCF}" type="pres">
      <dgm:prSet presAssocID="{8BBFF2B5-42C1-41F8-994D-23F2B0CE9563}" presName="node" presStyleLbl="node1" presStyleIdx="0" presStyleCnt="3">
        <dgm:presLayoutVars>
          <dgm:bulletEnabled val="1"/>
        </dgm:presLayoutVars>
      </dgm:prSet>
      <dgm:spPr/>
    </dgm:pt>
    <dgm:pt modelId="{26E31169-FDF6-46D8-B57A-95CE5F64E17B}" type="pres">
      <dgm:prSet presAssocID="{4367C4B1-BE12-4900-89B8-26BF13268B3C}" presName="sibTrans" presStyleLbl="sibTrans2D1" presStyleIdx="0" presStyleCnt="2"/>
      <dgm:spPr/>
    </dgm:pt>
    <dgm:pt modelId="{F9965D54-B3FE-4852-9F56-BF94E27CEAF4}" type="pres">
      <dgm:prSet presAssocID="{4367C4B1-BE12-4900-89B8-26BF13268B3C}" presName="connectorText" presStyleLbl="sibTrans2D1" presStyleIdx="0" presStyleCnt="2"/>
      <dgm:spPr/>
    </dgm:pt>
    <dgm:pt modelId="{FAE57F19-37EF-45B6-95CB-137DB162D0D0}" type="pres">
      <dgm:prSet presAssocID="{E0020991-CAA7-423A-AA0F-A1E4B2333E73}" presName="node" presStyleLbl="node1" presStyleIdx="1" presStyleCnt="3">
        <dgm:presLayoutVars>
          <dgm:bulletEnabled val="1"/>
        </dgm:presLayoutVars>
      </dgm:prSet>
      <dgm:spPr/>
    </dgm:pt>
    <dgm:pt modelId="{BB781B9D-8CFC-48E0-973A-409445EC32D7}" type="pres">
      <dgm:prSet presAssocID="{486C25BE-E739-4790-A160-B312C355D61B}" presName="sibTrans" presStyleLbl="sibTrans2D1" presStyleIdx="1" presStyleCnt="2"/>
      <dgm:spPr/>
    </dgm:pt>
    <dgm:pt modelId="{B44F5F2A-DD50-40D6-959E-C63F4293A895}" type="pres">
      <dgm:prSet presAssocID="{486C25BE-E739-4790-A160-B312C355D61B}" presName="connectorText" presStyleLbl="sibTrans2D1" presStyleIdx="1" presStyleCnt="2"/>
      <dgm:spPr/>
    </dgm:pt>
    <dgm:pt modelId="{BE695BEE-B25A-4685-AD98-1B41138250C4}" type="pres">
      <dgm:prSet presAssocID="{5148FB0F-FDFE-46CB-AF54-1D087A3D3145}" presName="node" presStyleLbl="node1" presStyleIdx="2" presStyleCnt="3">
        <dgm:presLayoutVars>
          <dgm:bulletEnabled val="1"/>
        </dgm:presLayoutVars>
      </dgm:prSet>
      <dgm:spPr/>
    </dgm:pt>
  </dgm:ptLst>
  <dgm:cxnLst>
    <dgm:cxn modelId="{28657A18-EE60-49F3-91B0-29F2D98EB3DF}" type="presOf" srcId="{486C25BE-E739-4790-A160-B312C355D61B}" destId="{B44F5F2A-DD50-40D6-959E-C63F4293A895}" srcOrd="1" destOrd="0" presId="urn:microsoft.com/office/officeart/2005/8/layout/process1"/>
    <dgm:cxn modelId="{C0620927-6EC1-4E5C-AF23-C90E43000A0C}" type="presOf" srcId="{B2A2D3C9-207C-4641-8002-B5F476C0D40E}" destId="{BEB204A4-12B5-445A-85E2-D3E28447F9B8}" srcOrd="0" destOrd="0" presId="urn:microsoft.com/office/officeart/2005/8/layout/process1"/>
    <dgm:cxn modelId="{6C7A7F4B-D43A-43CF-92B3-0853586B9F1A}" type="presOf" srcId="{5148FB0F-FDFE-46CB-AF54-1D087A3D3145}" destId="{BE695BEE-B25A-4685-AD98-1B41138250C4}" srcOrd="0" destOrd="0" presId="urn:microsoft.com/office/officeart/2005/8/layout/process1"/>
    <dgm:cxn modelId="{ECB12A71-A03E-4054-B7A0-20C0D8BE8FCC}" srcId="{B2A2D3C9-207C-4641-8002-B5F476C0D40E}" destId="{E0020991-CAA7-423A-AA0F-A1E4B2333E73}" srcOrd="1" destOrd="0" parTransId="{93B2D490-E0DA-4A04-B330-7E3273D3583E}" sibTransId="{486C25BE-E739-4790-A160-B312C355D61B}"/>
    <dgm:cxn modelId="{5421628C-A7FD-40D0-81B3-567089382449}" srcId="{B2A2D3C9-207C-4641-8002-B5F476C0D40E}" destId="{8BBFF2B5-42C1-41F8-994D-23F2B0CE9563}" srcOrd="0" destOrd="0" parTransId="{FA5B1C48-3C70-484C-8097-E2449598EE3C}" sibTransId="{4367C4B1-BE12-4900-89B8-26BF13268B3C}"/>
    <dgm:cxn modelId="{4997B08C-4421-4961-A86C-D764163F6C2C}" type="presOf" srcId="{4367C4B1-BE12-4900-89B8-26BF13268B3C}" destId="{F9965D54-B3FE-4852-9F56-BF94E27CEAF4}" srcOrd="1" destOrd="0" presId="urn:microsoft.com/office/officeart/2005/8/layout/process1"/>
    <dgm:cxn modelId="{CDC9BC98-E48B-4B49-AE5E-1C191DE3D587}" type="presOf" srcId="{8BBFF2B5-42C1-41F8-994D-23F2B0CE9563}" destId="{E0CA63EB-3957-426C-8E60-6C2C52E68BCF}" srcOrd="0" destOrd="0" presId="urn:microsoft.com/office/officeart/2005/8/layout/process1"/>
    <dgm:cxn modelId="{084109BE-85FF-4E1E-B200-8D669C214C12}" type="presOf" srcId="{4367C4B1-BE12-4900-89B8-26BF13268B3C}" destId="{26E31169-FDF6-46D8-B57A-95CE5F64E17B}" srcOrd="0" destOrd="0" presId="urn:microsoft.com/office/officeart/2005/8/layout/process1"/>
    <dgm:cxn modelId="{D229E8E5-0858-484C-89B7-44C9871522D3}" type="presOf" srcId="{486C25BE-E739-4790-A160-B312C355D61B}" destId="{BB781B9D-8CFC-48E0-973A-409445EC32D7}" srcOrd="0" destOrd="0" presId="urn:microsoft.com/office/officeart/2005/8/layout/process1"/>
    <dgm:cxn modelId="{A9378CEF-3943-4F07-8B59-0F0989517F5D}" srcId="{B2A2D3C9-207C-4641-8002-B5F476C0D40E}" destId="{5148FB0F-FDFE-46CB-AF54-1D087A3D3145}" srcOrd="2" destOrd="0" parTransId="{1EBFEAA3-9893-4EA9-9AC5-227B4C9A1073}" sibTransId="{2181A224-3449-4F95-8E8A-62091D7A2D8D}"/>
    <dgm:cxn modelId="{2BDDD9F6-0416-46BD-8DF7-E495F37D4088}" type="presOf" srcId="{E0020991-CAA7-423A-AA0F-A1E4B2333E73}" destId="{FAE57F19-37EF-45B6-95CB-137DB162D0D0}" srcOrd="0" destOrd="0" presId="urn:microsoft.com/office/officeart/2005/8/layout/process1"/>
    <dgm:cxn modelId="{CC09FB81-B7FE-48A0-96C6-976E6D80BD15}" type="presParOf" srcId="{BEB204A4-12B5-445A-85E2-D3E28447F9B8}" destId="{E0CA63EB-3957-426C-8E60-6C2C52E68BCF}" srcOrd="0" destOrd="0" presId="urn:microsoft.com/office/officeart/2005/8/layout/process1"/>
    <dgm:cxn modelId="{401C15DE-5693-4586-83F1-FC2D67C3139E}" type="presParOf" srcId="{BEB204A4-12B5-445A-85E2-D3E28447F9B8}" destId="{26E31169-FDF6-46D8-B57A-95CE5F64E17B}" srcOrd="1" destOrd="0" presId="urn:microsoft.com/office/officeart/2005/8/layout/process1"/>
    <dgm:cxn modelId="{7A684385-DEDF-4ACC-A5C7-6827C4024F16}" type="presParOf" srcId="{26E31169-FDF6-46D8-B57A-95CE5F64E17B}" destId="{F9965D54-B3FE-4852-9F56-BF94E27CEAF4}" srcOrd="0" destOrd="0" presId="urn:microsoft.com/office/officeart/2005/8/layout/process1"/>
    <dgm:cxn modelId="{36ED7673-EFAE-4943-A624-5E55F9041D01}" type="presParOf" srcId="{BEB204A4-12B5-445A-85E2-D3E28447F9B8}" destId="{FAE57F19-37EF-45B6-95CB-137DB162D0D0}" srcOrd="2" destOrd="0" presId="urn:microsoft.com/office/officeart/2005/8/layout/process1"/>
    <dgm:cxn modelId="{A30CD983-1A4D-48B2-979F-C1EC767851D4}" type="presParOf" srcId="{BEB204A4-12B5-445A-85E2-D3E28447F9B8}" destId="{BB781B9D-8CFC-48E0-973A-409445EC32D7}" srcOrd="3" destOrd="0" presId="urn:microsoft.com/office/officeart/2005/8/layout/process1"/>
    <dgm:cxn modelId="{34F6E866-7D50-43F5-B85F-0ECC848C3520}" type="presParOf" srcId="{BB781B9D-8CFC-48E0-973A-409445EC32D7}" destId="{B44F5F2A-DD50-40D6-959E-C63F4293A895}" srcOrd="0" destOrd="0" presId="urn:microsoft.com/office/officeart/2005/8/layout/process1"/>
    <dgm:cxn modelId="{321CEDF1-637F-440E-884D-653F6FCC79A3}" type="presParOf" srcId="{BEB204A4-12B5-445A-85E2-D3E28447F9B8}" destId="{BE695BEE-B25A-4685-AD98-1B41138250C4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691B4E-C62A-4FE2-86C7-D66CA99D84A9}" type="doc">
      <dgm:prSet loTypeId="urn:microsoft.com/office/officeart/2005/8/layout/pictureOrgChart+Icon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330E9E55-213F-418D-B009-72DFF282A171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A7EAD779-4B6D-407B-A6D6-1AF6BF6B71AB}" type="parTrans" cxnId="{809B2D0B-0FC6-4698-BA9F-F61D93CEB85A}">
      <dgm:prSet/>
      <dgm:spPr/>
      <dgm:t>
        <a:bodyPr/>
        <a:lstStyle/>
        <a:p>
          <a:endParaRPr lang="id-ID"/>
        </a:p>
      </dgm:t>
    </dgm:pt>
    <dgm:pt modelId="{55479A89-46C9-402C-A9E1-3F1200786909}" type="sibTrans" cxnId="{809B2D0B-0FC6-4698-BA9F-F61D93CEB85A}">
      <dgm:prSet/>
      <dgm:spPr/>
      <dgm:t>
        <a:bodyPr/>
        <a:lstStyle/>
        <a:p>
          <a:endParaRPr lang="id-ID"/>
        </a:p>
      </dgm:t>
    </dgm:pt>
    <dgm:pt modelId="{1C406D5D-28B7-4824-8D0E-F8E576AFE71E}" type="asst">
      <dgm:prSet phldrT="[Text]" phldr="0"/>
      <dgm:spPr/>
      <dgm:t>
        <a:bodyPr/>
        <a:lstStyle/>
        <a:p>
          <a:r>
            <a:rPr lang="en-US" dirty="0"/>
            <a:t>CTO</a:t>
          </a:r>
          <a:endParaRPr lang="id-ID" dirty="0"/>
        </a:p>
      </dgm:t>
    </dgm:pt>
    <dgm:pt modelId="{A2484D57-7CF2-4E5F-932C-B53943DC041E}" type="parTrans" cxnId="{649E312D-D4EA-442A-BDC3-826917BFDB32}">
      <dgm:prSet/>
      <dgm:spPr/>
      <dgm:t>
        <a:bodyPr/>
        <a:lstStyle/>
        <a:p>
          <a:endParaRPr lang="id-ID"/>
        </a:p>
      </dgm:t>
    </dgm:pt>
    <dgm:pt modelId="{AE07D34C-877B-4638-837A-0B3F00331D66}" type="sibTrans" cxnId="{649E312D-D4EA-442A-BDC3-826917BFDB32}">
      <dgm:prSet/>
      <dgm:spPr/>
      <dgm:t>
        <a:bodyPr/>
        <a:lstStyle/>
        <a:p>
          <a:endParaRPr lang="id-ID"/>
        </a:p>
      </dgm:t>
    </dgm:pt>
    <dgm:pt modelId="{D0C2ACCA-A0D3-4D86-829E-EF0B8AEAA421}">
      <dgm:prSet phldrT="[Text]"/>
      <dgm:spPr/>
      <dgm:t>
        <a:bodyPr/>
        <a:lstStyle/>
        <a:p>
          <a:r>
            <a:rPr lang="id-ID" dirty="0"/>
            <a:t>Marketing Manager</a:t>
          </a:r>
        </a:p>
      </dgm:t>
    </dgm:pt>
    <dgm:pt modelId="{EA4D2194-36B7-4FE6-8CD1-F88261B95E75}" type="parTrans" cxnId="{84D7A164-A11A-4545-82B6-C3CDA2CE4B38}">
      <dgm:prSet/>
      <dgm:spPr/>
      <dgm:t>
        <a:bodyPr/>
        <a:lstStyle/>
        <a:p>
          <a:endParaRPr lang="id-ID"/>
        </a:p>
      </dgm:t>
    </dgm:pt>
    <dgm:pt modelId="{E90C9D08-886F-4CAA-9757-98732156836C}" type="sibTrans" cxnId="{84D7A164-A11A-4545-82B6-C3CDA2CE4B38}">
      <dgm:prSet/>
      <dgm:spPr/>
      <dgm:t>
        <a:bodyPr/>
        <a:lstStyle/>
        <a:p>
          <a:endParaRPr lang="id-ID"/>
        </a:p>
      </dgm:t>
    </dgm:pt>
    <dgm:pt modelId="{65330C2D-5673-4B4D-9592-BEFD0D4945E1}" type="asst">
      <dgm:prSet phldrT="[Text]" phldr="0"/>
      <dgm:spPr/>
      <dgm:t>
        <a:bodyPr/>
        <a:lstStyle/>
        <a:p>
          <a:r>
            <a:rPr lang="en-US" dirty="0"/>
            <a:t>Finance</a:t>
          </a:r>
          <a:endParaRPr lang="id-ID" dirty="0"/>
        </a:p>
      </dgm:t>
    </dgm:pt>
    <dgm:pt modelId="{4201AA69-B2DE-4FCD-A5EE-15CF97CC2EC4}" type="parTrans" cxnId="{FF5C5F6E-DBCE-4FCF-AC69-844B57C0A62C}">
      <dgm:prSet/>
      <dgm:spPr/>
      <dgm:t>
        <a:bodyPr/>
        <a:lstStyle/>
        <a:p>
          <a:endParaRPr lang="id-ID"/>
        </a:p>
      </dgm:t>
    </dgm:pt>
    <dgm:pt modelId="{F252AFA8-51CA-497C-8602-1FD49EFF83F5}" type="sibTrans" cxnId="{FF5C5F6E-DBCE-4FCF-AC69-844B57C0A62C}">
      <dgm:prSet/>
      <dgm:spPr/>
      <dgm:t>
        <a:bodyPr/>
        <a:lstStyle/>
        <a:p>
          <a:endParaRPr lang="id-ID"/>
        </a:p>
      </dgm:t>
    </dgm:pt>
    <dgm:pt modelId="{7A72294B-ABEA-46DD-8490-233C9E3A8E96}" type="pres">
      <dgm:prSet presAssocID="{09691B4E-C62A-4FE2-86C7-D66CA99D84A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D1BB6C1-6DDF-4986-8FEB-6CD66EF36018}" type="pres">
      <dgm:prSet presAssocID="{330E9E55-213F-418D-B009-72DFF282A171}" presName="hierRoot1" presStyleCnt="0">
        <dgm:presLayoutVars>
          <dgm:hierBranch val="init"/>
        </dgm:presLayoutVars>
      </dgm:prSet>
      <dgm:spPr/>
    </dgm:pt>
    <dgm:pt modelId="{8EBF8D61-7541-45E7-8807-B7F68C3CF593}" type="pres">
      <dgm:prSet presAssocID="{330E9E55-213F-418D-B009-72DFF282A171}" presName="rootComposite1" presStyleCnt="0"/>
      <dgm:spPr/>
    </dgm:pt>
    <dgm:pt modelId="{65F724A1-5677-4B1D-8450-9FA69AEB0EE7}" type="pres">
      <dgm:prSet presAssocID="{330E9E55-213F-418D-B009-72DFF282A171}" presName="rootText1" presStyleLbl="node0" presStyleIdx="0" presStyleCnt="1">
        <dgm:presLayoutVars>
          <dgm:chPref val="3"/>
        </dgm:presLayoutVars>
      </dgm:prSet>
      <dgm:spPr/>
    </dgm:pt>
    <dgm:pt modelId="{E26C24AF-F31A-4342-A2ED-E0970E0275F7}" type="pres">
      <dgm:prSet presAssocID="{330E9E55-213F-418D-B009-72DFF282A171}" presName="rootPict1" presStyleLbl="alignImgPlace1" presStyleIdx="0" presStyleCnt="4"/>
      <dgm:spPr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</dgm:spPr>
    </dgm:pt>
    <dgm:pt modelId="{84F1B473-AAEB-4B50-9530-D2C916260B74}" type="pres">
      <dgm:prSet presAssocID="{330E9E55-213F-418D-B009-72DFF282A171}" presName="rootConnector1" presStyleLbl="node1" presStyleIdx="0" presStyleCnt="0"/>
      <dgm:spPr/>
    </dgm:pt>
    <dgm:pt modelId="{09CC94F6-532C-4DC7-8825-2C79A165AA95}" type="pres">
      <dgm:prSet presAssocID="{330E9E55-213F-418D-B009-72DFF282A171}" presName="hierChild2" presStyleCnt="0"/>
      <dgm:spPr/>
    </dgm:pt>
    <dgm:pt modelId="{C32FD7F3-FE3C-45EB-A660-40806D142DEB}" type="pres">
      <dgm:prSet presAssocID="{EA4D2194-36B7-4FE6-8CD1-F88261B95E75}" presName="Name37" presStyleLbl="parChTrans1D2" presStyleIdx="0" presStyleCnt="2"/>
      <dgm:spPr/>
    </dgm:pt>
    <dgm:pt modelId="{CE13542A-EDB4-487C-9DF8-4BB499746A1D}" type="pres">
      <dgm:prSet presAssocID="{D0C2ACCA-A0D3-4D86-829E-EF0B8AEAA421}" presName="hierRoot2" presStyleCnt="0">
        <dgm:presLayoutVars>
          <dgm:hierBranch val="init"/>
        </dgm:presLayoutVars>
      </dgm:prSet>
      <dgm:spPr/>
    </dgm:pt>
    <dgm:pt modelId="{4C06D3C2-BEC1-452F-92AC-A0B73069C8D4}" type="pres">
      <dgm:prSet presAssocID="{D0C2ACCA-A0D3-4D86-829E-EF0B8AEAA421}" presName="rootComposite" presStyleCnt="0"/>
      <dgm:spPr/>
    </dgm:pt>
    <dgm:pt modelId="{E20DD563-4C7F-488B-98F7-449803B5E305}" type="pres">
      <dgm:prSet presAssocID="{D0C2ACCA-A0D3-4D86-829E-EF0B8AEAA421}" presName="rootText" presStyleLbl="node2" presStyleIdx="0" presStyleCnt="1">
        <dgm:presLayoutVars>
          <dgm:chPref val="3"/>
        </dgm:presLayoutVars>
      </dgm:prSet>
      <dgm:spPr/>
    </dgm:pt>
    <dgm:pt modelId="{CBC7A6BA-DBF4-49B3-A920-D36DAB4BB02C}" type="pres">
      <dgm:prSet presAssocID="{D0C2ACCA-A0D3-4D86-829E-EF0B8AEAA421}" presName="rootPict" presStyleLbl="alignImgPlace1" presStyleIdx="1" presStyleCnt="4"/>
      <dgm:spPr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</dgm:spPr>
    </dgm:pt>
    <dgm:pt modelId="{F129E062-9CEA-4FF0-8D59-4F5961620445}" type="pres">
      <dgm:prSet presAssocID="{D0C2ACCA-A0D3-4D86-829E-EF0B8AEAA421}" presName="rootConnector" presStyleLbl="node2" presStyleIdx="0" presStyleCnt="1"/>
      <dgm:spPr/>
    </dgm:pt>
    <dgm:pt modelId="{C3618338-6DF5-4C0B-A6BA-ADC17EBD1DDF}" type="pres">
      <dgm:prSet presAssocID="{D0C2ACCA-A0D3-4D86-829E-EF0B8AEAA421}" presName="hierChild4" presStyleCnt="0"/>
      <dgm:spPr/>
    </dgm:pt>
    <dgm:pt modelId="{D72524BB-5FD2-4467-87F0-BD7816E42F7A}" type="pres">
      <dgm:prSet presAssocID="{D0C2ACCA-A0D3-4D86-829E-EF0B8AEAA421}" presName="hierChild5" presStyleCnt="0"/>
      <dgm:spPr/>
    </dgm:pt>
    <dgm:pt modelId="{AF7E8FEA-80E2-4306-BB24-9AF4B3C5DAB0}" type="pres">
      <dgm:prSet presAssocID="{4201AA69-B2DE-4FCD-A5EE-15CF97CC2EC4}" presName="Name111" presStyleLbl="parChTrans1D3" presStyleIdx="0" presStyleCnt="1"/>
      <dgm:spPr/>
    </dgm:pt>
    <dgm:pt modelId="{E8D35A17-0BE2-4675-9712-154CF221DEC7}" type="pres">
      <dgm:prSet presAssocID="{65330C2D-5673-4B4D-9592-BEFD0D4945E1}" presName="hierRoot3" presStyleCnt="0">
        <dgm:presLayoutVars>
          <dgm:hierBranch val="init"/>
        </dgm:presLayoutVars>
      </dgm:prSet>
      <dgm:spPr/>
    </dgm:pt>
    <dgm:pt modelId="{4D164B9F-1E02-476E-982C-7E573FE563A2}" type="pres">
      <dgm:prSet presAssocID="{65330C2D-5673-4B4D-9592-BEFD0D4945E1}" presName="rootComposite3" presStyleCnt="0"/>
      <dgm:spPr/>
    </dgm:pt>
    <dgm:pt modelId="{87B44B90-0C7D-4F22-825A-52F34EFE71E4}" type="pres">
      <dgm:prSet presAssocID="{65330C2D-5673-4B4D-9592-BEFD0D4945E1}" presName="rootText3" presStyleLbl="asst2" presStyleIdx="0" presStyleCnt="1">
        <dgm:presLayoutVars>
          <dgm:chPref val="3"/>
        </dgm:presLayoutVars>
      </dgm:prSet>
      <dgm:spPr/>
    </dgm:pt>
    <dgm:pt modelId="{4B5B8D77-5B5F-4048-8685-7AB41802E6E5}" type="pres">
      <dgm:prSet presAssocID="{65330C2D-5673-4B4D-9592-BEFD0D4945E1}" presName="rootPict3" presStyleLbl="alignImgPlace1" presStyleIdx="2" presStyleCnt="4"/>
      <dgm:spPr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</dgm:spPr>
    </dgm:pt>
    <dgm:pt modelId="{E6F381BF-C52E-4653-810C-6E620E0FBF39}" type="pres">
      <dgm:prSet presAssocID="{65330C2D-5673-4B4D-9592-BEFD0D4945E1}" presName="rootConnector3" presStyleLbl="asst2" presStyleIdx="0" presStyleCnt="1"/>
      <dgm:spPr/>
    </dgm:pt>
    <dgm:pt modelId="{CF332975-CD7C-4F7B-B048-331E5BBC1627}" type="pres">
      <dgm:prSet presAssocID="{65330C2D-5673-4B4D-9592-BEFD0D4945E1}" presName="hierChild6" presStyleCnt="0"/>
      <dgm:spPr/>
    </dgm:pt>
    <dgm:pt modelId="{A8DFF8FE-2759-4CBF-9FC5-7D13BB040DCD}" type="pres">
      <dgm:prSet presAssocID="{65330C2D-5673-4B4D-9592-BEFD0D4945E1}" presName="hierChild7" presStyleCnt="0"/>
      <dgm:spPr/>
    </dgm:pt>
    <dgm:pt modelId="{75F7F4B2-FD61-4E05-9511-D9DFA64FE797}" type="pres">
      <dgm:prSet presAssocID="{330E9E55-213F-418D-B009-72DFF282A171}" presName="hierChild3" presStyleCnt="0"/>
      <dgm:spPr/>
    </dgm:pt>
    <dgm:pt modelId="{C3A039F2-3BB1-4F31-A224-92C956D199AB}" type="pres">
      <dgm:prSet presAssocID="{A2484D57-7CF2-4E5F-932C-B53943DC041E}" presName="Name111" presStyleLbl="parChTrans1D2" presStyleIdx="1" presStyleCnt="2"/>
      <dgm:spPr/>
    </dgm:pt>
    <dgm:pt modelId="{F94B6ED5-D659-4868-9CFF-568F64136B94}" type="pres">
      <dgm:prSet presAssocID="{1C406D5D-28B7-4824-8D0E-F8E576AFE71E}" presName="hierRoot3" presStyleCnt="0">
        <dgm:presLayoutVars>
          <dgm:hierBranch val="init"/>
        </dgm:presLayoutVars>
      </dgm:prSet>
      <dgm:spPr/>
    </dgm:pt>
    <dgm:pt modelId="{C826CB45-08D7-410D-91DC-CC78C3CCB125}" type="pres">
      <dgm:prSet presAssocID="{1C406D5D-28B7-4824-8D0E-F8E576AFE71E}" presName="rootComposite3" presStyleCnt="0"/>
      <dgm:spPr/>
    </dgm:pt>
    <dgm:pt modelId="{39011096-CF31-4590-87F0-2E6AC5750F06}" type="pres">
      <dgm:prSet presAssocID="{1C406D5D-28B7-4824-8D0E-F8E576AFE71E}" presName="rootText3" presStyleLbl="asst1" presStyleIdx="0" presStyleCnt="1">
        <dgm:presLayoutVars>
          <dgm:chPref val="3"/>
        </dgm:presLayoutVars>
      </dgm:prSet>
      <dgm:spPr/>
    </dgm:pt>
    <dgm:pt modelId="{C94BC069-BA8D-4140-88A8-30374D281B6D}" type="pres">
      <dgm:prSet presAssocID="{1C406D5D-28B7-4824-8D0E-F8E576AFE71E}" presName="rootPict3" presStyleLbl="alignImgPlace1" presStyleIdx="3" presStyleCnt="4"/>
      <dgm:spPr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</dgm:spPr>
    </dgm:pt>
    <dgm:pt modelId="{D142DA1F-2053-4C3E-BAD2-E9210DD0049F}" type="pres">
      <dgm:prSet presAssocID="{1C406D5D-28B7-4824-8D0E-F8E576AFE71E}" presName="rootConnector3" presStyleLbl="asst1" presStyleIdx="0" presStyleCnt="1"/>
      <dgm:spPr/>
    </dgm:pt>
    <dgm:pt modelId="{520FFC4A-97F1-4B36-92D3-4ACD06654E95}" type="pres">
      <dgm:prSet presAssocID="{1C406D5D-28B7-4824-8D0E-F8E576AFE71E}" presName="hierChild6" presStyleCnt="0"/>
      <dgm:spPr/>
    </dgm:pt>
    <dgm:pt modelId="{A6987B65-A777-42F7-A9E5-CBFEC62A4760}" type="pres">
      <dgm:prSet presAssocID="{1C406D5D-28B7-4824-8D0E-F8E576AFE71E}" presName="hierChild7" presStyleCnt="0"/>
      <dgm:spPr/>
    </dgm:pt>
  </dgm:ptLst>
  <dgm:cxnLst>
    <dgm:cxn modelId="{809B2D0B-0FC6-4698-BA9F-F61D93CEB85A}" srcId="{09691B4E-C62A-4FE2-86C7-D66CA99D84A9}" destId="{330E9E55-213F-418D-B009-72DFF282A171}" srcOrd="0" destOrd="0" parTransId="{A7EAD779-4B6D-407B-A6D6-1AF6BF6B71AB}" sibTransId="{55479A89-46C9-402C-A9E1-3F1200786909}"/>
    <dgm:cxn modelId="{BD832620-6D7A-40AD-B0DD-B386955BBF2F}" type="presOf" srcId="{D0C2ACCA-A0D3-4D86-829E-EF0B8AEAA421}" destId="{E20DD563-4C7F-488B-98F7-449803B5E305}" srcOrd="0" destOrd="0" presId="urn:microsoft.com/office/officeart/2005/8/layout/pictureOrgChart+Icon"/>
    <dgm:cxn modelId="{B6BCBA23-6EC4-4607-A5DD-FE216AA4CEA5}" type="presOf" srcId="{EA4D2194-36B7-4FE6-8CD1-F88261B95E75}" destId="{C32FD7F3-FE3C-45EB-A660-40806D142DEB}" srcOrd="0" destOrd="0" presId="urn:microsoft.com/office/officeart/2005/8/layout/pictureOrgChart+Icon"/>
    <dgm:cxn modelId="{49126F25-C140-4709-AC86-0E488D8A8E63}" type="presOf" srcId="{D0C2ACCA-A0D3-4D86-829E-EF0B8AEAA421}" destId="{F129E062-9CEA-4FF0-8D59-4F5961620445}" srcOrd="1" destOrd="0" presId="urn:microsoft.com/office/officeart/2005/8/layout/pictureOrgChart+Icon"/>
    <dgm:cxn modelId="{649E312D-D4EA-442A-BDC3-826917BFDB32}" srcId="{330E9E55-213F-418D-B009-72DFF282A171}" destId="{1C406D5D-28B7-4824-8D0E-F8E576AFE71E}" srcOrd="0" destOrd="0" parTransId="{A2484D57-7CF2-4E5F-932C-B53943DC041E}" sibTransId="{AE07D34C-877B-4638-837A-0B3F00331D66}"/>
    <dgm:cxn modelId="{BC8F6131-603B-4247-9E7D-0F7BF044E4C0}" type="presOf" srcId="{330E9E55-213F-418D-B009-72DFF282A171}" destId="{65F724A1-5677-4B1D-8450-9FA69AEB0EE7}" srcOrd="0" destOrd="0" presId="urn:microsoft.com/office/officeart/2005/8/layout/pictureOrgChart+Icon"/>
    <dgm:cxn modelId="{84D7A164-A11A-4545-82B6-C3CDA2CE4B38}" srcId="{330E9E55-213F-418D-B009-72DFF282A171}" destId="{D0C2ACCA-A0D3-4D86-829E-EF0B8AEAA421}" srcOrd="1" destOrd="0" parTransId="{EA4D2194-36B7-4FE6-8CD1-F88261B95E75}" sibTransId="{E90C9D08-886F-4CAA-9757-98732156836C}"/>
    <dgm:cxn modelId="{8E77654D-E7DE-4144-823F-F020B8E1BF6F}" type="presOf" srcId="{A2484D57-7CF2-4E5F-932C-B53943DC041E}" destId="{C3A039F2-3BB1-4F31-A224-92C956D199AB}" srcOrd="0" destOrd="0" presId="urn:microsoft.com/office/officeart/2005/8/layout/pictureOrgChart+Icon"/>
    <dgm:cxn modelId="{FF5C5F6E-DBCE-4FCF-AC69-844B57C0A62C}" srcId="{D0C2ACCA-A0D3-4D86-829E-EF0B8AEAA421}" destId="{65330C2D-5673-4B4D-9592-BEFD0D4945E1}" srcOrd="0" destOrd="0" parTransId="{4201AA69-B2DE-4FCD-A5EE-15CF97CC2EC4}" sibTransId="{F252AFA8-51CA-497C-8602-1FD49EFF83F5}"/>
    <dgm:cxn modelId="{E94E827A-54C1-44A4-8192-64CDB6A29B0E}" type="presOf" srcId="{65330C2D-5673-4B4D-9592-BEFD0D4945E1}" destId="{87B44B90-0C7D-4F22-825A-52F34EFE71E4}" srcOrd="0" destOrd="0" presId="urn:microsoft.com/office/officeart/2005/8/layout/pictureOrgChart+Icon"/>
    <dgm:cxn modelId="{F3499986-FA39-486E-8D2F-876A4FA19779}" type="presOf" srcId="{09691B4E-C62A-4FE2-86C7-D66CA99D84A9}" destId="{7A72294B-ABEA-46DD-8490-233C9E3A8E96}" srcOrd="0" destOrd="0" presId="urn:microsoft.com/office/officeart/2005/8/layout/pictureOrgChart+Icon"/>
    <dgm:cxn modelId="{D5882E97-8839-4745-9ED7-2301BE3F585F}" type="presOf" srcId="{1C406D5D-28B7-4824-8D0E-F8E576AFE71E}" destId="{39011096-CF31-4590-87F0-2E6AC5750F06}" srcOrd="0" destOrd="0" presId="urn:microsoft.com/office/officeart/2005/8/layout/pictureOrgChart+Icon"/>
    <dgm:cxn modelId="{8D3D77AB-DFA7-43BB-B292-264D997791CB}" type="presOf" srcId="{65330C2D-5673-4B4D-9592-BEFD0D4945E1}" destId="{E6F381BF-C52E-4653-810C-6E620E0FBF39}" srcOrd="1" destOrd="0" presId="urn:microsoft.com/office/officeart/2005/8/layout/pictureOrgChart+Icon"/>
    <dgm:cxn modelId="{385B31CE-3229-408B-A089-7ED5B7F60102}" type="presOf" srcId="{1C406D5D-28B7-4824-8D0E-F8E576AFE71E}" destId="{D142DA1F-2053-4C3E-BAD2-E9210DD0049F}" srcOrd="1" destOrd="0" presId="urn:microsoft.com/office/officeart/2005/8/layout/pictureOrgChart+Icon"/>
    <dgm:cxn modelId="{0097DEFA-2322-43E8-A60C-A126BA516832}" type="presOf" srcId="{330E9E55-213F-418D-B009-72DFF282A171}" destId="{84F1B473-AAEB-4B50-9530-D2C916260B74}" srcOrd="1" destOrd="0" presId="urn:microsoft.com/office/officeart/2005/8/layout/pictureOrgChart+Icon"/>
    <dgm:cxn modelId="{1A8D15FD-A31E-4AB5-9EB2-CC48BD308D41}" type="presOf" srcId="{4201AA69-B2DE-4FCD-A5EE-15CF97CC2EC4}" destId="{AF7E8FEA-80E2-4306-BB24-9AF4B3C5DAB0}" srcOrd="0" destOrd="0" presId="urn:microsoft.com/office/officeart/2005/8/layout/pictureOrgChart+Icon"/>
    <dgm:cxn modelId="{E36E8488-6FD8-4654-82AA-684D82EEBF3A}" type="presParOf" srcId="{7A72294B-ABEA-46DD-8490-233C9E3A8E96}" destId="{ED1BB6C1-6DDF-4986-8FEB-6CD66EF36018}" srcOrd="0" destOrd="0" presId="urn:microsoft.com/office/officeart/2005/8/layout/pictureOrgChart+Icon"/>
    <dgm:cxn modelId="{C87402C9-8D6B-4EC3-8C19-2B6C6693992B}" type="presParOf" srcId="{ED1BB6C1-6DDF-4986-8FEB-6CD66EF36018}" destId="{8EBF8D61-7541-45E7-8807-B7F68C3CF593}" srcOrd="0" destOrd="0" presId="urn:microsoft.com/office/officeart/2005/8/layout/pictureOrgChart+Icon"/>
    <dgm:cxn modelId="{55F033AD-364F-4E94-9D4D-A360DB635BE6}" type="presParOf" srcId="{8EBF8D61-7541-45E7-8807-B7F68C3CF593}" destId="{65F724A1-5677-4B1D-8450-9FA69AEB0EE7}" srcOrd="0" destOrd="0" presId="urn:microsoft.com/office/officeart/2005/8/layout/pictureOrgChart+Icon"/>
    <dgm:cxn modelId="{EEF0AA73-D232-4756-A4D1-59095E98831B}" type="presParOf" srcId="{8EBF8D61-7541-45E7-8807-B7F68C3CF593}" destId="{E26C24AF-F31A-4342-A2ED-E0970E0275F7}" srcOrd="1" destOrd="0" presId="urn:microsoft.com/office/officeart/2005/8/layout/pictureOrgChart+Icon"/>
    <dgm:cxn modelId="{A6B841F9-5382-4DE2-AF55-7A99CEF2E31F}" type="presParOf" srcId="{8EBF8D61-7541-45E7-8807-B7F68C3CF593}" destId="{84F1B473-AAEB-4B50-9530-D2C916260B74}" srcOrd="2" destOrd="0" presId="urn:microsoft.com/office/officeart/2005/8/layout/pictureOrgChart+Icon"/>
    <dgm:cxn modelId="{5B9268D1-9354-4C59-A84E-D1314F83C92C}" type="presParOf" srcId="{ED1BB6C1-6DDF-4986-8FEB-6CD66EF36018}" destId="{09CC94F6-532C-4DC7-8825-2C79A165AA95}" srcOrd="1" destOrd="0" presId="urn:microsoft.com/office/officeart/2005/8/layout/pictureOrgChart+Icon"/>
    <dgm:cxn modelId="{0282FF20-68FF-48D8-8103-6DF8F7E989FC}" type="presParOf" srcId="{09CC94F6-532C-4DC7-8825-2C79A165AA95}" destId="{C32FD7F3-FE3C-45EB-A660-40806D142DEB}" srcOrd="0" destOrd="0" presId="urn:microsoft.com/office/officeart/2005/8/layout/pictureOrgChart+Icon"/>
    <dgm:cxn modelId="{8C7A58A5-710E-4644-9C39-73A64FEED8A8}" type="presParOf" srcId="{09CC94F6-532C-4DC7-8825-2C79A165AA95}" destId="{CE13542A-EDB4-487C-9DF8-4BB499746A1D}" srcOrd="1" destOrd="0" presId="urn:microsoft.com/office/officeart/2005/8/layout/pictureOrgChart+Icon"/>
    <dgm:cxn modelId="{998AFEF1-34FA-479F-B05E-4A32B4A463B3}" type="presParOf" srcId="{CE13542A-EDB4-487C-9DF8-4BB499746A1D}" destId="{4C06D3C2-BEC1-452F-92AC-A0B73069C8D4}" srcOrd="0" destOrd="0" presId="urn:microsoft.com/office/officeart/2005/8/layout/pictureOrgChart+Icon"/>
    <dgm:cxn modelId="{C98E7B0F-3C1A-468D-885A-BF17638F3EC0}" type="presParOf" srcId="{4C06D3C2-BEC1-452F-92AC-A0B73069C8D4}" destId="{E20DD563-4C7F-488B-98F7-449803B5E305}" srcOrd="0" destOrd="0" presId="urn:microsoft.com/office/officeart/2005/8/layout/pictureOrgChart+Icon"/>
    <dgm:cxn modelId="{B6CAAE25-59AA-4747-9DED-E91ECFB5A952}" type="presParOf" srcId="{4C06D3C2-BEC1-452F-92AC-A0B73069C8D4}" destId="{CBC7A6BA-DBF4-49B3-A920-D36DAB4BB02C}" srcOrd="1" destOrd="0" presId="urn:microsoft.com/office/officeart/2005/8/layout/pictureOrgChart+Icon"/>
    <dgm:cxn modelId="{64CFFA3D-8A07-4E4C-A165-71877BC019C2}" type="presParOf" srcId="{4C06D3C2-BEC1-452F-92AC-A0B73069C8D4}" destId="{F129E062-9CEA-4FF0-8D59-4F5961620445}" srcOrd="2" destOrd="0" presId="urn:microsoft.com/office/officeart/2005/8/layout/pictureOrgChart+Icon"/>
    <dgm:cxn modelId="{D734E733-E2AA-49B1-8C48-DBF00702BC13}" type="presParOf" srcId="{CE13542A-EDB4-487C-9DF8-4BB499746A1D}" destId="{C3618338-6DF5-4C0B-A6BA-ADC17EBD1DDF}" srcOrd="1" destOrd="0" presId="urn:microsoft.com/office/officeart/2005/8/layout/pictureOrgChart+Icon"/>
    <dgm:cxn modelId="{6E05E7E7-903B-4399-9DE9-E5A61A6F5A03}" type="presParOf" srcId="{CE13542A-EDB4-487C-9DF8-4BB499746A1D}" destId="{D72524BB-5FD2-4467-87F0-BD7816E42F7A}" srcOrd="2" destOrd="0" presId="urn:microsoft.com/office/officeart/2005/8/layout/pictureOrgChart+Icon"/>
    <dgm:cxn modelId="{F23FBA4A-298E-45C0-B08A-8A89FB32F379}" type="presParOf" srcId="{D72524BB-5FD2-4467-87F0-BD7816E42F7A}" destId="{AF7E8FEA-80E2-4306-BB24-9AF4B3C5DAB0}" srcOrd="0" destOrd="0" presId="urn:microsoft.com/office/officeart/2005/8/layout/pictureOrgChart+Icon"/>
    <dgm:cxn modelId="{CD1E019C-1887-432B-8D30-F4191F94CE37}" type="presParOf" srcId="{D72524BB-5FD2-4467-87F0-BD7816E42F7A}" destId="{E8D35A17-0BE2-4675-9712-154CF221DEC7}" srcOrd="1" destOrd="0" presId="urn:microsoft.com/office/officeart/2005/8/layout/pictureOrgChart+Icon"/>
    <dgm:cxn modelId="{EBB55AC7-5470-4AA7-B653-DDB8EFA86DE2}" type="presParOf" srcId="{E8D35A17-0BE2-4675-9712-154CF221DEC7}" destId="{4D164B9F-1E02-476E-982C-7E573FE563A2}" srcOrd="0" destOrd="0" presId="urn:microsoft.com/office/officeart/2005/8/layout/pictureOrgChart+Icon"/>
    <dgm:cxn modelId="{26A99958-DC44-450B-BEDB-3059CCC76294}" type="presParOf" srcId="{4D164B9F-1E02-476E-982C-7E573FE563A2}" destId="{87B44B90-0C7D-4F22-825A-52F34EFE71E4}" srcOrd="0" destOrd="0" presId="urn:microsoft.com/office/officeart/2005/8/layout/pictureOrgChart+Icon"/>
    <dgm:cxn modelId="{87C74119-AC07-40A3-8726-28B60283EBB8}" type="presParOf" srcId="{4D164B9F-1E02-476E-982C-7E573FE563A2}" destId="{4B5B8D77-5B5F-4048-8685-7AB41802E6E5}" srcOrd="1" destOrd="0" presId="urn:microsoft.com/office/officeart/2005/8/layout/pictureOrgChart+Icon"/>
    <dgm:cxn modelId="{CF3C28B2-D076-456D-80E7-697DFCA65F33}" type="presParOf" srcId="{4D164B9F-1E02-476E-982C-7E573FE563A2}" destId="{E6F381BF-C52E-4653-810C-6E620E0FBF39}" srcOrd="2" destOrd="0" presId="urn:microsoft.com/office/officeart/2005/8/layout/pictureOrgChart+Icon"/>
    <dgm:cxn modelId="{B2B90CEE-2C3D-415E-804A-84428F09480A}" type="presParOf" srcId="{E8D35A17-0BE2-4675-9712-154CF221DEC7}" destId="{CF332975-CD7C-4F7B-B048-331E5BBC1627}" srcOrd="1" destOrd="0" presId="urn:microsoft.com/office/officeart/2005/8/layout/pictureOrgChart+Icon"/>
    <dgm:cxn modelId="{7C3BBE38-58C3-4761-A80A-1469D16F9144}" type="presParOf" srcId="{E8D35A17-0BE2-4675-9712-154CF221DEC7}" destId="{A8DFF8FE-2759-4CBF-9FC5-7D13BB040DCD}" srcOrd="2" destOrd="0" presId="urn:microsoft.com/office/officeart/2005/8/layout/pictureOrgChart+Icon"/>
    <dgm:cxn modelId="{AFA12F91-9B64-454E-B6EB-0B2AE8946192}" type="presParOf" srcId="{ED1BB6C1-6DDF-4986-8FEB-6CD66EF36018}" destId="{75F7F4B2-FD61-4E05-9511-D9DFA64FE797}" srcOrd="2" destOrd="0" presId="urn:microsoft.com/office/officeart/2005/8/layout/pictureOrgChart+Icon"/>
    <dgm:cxn modelId="{632CCFE7-9D6A-4219-8A3E-D5A8D209588B}" type="presParOf" srcId="{75F7F4B2-FD61-4E05-9511-D9DFA64FE797}" destId="{C3A039F2-3BB1-4F31-A224-92C956D199AB}" srcOrd="0" destOrd="0" presId="urn:microsoft.com/office/officeart/2005/8/layout/pictureOrgChart+Icon"/>
    <dgm:cxn modelId="{90B8C9BC-2662-4013-BC87-1B65D10BC6C9}" type="presParOf" srcId="{75F7F4B2-FD61-4E05-9511-D9DFA64FE797}" destId="{F94B6ED5-D659-4868-9CFF-568F64136B94}" srcOrd="1" destOrd="0" presId="urn:microsoft.com/office/officeart/2005/8/layout/pictureOrgChart+Icon"/>
    <dgm:cxn modelId="{16822BC4-7263-40A0-9281-F5532D99F083}" type="presParOf" srcId="{F94B6ED5-D659-4868-9CFF-568F64136B94}" destId="{C826CB45-08D7-410D-91DC-CC78C3CCB125}" srcOrd="0" destOrd="0" presId="urn:microsoft.com/office/officeart/2005/8/layout/pictureOrgChart+Icon"/>
    <dgm:cxn modelId="{67DFF01C-F9C3-4455-A09E-062407EA5059}" type="presParOf" srcId="{C826CB45-08D7-410D-91DC-CC78C3CCB125}" destId="{39011096-CF31-4590-87F0-2E6AC5750F06}" srcOrd="0" destOrd="0" presId="urn:microsoft.com/office/officeart/2005/8/layout/pictureOrgChart+Icon"/>
    <dgm:cxn modelId="{A01EA575-15A9-4779-BD9E-1C462C6E1E65}" type="presParOf" srcId="{C826CB45-08D7-410D-91DC-CC78C3CCB125}" destId="{C94BC069-BA8D-4140-88A8-30374D281B6D}" srcOrd="1" destOrd="0" presId="urn:microsoft.com/office/officeart/2005/8/layout/pictureOrgChart+Icon"/>
    <dgm:cxn modelId="{4C5E227A-078B-4BC8-A52E-FB44ECFC273A}" type="presParOf" srcId="{C826CB45-08D7-410D-91DC-CC78C3CCB125}" destId="{D142DA1F-2053-4C3E-BAD2-E9210DD0049F}" srcOrd="2" destOrd="0" presId="urn:microsoft.com/office/officeart/2005/8/layout/pictureOrgChart+Icon"/>
    <dgm:cxn modelId="{6463F724-3C5B-40E0-97A2-583406630619}" type="presParOf" srcId="{F94B6ED5-D659-4868-9CFF-568F64136B94}" destId="{520FFC4A-97F1-4B36-92D3-4ACD06654E95}" srcOrd="1" destOrd="0" presId="urn:microsoft.com/office/officeart/2005/8/layout/pictureOrgChart+Icon"/>
    <dgm:cxn modelId="{4948FED1-D81B-46FA-A3F2-F7F3428FABBF}" type="presParOf" srcId="{F94B6ED5-D659-4868-9CFF-568F64136B94}" destId="{A6987B65-A777-42F7-A9E5-CBFEC62A4760}" srcOrd="2" destOrd="0" presId="urn:microsoft.com/office/officeart/2005/8/layout/pictureOrgChar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CA63EB-3957-426C-8E60-6C2C52E68BCF}">
      <dsp:nvSpPr>
        <dsp:cNvPr id="0" name=""/>
        <dsp:cNvSpPr/>
      </dsp:nvSpPr>
      <dsp:spPr>
        <a:xfrm>
          <a:off x="7143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Supplier</a:t>
          </a:r>
        </a:p>
      </dsp:txBody>
      <dsp:txXfrm>
        <a:off x="28492" y="21349"/>
        <a:ext cx="2092489" cy="686206"/>
      </dsp:txXfrm>
    </dsp:sp>
    <dsp:sp modelId="{26E31169-FDF6-46D8-B57A-95CE5F64E17B}">
      <dsp:nvSpPr>
        <dsp:cNvPr id="0" name=""/>
        <dsp:cNvSpPr/>
      </dsp:nvSpPr>
      <dsp:spPr>
        <a:xfrm>
          <a:off x="2355850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2355850" y="205593"/>
        <a:ext cx="316861" cy="317716"/>
      </dsp:txXfrm>
    </dsp:sp>
    <dsp:sp modelId="{FAE57F19-37EF-45B6-95CB-137DB162D0D0}">
      <dsp:nvSpPr>
        <dsp:cNvPr id="0" name=""/>
        <dsp:cNvSpPr/>
      </dsp:nvSpPr>
      <dsp:spPr>
        <a:xfrm>
          <a:off x="2996406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FreshBox</a:t>
          </a:r>
        </a:p>
      </dsp:txBody>
      <dsp:txXfrm>
        <a:off x="3017755" y="21349"/>
        <a:ext cx="2092489" cy="686206"/>
      </dsp:txXfrm>
    </dsp:sp>
    <dsp:sp modelId="{BB781B9D-8CFC-48E0-973A-409445EC32D7}">
      <dsp:nvSpPr>
        <dsp:cNvPr id="0" name=""/>
        <dsp:cNvSpPr/>
      </dsp:nvSpPr>
      <dsp:spPr>
        <a:xfrm>
          <a:off x="5345112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5345112" y="205593"/>
        <a:ext cx="316861" cy="317716"/>
      </dsp:txXfrm>
    </dsp:sp>
    <dsp:sp modelId="{BE695BEE-B25A-4685-AD98-1B41138250C4}">
      <dsp:nvSpPr>
        <dsp:cNvPr id="0" name=""/>
        <dsp:cNvSpPr/>
      </dsp:nvSpPr>
      <dsp:spPr>
        <a:xfrm>
          <a:off x="5985668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Customer</a:t>
          </a:r>
        </a:p>
      </dsp:txBody>
      <dsp:txXfrm>
        <a:off x="6007017" y="21349"/>
        <a:ext cx="2092489" cy="68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A039F2-3BB1-4F31-A224-92C956D199AB}">
      <dsp:nvSpPr>
        <dsp:cNvPr id="0" name=""/>
        <dsp:cNvSpPr/>
      </dsp:nvSpPr>
      <dsp:spPr>
        <a:xfrm>
          <a:off x="3013022" y="749120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E8FEA-80E2-4306-BB24-9AF4B3C5DAB0}">
      <dsp:nvSpPr>
        <dsp:cNvPr id="0" name=""/>
        <dsp:cNvSpPr/>
      </dsp:nvSpPr>
      <dsp:spPr>
        <a:xfrm>
          <a:off x="3013022" y="2873593"/>
          <a:ext cx="157091" cy="688209"/>
        </a:xfrm>
        <a:custGeom>
          <a:avLst/>
          <a:gdLst/>
          <a:ahLst/>
          <a:cxnLst/>
          <a:rect l="0" t="0" r="0" b="0"/>
          <a:pathLst>
            <a:path>
              <a:moveTo>
                <a:pt x="157091" y="0"/>
              </a:moveTo>
              <a:lnTo>
                <a:pt x="157091" y="688209"/>
              </a:lnTo>
              <a:lnTo>
                <a:pt x="0" y="688209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2FD7F3-FE3C-45EB-A660-40806D142DEB}">
      <dsp:nvSpPr>
        <dsp:cNvPr id="0" name=""/>
        <dsp:cNvSpPr/>
      </dsp:nvSpPr>
      <dsp:spPr>
        <a:xfrm>
          <a:off x="3124394" y="749120"/>
          <a:ext cx="91440" cy="1376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76418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F724A1-5677-4B1D-8450-9FA69AEB0EE7}">
      <dsp:nvSpPr>
        <dsp:cNvPr id="0" name=""/>
        <dsp:cNvSpPr/>
      </dsp:nvSpPr>
      <dsp:spPr>
        <a:xfrm>
          <a:off x="2422060" y="1066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CEO</a:t>
          </a:r>
          <a:endParaRPr lang="id-ID" sz="1500" kern="1200" dirty="0"/>
        </a:p>
      </dsp:txBody>
      <dsp:txXfrm>
        <a:off x="2422060" y="1066"/>
        <a:ext cx="1496107" cy="748053"/>
      </dsp:txXfrm>
    </dsp:sp>
    <dsp:sp modelId="{E26C24AF-F31A-4342-A2ED-E0970E0275F7}">
      <dsp:nvSpPr>
        <dsp:cNvPr id="0" name=""/>
        <dsp:cNvSpPr/>
      </dsp:nvSpPr>
      <dsp:spPr>
        <a:xfrm>
          <a:off x="2496865" y="75872"/>
          <a:ext cx="448832" cy="598442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0DD563-4C7F-488B-98F7-449803B5E305}">
      <dsp:nvSpPr>
        <dsp:cNvPr id="0" name=""/>
        <dsp:cNvSpPr/>
      </dsp:nvSpPr>
      <dsp:spPr>
        <a:xfrm>
          <a:off x="2422060" y="2125539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500" kern="1200" dirty="0"/>
            <a:t>Marketing Manager</a:t>
          </a:r>
        </a:p>
      </dsp:txBody>
      <dsp:txXfrm>
        <a:off x="2422060" y="2125539"/>
        <a:ext cx="1496107" cy="748053"/>
      </dsp:txXfrm>
    </dsp:sp>
    <dsp:sp modelId="{CBC7A6BA-DBF4-49B3-A920-D36DAB4BB02C}">
      <dsp:nvSpPr>
        <dsp:cNvPr id="0" name=""/>
        <dsp:cNvSpPr/>
      </dsp:nvSpPr>
      <dsp:spPr>
        <a:xfrm>
          <a:off x="2496865" y="2200344"/>
          <a:ext cx="448832" cy="598442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44B90-0C7D-4F22-825A-52F34EFE71E4}">
      <dsp:nvSpPr>
        <dsp:cNvPr id="0" name=""/>
        <dsp:cNvSpPr/>
      </dsp:nvSpPr>
      <dsp:spPr>
        <a:xfrm>
          <a:off x="1516915" y="3187775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Finance</a:t>
          </a:r>
          <a:endParaRPr lang="id-ID" sz="1500" kern="1200" dirty="0"/>
        </a:p>
      </dsp:txBody>
      <dsp:txXfrm>
        <a:off x="1516915" y="3187775"/>
        <a:ext cx="1496107" cy="748053"/>
      </dsp:txXfrm>
    </dsp:sp>
    <dsp:sp modelId="{4B5B8D77-5B5F-4048-8685-7AB41802E6E5}">
      <dsp:nvSpPr>
        <dsp:cNvPr id="0" name=""/>
        <dsp:cNvSpPr/>
      </dsp:nvSpPr>
      <dsp:spPr>
        <a:xfrm>
          <a:off x="1591720" y="3262580"/>
          <a:ext cx="448832" cy="598442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11096-CF31-4590-87F0-2E6AC5750F06}">
      <dsp:nvSpPr>
        <dsp:cNvPr id="0" name=""/>
        <dsp:cNvSpPr/>
      </dsp:nvSpPr>
      <dsp:spPr>
        <a:xfrm>
          <a:off x="1516915" y="1063302"/>
          <a:ext cx="1496107" cy="7480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183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CTO</a:t>
          </a:r>
          <a:endParaRPr lang="id-ID" sz="1500" kern="1200" dirty="0"/>
        </a:p>
      </dsp:txBody>
      <dsp:txXfrm>
        <a:off x="1516915" y="1063302"/>
        <a:ext cx="1496107" cy="748053"/>
      </dsp:txXfrm>
    </dsp:sp>
    <dsp:sp modelId="{C94BC069-BA8D-4140-88A8-30374D281B6D}">
      <dsp:nvSpPr>
        <dsp:cNvPr id="0" name=""/>
        <dsp:cNvSpPr/>
      </dsp:nvSpPr>
      <dsp:spPr>
        <a:xfrm>
          <a:off x="1591720" y="1138108"/>
          <a:ext cx="448832" cy="598442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ictureOrgChart+Icon">
  <dgm:title val="Picture Organization Chart"/>
  <dgm:desc val="Use to show hierarchical information or reporting relationships in an organization, with corresponding pictures. The assistant shape and the Org Chart hanging layouts are available with this layout."/>
  <dgm:catLst>
    <dgm:cat type="hierarchy" pri="1050"/>
    <dgm:cat type="officeonline" pri="1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Pict1" styleLbl="alignImgPlace1">
              <dgm:alg type="sp"/>
              <dgm:shape xmlns:r="http://schemas.openxmlformats.org/officeDocument/2006/relationships" type="rect" r:blip="" blipPhldr="1">
                <dgm:adjLst/>
              </dgm:shape>
              <dgm:presOf/>
              <dgm:constrLst/>
              <dgm:ruleLst/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3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31166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28715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7390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51890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297157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609963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11481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9551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384723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61904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2340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506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67897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558256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369704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801504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00000-CC03-48C5-8C41-BDDBF8D27D19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56041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C07E7D-EE1F-C7BD-C07E-DCFA94B3A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810" y="624110"/>
            <a:ext cx="9690801" cy="674612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E0C19-06C7-8EE8-C1C5-9AD531BAC169}"/>
              </a:ext>
            </a:extLst>
          </p:cNvPr>
          <p:cNvSpPr txBox="1"/>
          <p:nvPr/>
        </p:nvSpPr>
        <p:spPr>
          <a:xfrm>
            <a:off x="959370" y="1813810"/>
            <a:ext cx="5331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A5E2C-4DE0-75D5-47EF-DDBF3E338D24}"/>
              </a:ext>
            </a:extLst>
          </p:cNvPr>
          <p:cNvSpPr txBox="1"/>
          <p:nvPr/>
        </p:nvSpPr>
        <p:spPr>
          <a:xfrm>
            <a:off x="1184223" y="2698230"/>
            <a:ext cx="39574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Business Pitch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Presenter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Perusahaan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240FEC-9B55-8C13-CD3B-A115B0393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072" y="788716"/>
            <a:ext cx="6120256" cy="59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767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EEAA-EA78-5B3D-3786-E3205A3E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298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DF4BD53-08CB-A0FA-B066-9676D52274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19586" y="2133600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Banyak orang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sibuk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sehingga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tidak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sempat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belanja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Harus antre dan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menghabiskan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waktu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endParaRPr lang="id-ID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9BBE2A9-5AA4-DDD9-0BD4-9F45C5C9E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21121" y="2126222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Solusi FreshBox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Pesan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lewat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aplikasi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Diantar dalam waktu kurang dari 2 jam.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7902009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uiExpand="1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048EB-22BC-419B-6FD2-5D5AA960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3258" y="624110"/>
            <a:ext cx="8911687" cy="844926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31507-7907-E821-8179-F7CD3E984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313" b="96896" l="10000" r="94412">
                        <a14:foregroundMark x1="49118" y1="64967" x2="49118" y2="64967"/>
                        <a14:foregroundMark x1="61176" y1="55876" x2="61176" y2="55876"/>
                        <a14:foregroundMark x1="37500" y1="55211" x2="37500" y2="55211"/>
                        <a14:foregroundMark x1="67647" y1="66297" x2="67647" y2="66297"/>
                        <a14:foregroundMark x1="56471" y1="73171" x2="68088" y2="39024"/>
                        <a14:foregroundMark x1="40294" y1="80266" x2="49118" y2="32816"/>
                        <a14:foregroundMark x1="34706" y1="75388" x2="34706" y2="40355"/>
                        <a14:foregroundMark x1="31029" y1="19512" x2="49559" y2="19512"/>
                        <a14:foregroundMark x1="30588" y1="17517" x2="48676" y2="18847"/>
                        <a14:foregroundMark x1="48676" y1="18847" x2="49118" y2="18182"/>
                        <a14:foregroundMark x1="59265" y1="11086" x2="76471" y2="15521"/>
                        <a14:foregroundMark x1="76471" y1="15521" x2="76912" y2="16630"/>
                        <a14:foregroundMark x1="65294" y1="9756" x2="73088" y2="9756"/>
                        <a14:foregroundMark x1="37500" y1="15299" x2="42647" y2="15965"/>
                        <a14:foregroundMark x1="88382" y1="48780" x2="94412" y2="46120"/>
                        <a14:foregroundMark x1="85588" y1="96896" x2="86618" y2="94235"/>
                        <a14:foregroundMark x1="55147" y1="66297" x2="62059" y2="43902"/>
                        <a14:foregroundMark x1="68971" y1="76718" x2="74412" y2="53437"/>
                        <a14:foregroundMark x1="74412" y1="53437" x2="73088" y2="328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258" y="1565141"/>
            <a:ext cx="3238501" cy="2147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608EEBF-5184-EBE4-048E-93857FABD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2621" l="7379" r="92875">
                        <a14:foregroundMark x1="68575" y1="92748" x2="68575" y2="92748"/>
                        <a14:foregroundMark x1="7506" y1="46565" x2="7506" y2="46565"/>
                        <a14:foregroundMark x1="92875" y1="44784" x2="92875" y2="44784"/>
                        <a14:foregroundMark x1="44275" y1="60814" x2="44275" y2="608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636" y="1225253"/>
            <a:ext cx="2530264" cy="2530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4CF8CC-6812-8FDB-7CA3-F6984293BB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845" b="92599" l="9928" r="89892">
                        <a14:foregroundMark x1="46029" y1="9025" x2="46029" y2="9025"/>
                        <a14:foregroundMark x1="26715" y1="91155" x2="26715" y2="91155"/>
                        <a14:foregroundMark x1="54152" y1="88989" x2="54152" y2="88989"/>
                        <a14:foregroundMark x1="43321" y1="90794" x2="58845" y2="90433"/>
                        <a14:foregroundMark x1="16606" y1="90975" x2="24549" y2="90975"/>
                        <a14:foregroundMark x1="64621" y1="89531" x2="80686" y2="86101"/>
                        <a14:foregroundMark x1="75993" y1="83394" x2="81769" y2="82130"/>
                        <a14:foregroundMark x1="70217" y1="90072" x2="83574" y2="88628"/>
                        <a14:foregroundMark x1="32310" y1="90433" x2="44043" y2="90433"/>
                        <a14:foregroundMark x1="18773" y1="91155" x2="35740" y2="90975"/>
                        <a14:foregroundMark x1="33213" y1="92238" x2="16606" y2="91697"/>
                        <a14:foregroundMark x1="14621" y1="90794" x2="16787" y2="90794"/>
                        <a14:foregroundMark x1="12816" y1="90614" x2="18953" y2="92599"/>
                        <a14:foregroundMark x1="81588" y1="88809" x2="86823" y2="891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778" y="1319873"/>
            <a:ext cx="2530264" cy="25302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EBCC5D-3404-40CC-E715-423B9CA173E3}"/>
              </a:ext>
            </a:extLst>
          </p:cNvPr>
          <p:cNvSpPr txBox="1"/>
          <p:nvPr/>
        </p:nvSpPr>
        <p:spPr>
          <a:xfrm>
            <a:off x="2083258" y="4077325"/>
            <a:ext cx="90267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Fitur Utama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Order online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Tracking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Pembayaran digital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29362419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8FBEF-0AE4-4615-2FAA-B774383C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8268" y="624110"/>
            <a:ext cx="8911687" cy="829936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0AA4956-B8C4-7095-7794-F04C31393D7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0779862"/>
              </p:ext>
            </p:extLst>
          </p:nvPr>
        </p:nvGraphicFramePr>
        <p:xfrm>
          <a:off x="2068267" y="1454047"/>
          <a:ext cx="7630369" cy="38075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2C80B4-82AD-C9EC-C96B-BBD3CB091098}"/>
              </a:ext>
            </a:extLst>
          </p:cNvPr>
          <p:cNvSpPr txBox="1"/>
          <p:nvPr/>
        </p:nvSpPr>
        <p:spPr>
          <a:xfrm>
            <a:off x="2068267" y="5396459"/>
            <a:ext cx="73605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15369758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  <p:bldP spid="6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490CC-FE26-B15B-3258-189765163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8288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5A04B1-A74F-AB66-3FA3-E170AEF8D4A8}"/>
              </a:ext>
            </a:extLst>
          </p:cNvPr>
          <p:cNvSpPr txBox="1"/>
          <p:nvPr/>
        </p:nvSpPr>
        <p:spPr>
          <a:xfrm>
            <a:off x="2143594" y="1738859"/>
            <a:ext cx="36426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06A3A5-8ABF-EB7A-BADE-F220425AF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182793"/>
              </p:ext>
            </p:extLst>
          </p:nvPr>
        </p:nvGraphicFramePr>
        <p:xfrm>
          <a:off x="2143594" y="3429138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5086983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07704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Produk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Harga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69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Paket Sayur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50.000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6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Biaya Kirim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10.000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3754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4F9D91C-EB75-84E4-C519-CA436081B2CA}"/>
              </a:ext>
            </a:extLst>
          </p:cNvPr>
          <p:cNvSpPr txBox="1"/>
          <p:nvPr/>
        </p:nvSpPr>
        <p:spPr>
          <a:xfrm>
            <a:off x="2143594" y="4754609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rata-rata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30%</a:t>
            </a:r>
            <a:endParaRPr lang="id-ID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F859E85-F86F-A035-3C58-1C38B2F91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7709847"/>
              </p:ext>
            </p:extLst>
          </p:nvPr>
        </p:nvGraphicFramePr>
        <p:xfrm>
          <a:off x="2143594" y="5336892"/>
          <a:ext cx="8128000" cy="728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CA8E00C-9A76-0621-6358-011331EB3950}"/>
              </a:ext>
            </a:extLst>
          </p:cNvPr>
          <p:cNvSpPr txBox="1"/>
          <p:nvPr/>
        </p:nvSpPr>
        <p:spPr>
          <a:xfrm>
            <a:off x="6546784" y="1738859"/>
            <a:ext cx="36426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Biaya Operasional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tenaga kerja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alat dan mesin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sewa tempat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listrik dan air</a:t>
            </a:r>
          </a:p>
        </p:txBody>
      </p:sp>
    </p:spTree>
    <p:extLst>
      <p:ext uri="{BB962C8B-B14F-4D97-AF65-F5344CB8AC3E}">
        <p14:creationId xmlns:p14="http://schemas.microsoft.com/office/powerpoint/2010/main" val="11396183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5" grpId="0"/>
      <p:bldGraphic spid="6" grpId="0">
        <p:bldAsOne/>
      </p:bldGraphic>
      <p:bldP spid="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8307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17568107"/>
              </p:ext>
            </p:extLst>
          </p:nvPr>
        </p:nvGraphicFramePr>
        <p:xfrm>
          <a:off x="2008307" y="2867025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9EA3973-E869-8517-EFC7-EE97BCC081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7876857"/>
              </p:ext>
            </p:extLst>
          </p:nvPr>
        </p:nvGraphicFramePr>
        <p:xfrm>
          <a:off x="5676018" y="1825677"/>
          <a:ext cx="5435083" cy="3936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E26C24AF-F31A-4342-A2ED-E0970E0275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E26C24AF-F31A-4342-A2ED-E0970E0275F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65F724A1-5677-4B1D-8450-9FA69AEB0E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>
                                            <p:graphicEl>
                                              <a:dgm id="{65F724A1-5677-4B1D-8450-9FA69AEB0E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A039F2-3BB1-4F31-A224-92C956D199A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C3A039F2-3BB1-4F31-A224-92C956D199A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94BC069-BA8D-4140-88A8-30374D281B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C94BC069-BA8D-4140-88A8-30374D281B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9011096-CF31-4590-87F0-2E6AC5750F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39011096-CF31-4590-87F0-2E6AC5750F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2FD7F3-FE3C-45EB-A660-40806D142DE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3">
                                            <p:graphicEl>
                                              <a:dgm id="{C32FD7F3-FE3C-45EB-A660-40806D142DE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BC7A6BA-DBF4-49B3-A920-D36DAB4BB0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">
                                            <p:graphicEl>
                                              <a:dgm id="{CBC7A6BA-DBF4-49B3-A920-D36DAB4BB0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E20DD563-4C7F-488B-98F7-449803B5E3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">
                                            <p:graphicEl>
                                              <a:dgm id="{E20DD563-4C7F-488B-98F7-449803B5E3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7E8FEA-80E2-4306-BB24-9AF4B3C5DA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">
                                            <p:graphicEl>
                                              <a:dgm id="{AF7E8FEA-80E2-4306-BB24-9AF4B3C5DAB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4B5B8D77-5B5F-4048-8685-7AB41802E6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3">
                                            <p:graphicEl>
                                              <a:dgm id="{4B5B8D77-5B5F-4048-8685-7AB41802E6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B44B90-0C7D-4F22-825A-52F34EFE71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3">
                                            <p:graphicEl>
                                              <a:dgm id="{87B44B90-0C7D-4F22-825A-52F34EFE71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Sub>
          <a:bldDgm bld="lvl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8288" y="624110"/>
            <a:ext cx="8911687" cy="1280890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038288" y="1614791"/>
            <a:ext cx="6670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038288" y="3368640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143594" y="5066675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chemeClr val="accent5">
                    <a:lumMod val="50000"/>
                  </a:schemeClr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  <p:bldP spid="5" grpId="0" build="allAtOnce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247</TotalTime>
  <Words>213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31</cp:revision>
  <dcterms:created xsi:type="dcterms:W3CDTF">2026-06-27T15:24:30Z</dcterms:created>
  <dcterms:modified xsi:type="dcterms:W3CDTF">2026-07-15T14:41:39Z</dcterms:modified>
</cp:coreProperties>
</file>