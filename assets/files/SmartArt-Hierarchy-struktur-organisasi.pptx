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FFE2A8-0E7D-4D13-A1FD-CC0115FFCA0E}" type="doc">
      <dgm:prSet loTypeId="urn:microsoft.com/office/officeart/2005/8/layout/orgChart1" loCatId="hierarchy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id-ID"/>
        </a:p>
      </dgm:t>
    </dgm:pt>
    <dgm:pt modelId="{82786114-2BC3-460B-B769-BFD862C3F844}">
      <dgm:prSet phldrT="[Text]"/>
      <dgm:spPr/>
      <dgm:t>
        <a:bodyPr/>
        <a:lstStyle/>
        <a:p>
          <a:r>
            <a:rPr lang="id-ID" b="1" i="0" dirty="0"/>
            <a:t>Direktur</a:t>
          </a:r>
          <a:endParaRPr lang="id-ID" dirty="0"/>
        </a:p>
      </dgm:t>
    </dgm:pt>
    <dgm:pt modelId="{F1044FED-8A1C-4722-9BF4-C8C4C6D039DF}" type="parTrans" cxnId="{02146F5B-AE4A-49BE-BBC5-74F5D62A4B78}">
      <dgm:prSet/>
      <dgm:spPr/>
      <dgm:t>
        <a:bodyPr/>
        <a:lstStyle/>
        <a:p>
          <a:endParaRPr lang="id-ID"/>
        </a:p>
      </dgm:t>
    </dgm:pt>
    <dgm:pt modelId="{AEC1852A-7986-4795-BCDC-448A57F99D1F}" type="sibTrans" cxnId="{02146F5B-AE4A-49BE-BBC5-74F5D62A4B78}">
      <dgm:prSet/>
      <dgm:spPr/>
      <dgm:t>
        <a:bodyPr/>
        <a:lstStyle/>
        <a:p>
          <a:endParaRPr lang="id-ID"/>
        </a:p>
      </dgm:t>
    </dgm:pt>
    <dgm:pt modelId="{B3C548FD-1A03-44A0-A7D9-8E9AF6F91B0A}" type="asst">
      <dgm:prSet phldrT="[Text]"/>
      <dgm:spPr/>
      <dgm:t>
        <a:bodyPr/>
        <a:lstStyle/>
        <a:p>
          <a:r>
            <a:rPr lang="id-ID" b="1" i="0" dirty="0"/>
            <a:t>Manager</a:t>
          </a:r>
          <a:endParaRPr lang="id-ID" dirty="0"/>
        </a:p>
      </dgm:t>
    </dgm:pt>
    <dgm:pt modelId="{43B9A8BD-4249-4094-8EF5-C5086BE01B5F}" type="parTrans" cxnId="{BD6BF484-CE8C-40ED-B8D6-09BEA4FE3D71}">
      <dgm:prSet/>
      <dgm:spPr/>
      <dgm:t>
        <a:bodyPr/>
        <a:lstStyle/>
        <a:p>
          <a:endParaRPr lang="id-ID"/>
        </a:p>
      </dgm:t>
    </dgm:pt>
    <dgm:pt modelId="{94BF2931-722E-4208-AFB3-D8A29639D444}" type="sibTrans" cxnId="{BD6BF484-CE8C-40ED-B8D6-09BEA4FE3D71}">
      <dgm:prSet/>
      <dgm:spPr/>
      <dgm:t>
        <a:bodyPr/>
        <a:lstStyle/>
        <a:p>
          <a:endParaRPr lang="id-ID"/>
        </a:p>
      </dgm:t>
    </dgm:pt>
    <dgm:pt modelId="{2C02EEB3-0744-43BB-87CC-74750BCE86EE}">
      <dgm:prSet phldrT="[Text]"/>
      <dgm:spPr/>
      <dgm:t>
        <a:bodyPr/>
        <a:lstStyle/>
        <a:p>
          <a:r>
            <a:rPr lang="id-ID" b="1" i="0" dirty="0"/>
            <a:t>Staff</a:t>
          </a:r>
          <a:r>
            <a:rPr lang="id-ID" b="0" i="0" dirty="0"/>
            <a:t> </a:t>
          </a:r>
          <a:endParaRPr lang="id-ID" dirty="0"/>
        </a:p>
      </dgm:t>
    </dgm:pt>
    <dgm:pt modelId="{99365349-E651-4589-975A-3452A0736D67}" type="parTrans" cxnId="{A7D8C5D5-77F5-4A07-B224-55845065025B}">
      <dgm:prSet/>
      <dgm:spPr/>
      <dgm:t>
        <a:bodyPr/>
        <a:lstStyle/>
        <a:p>
          <a:endParaRPr lang="id-ID"/>
        </a:p>
      </dgm:t>
    </dgm:pt>
    <dgm:pt modelId="{9CC150D9-EAB6-402A-910F-C225A6111756}" type="sibTrans" cxnId="{A7D8C5D5-77F5-4A07-B224-55845065025B}">
      <dgm:prSet/>
      <dgm:spPr/>
      <dgm:t>
        <a:bodyPr/>
        <a:lstStyle/>
        <a:p>
          <a:endParaRPr lang="id-ID"/>
        </a:p>
      </dgm:t>
    </dgm:pt>
    <dgm:pt modelId="{93F8B3B6-9B28-4A24-A975-95072EB97A28}">
      <dgm:prSet phldrT="[Text]"/>
      <dgm:spPr/>
      <dgm:t>
        <a:bodyPr/>
        <a:lstStyle/>
        <a:p>
          <a:r>
            <a:rPr lang="id-ID" b="1" i="0" dirty="0"/>
            <a:t>Staff</a:t>
          </a:r>
          <a:r>
            <a:rPr lang="id-ID" b="0" i="0" dirty="0"/>
            <a:t> </a:t>
          </a:r>
          <a:endParaRPr lang="id-ID" dirty="0"/>
        </a:p>
      </dgm:t>
    </dgm:pt>
    <dgm:pt modelId="{B40D577A-4D0D-4D97-ACAD-17806CD6CAB0}" type="parTrans" cxnId="{C283C839-4D6D-433D-B681-D908C71BB10E}">
      <dgm:prSet/>
      <dgm:spPr/>
      <dgm:t>
        <a:bodyPr/>
        <a:lstStyle/>
        <a:p>
          <a:endParaRPr lang="id-ID"/>
        </a:p>
      </dgm:t>
    </dgm:pt>
    <dgm:pt modelId="{FA353DEB-F20F-4C67-85FF-E1271929CCE1}" type="sibTrans" cxnId="{C283C839-4D6D-433D-B681-D908C71BB10E}">
      <dgm:prSet/>
      <dgm:spPr/>
      <dgm:t>
        <a:bodyPr/>
        <a:lstStyle/>
        <a:p>
          <a:endParaRPr lang="id-ID"/>
        </a:p>
      </dgm:t>
    </dgm:pt>
    <dgm:pt modelId="{76D3BC94-9ECB-42AE-B4A3-4B857E4561C6}">
      <dgm:prSet phldrT="[Text]"/>
      <dgm:spPr/>
      <dgm:t>
        <a:bodyPr/>
        <a:lstStyle/>
        <a:p>
          <a:r>
            <a:rPr lang="id-ID" b="1" i="0" dirty="0"/>
            <a:t>Staff</a:t>
          </a:r>
          <a:r>
            <a:rPr lang="id-ID" b="0" i="0" dirty="0"/>
            <a:t> </a:t>
          </a:r>
          <a:endParaRPr lang="id-ID" dirty="0"/>
        </a:p>
      </dgm:t>
    </dgm:pt>
    <dgm:pt modelId="{0A3ED6D1-DC81-416B-91F8-B854EBDC917E}" type="parTrans" cxnId="{24A1ACD1-B0C9-4C94-94B5-B076CD972298}">
      <dgm:prSet/>
      <dgm:spPr/>
      <dgm:t>
        <a:bodyPr/>
        <a:lstStyle/>
        <a:p>
          <a:endParaRPr lang="id-ID"/>
        </a:p>
      </dgm:t>
    </dgm:pt>
    <dgm:pt modelId="{72810892-E1B8-47E5-86CF-A4327D046116}" type="sibTrans" cxnId="{24A1ACD1-B0C9-4C94-94B5-B076CD972298}">
      <dgm:prSet/>
      <dgm:spPr/>
      <dgm:t>
        <a:bodyPr/>
        <a:lstStyle/>
        <a:p>
          <a:endParaRPr lang="id-ID"/>
        </a:p>
      </dgm:t>
    </dgm:pt>
    <dgm:pt modelId="{E3BD907B-3746-4AD0-9812-8B10A6BA4E00}">
      <dgm:prSet/>
      <dgm:spPr/>
      <dgm:t>
        <a:bodyPr/>
        <a:lstStyle/>
        <a:p>
          <a:endParaRPr lang="id-ID"/>
        </a:p>
      </dgm:t>
    </dgm:pt>
    <dgm:pt modelId="{031E2D4D-2CE9-4ADB-950C-B1A3C5D2C6F8}" type="parTrans" cxnId="{97386D72-1F18-4641-9CB2-A92BA13280B9}">
      <dgm:prSet/>
      <dgm:spPr/>
      <dgm:t>
        <a:bodyPr/>
        <a:lstStyle/>
        <a:p>
          <a:endParaRPr lang="id-ID"/>
        </a:p>
      </dgm:t>
    </dgm:pt>
    <dgm:pt modelId="{61EA9C8B-3D0E-4CA4-8609-C785CE86CD5F}" type="sibTrans" cxnId="{97386D72-1F18-4641-9CB2-A92BA13280B9}">
      <dgm:prSet/>
      <dgm:spPr/>
      <dgm:t>
        <a:bodyPr/>
        <a:lstStyle/>
        <a:p>
          <a:endParaRPr lang="id-ID"/>
        </a:p>
      </dgm:t>
    </dgm:pt>
    <dgm:pt modelId="{51330972-B991-4EB5-88EF-281DC963607F}" type="pres">
      <dgm:prSet presAssocID="{4DFFE2A8-0E7D-4D13-A1FD-CC0115FFCA0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FA5818C-92BA-4C2B-B3F1-9BBDA4A1EBC2}" type="pres">
      <dgm:prSet presAssocID="{82786114-2BC3-460B-B769-BFD862C3F844}" presName="hierRoot1" presStyleCnt="0">
        <dgm:presLayoutVars>
          <dgm:hierBranch val="init"/>
        </dgm:presLayoutVars>
      </dgm:prSet>
      <dgm:spPr/>
    </dgm:pt>
    <dgm:pt modelId="{00F58E72-A42F-4FB7-ACC2-D32584B6FCFA}" type="pres">
      <dgm:prSet presAssocID="{82786114-2BC3-460B-B769-BFD862C3F844}" presName="rootComposite1" presStyleCnt="0"/>
      <dgm:spPr/>
    </dgm:pt>
    <dgm:pt modelId="{94981E97-17F0-414B-A3E1-58F3EA0EAA2F}" type="pres">
      <dgm:prSet presAssocID="{82786114-2BC3-460B-B769-BFD862C3F844}" presName="rootText1" presStyleLbl="node0" presStyleIdx="0" presStyleCnt="1">
        <dgm:presLayoutVars>
          <dgm:chPref val="3"/>
        </dgm:presLayoutVars>
      </dgm:prSet>
      <dgm:spPr/>
    </dgm:pt>
    <dgm:pt modelId="{0652DB65-A802-4240-BDBB-54666561B620}" type="pres">
      <dgm:prSet presAssocID="{82786114-2BC3-460B-B769-BFD862C3F844}" presName="rootConnector1" presStyleLbl="node1" presStyleIdx="0" presStyleCnt="0"/>
      <dgm:spPr/>
    </dgm:pt>
    <dgm:pt modelId="{02638275-480C-4CEB-A0CD-FEDD2D9F696B}" type="pres">
      <dgm:prSet presAssocID="{82786114-2BC3-460B-B769-BFD862C3F844}" presName="hierChild2" presStyleCnt="0"/>
      <dgm:spPr/>
    </dgm:pt>
    <dgm:pt modelId="{D9623A1F-B995-4A42-BBE2-D7C41F9324C6}" type="pres">
      <dgm:prSet presAssocID="{99365349-E651-4589-975A-3452A0736D67}" presName="Name37" presStyleLbl="parChTrans1D2" presStyleIdx="0" presStyleCnt="4"/>
      <dgm:spPr/>
    </dgm:pt>
    <dgm:pt modelId="{274E6659-8E6D-48FB-BBF0-CD8C3ACB749A}" type="pres">
      <dgm:prSet presAssocID="{2C02EEB3-0744-43BB-87CC-74750BCE86EE}" presName="hierRoot2" presStyleCnt="0">
        <dgm:presLayoutVars>
          <dgm:hierBranch val="init"/>
        </dgm:presLayoutVars>
      </dgm:prSet>
      <dgm:spPr/>
    </dgm:pt>
    <dgm:pt modelId="{F5DAEFC5-4516-4E2C-98A0-F4E1A7F011CC}" type="pres">
      <dgm:prSet presAssocID="{2C02EEB3-0744-43BB-87CC-74750BCE86EE}" presName="rootComposite" presStyleCnt="0"/>
      <dgm:spPr/>
    </dgm:pt>
    <dgm:pt modelId="{33CFDF05-E5B9-401A-AFA9-5EC68A1739CB}" type="pres">
      <dgm:prSet presAssocID="{2C02EEB3-0744-43BB-87CC-74750BCE86EE}" presName="rootText" presStyleLbl="node2" presStyleIdx="0" presStyleCnt="3">
        <dgm:presLayoutVars>
          <dgm:chPref val="3"/>
        </dgm:presLayoutVars>
      </dgm:prSet>
      <dgm:spPr/>
    </dgm:pt>
    <dgm:pt modelId="{A0124103-2BB2-4496-878C-F53B337AA2A2}" type="pres">
      <dgm:prSet presAssocID="{2C02EEB3-0744-43BB-87CC-74750BCE86EE}" presName="rootConnector" presStyleLbl="node2" presStyleIdx="0" presStyleCnt="3"/>
      <dgm:spPr/>
    </dgm:pt>
    <dgm:pt modelId="{2716793C-1A24-4B0B-9A13-4B8C611B27CC}" type="pres">
      <dgm:prSet presAssocID="{2C02EEB3-0744-43BB-87CC-74750BCE86EE}" presName="hierChild4" presStyleCnt="0"/>
      <dgm:spPr/>
    </dgm:pt>
    <dgm:pt modelId="{33270E99-F729-4A71-B042-334AE39E0D3E}" type="pres">
      <dgm:prSet presAssocID="{2C02EEB3-0744-43BB-87CC-74750BCE86EE}" presName="hierChild5" presStyleCnt="0"/>
      <dgm:spPr/>
    </dgm:pt>
    <dgm:pt modelId="{11E7033A-C936-481C-A9DA-13309C27A421}" type="pres">
      <dgm:prSet presAssocID="{B40D577A-4D0D-4D97-ACAD-17806CD6CAB0}" presName="Name37" presStyleLbl="parChTrans1D2" presStyleIdx="1" presStyleCnt="4"/>
      <dgm:spPr/>
    </dgm:pt>
    <dgm:pt modelId="{BC464F24-10FA-491D-B629-FFD5E8987A2C}" type="pres">
      <dgm:prSet presAssocID="{93F8B3B6-9B28-4A24-A975-95072EB97A28}" presName="hierRoot2" presStyleCnt="0">
        <dgm:presLayoutVars>
          <dgm:hierBranch val="init"/>
        </dgm:presLayoutVars>
      </dgm:prSet>
      <dgm:spPr/>
    </dgm:pt>
    <dgm:pt modelId="{6608322B-5DFF-4E49-B710-2AE51E3E350F}" type="pres">
      <dgm:prSet presAssocID="{93F8B3B6-9B28-4A24-A975-95072EB97A28}" presName="rootComposite" presStyleCnt="0"/>
      <dgm:spPr/>
    </dgm:pt>
    <dgm:pt modelId="{1A409EFC-03EF-4A97-85CF-4BF4B186E396}" type="pres">
      <dgm:prSet presAssocID="{93F8B3B6-9B28-4A24-A975-95072EB97A28}" presName="rootText" presStyleLbl="node2" presStyleIdx="1" presStyleCnt="3">
        <dgm:presLayoutVars>
          <dgm:chPref val="3"/>
        </dgm:presLayoutVars>
      </dgm:prSet>
      <dgm:spPr/>
    </dgm:pt>
    <dgm:pt modelId="{DEB3BF00-15B1-4643-BF33-262A851DC393}" type="pres">
      <dgm:prSet presAssocID="{93F8B3B6-9B28-4A24-A975-95072EB97A28}" presName="rootConnector" presStyleLbl="node2" presStyleIdx="1" presStyleCnt="3"/>
      <dgm:spPr/>
    </dgm:pt>
    <dgm:pt modelId="{6D613C95-E6A9-4C9A-B63A-4937629997A0}" type="pres">
      <dgm:prSet presAssocID="{93F8B3B6-9B28-4A24-A975-95072EB97A28}" presName="hierChild4" presStyleCnt="0"/>
      <dgm:spPr/>
    </dgm:pt>
    <dgm:pt modelId="{B52708D6-C5A4-4434-8A75-EC997D8947A7}" type="pres">
      <dgm:prSet presAssocID="{93F8B3B6-9B28-4A24-A975-95072EB97A28}" presName="hierChild5" presStyleCnt="0"/>
      <dgm:spPr/>
    </dgm:pt>
    <dgm:pt modelId="{A9360E3D-1B5B-42E6-9709-096C8FFB7FA7}" type="pres">
      <dgm:prSet presAssocID="{0A3ED6D1-DC81-416B-91F8-B854EBDC917E}" presName="Name37" presStyleLbl="parChTrans1D2" presStyleIdx="2" presStyleCnt="4"/>
      <dgm:spPr/>
    </dgm:pt>
    <dgm:pt modelId="{FA00ECD9-1C51-4447-B056-E918046E70E6}" type="pres">
      <dgm:prSet presAssocID="{76D3BC94-9ECB-42AE-B4A3-4B857E4561C6}" presName="hierRoot2" presStyleCnt="0">
        <dgm:presLayoutVars>
          <dgm:hierBranch val="init"/>
        </dgm:presLayoutVars>
      </dgm:prSet>
      <dgm:spPr/>
    </dgm:pt>
    <dgm:pt modelId="{771988DA-9E37-4B32-B8B5-24AE8CE45FA4}" type="pres">
      <dgm:prSet presAssocID="{76D3BC94-9ECB-42AE-B4A3-4B857E4561C6}" presName="rootComposite" presStyleCnt="0"/>
      <dgm:spPr/>
    </dgm:pt>
    <dgm:pt modelId="{6035D6B6-ACF5-4E69-9424-61E7AA35667B}" type="pres">
      <dgm:prSet presAssocID="{76D3BC94-9ECB-42AE-B4A3-4B857E4561C6}" presName="rootText" presStyleLbl="node2" presStyleIdx="2" presStyleCnt="3">
        <dgm:presLayoutVars>
          <dgm:chPref val="3"/>
        </dgm:presLayoutVars>
      </dgm:prSet>
      <dgm:spPr/>
    </dgm:pt>
    <dgm:pt modelId="{5A3C1586-9396-46DD-B583-5AB2B382E393}" type="pres">
      <dgm:prSet presAssocID="{76D3BC94-9ECB-42AE-B4A3-4B857E4561C6}" presName="rootConnector" presStyleLbl="node2" presStyleIdx="2" presStyleCnt="3"/>
      <dgm:spPr/>
    </dgm:pt>
    <dgm:pt modelId="{17941EDB-F6A7-45E2-8A5F-739F1F69179A}" type="pres">
      <dgm:prSet presAssocID="{76D3BC94-9ECB-42AE-B4A3-4B857E4561C6}" presName="hierChild4" presStyleCnt="0"/>
      <dgm:spPr/>
    </dgm:pt>
    <dgm:pt modelId="{10E6CF1F-3021-42DC-B06E-6604B9ED34BD}" type="pres">
      <dgm:prSet presAssocID="{031E2D4D-2CE9-4ADB-950C-B1A3C5D2C6F8}" presName="Name37" presStyleLbl="parChTrans1D3" presStyleIdx="0" presStyleCnt="1"/>
      <dgm:spPr/>
    </dgm:pt>
    <dgm:pt modelId="{F0EE9059-5297-4DF6-A413-F9827606009C}" type="pres">
      <dgm:prSet presAssocID="{E3BD907B-3746-4AD0-9812-8B10A6BA4E00}" presName="hierRoot2" presStyleCnt="0">
        <dgm:presLayoutVars>
          <dgm:hierBranch val="init"/>
        </dgm:presLayoutVars>
      </dgm:prSet>
      <dgm:spPr/>
    </dgm:pt>
    <dgm:pt modelId="{6CD91682-21AE-4BA5-A530-17472C1DF37F}" type="pres">
      <dgm:prSet presAssocID="{E3BD907B-3746-4AD0-9812-8B10A6BA4E00}" presName="rootComposite" presStyleCnt="0"/>
      <dgm:spPr/>
    </dgm:pt>
    <dgm:pt modelId="{92469664-EB5F-4CDE-9A61-772F26A43585}" type="pres">
      <dgm:prSet presAssocID="{E3BD907B-3746-4AD0-9812-8B10A6BA4E00}" presName="rootText" presStyleLbl="node3" presStyleIdx="0" presStyleCnt="1">
        <dgm:presLayoutVars>
          <dgm:chPref val="3"/>
        </dgm:presLayoutVars>
      </dgm:prSet>
      <dgm:spPr/>
    </dgm:pt>
    <dgm:pt modelId="{3AB136FA-D4C2-4BA3-BC6A-046DEF030216}" type="pres">
      <dgm:prSet presAssocID="{E3BD907B-3746-4AD0-9812-8B10A6BA4E00}" presName="rootConnector" presStyleLbl="node3" presStyleIdx="0" presStyleCnt="1"/>
      <dgm:spPr/>
    </dgm:pt>
    <dgm:pt modelId="{E59F330A-D3A9-4813-8269-78B436130DAC}" type="pres">
      <dgm:prSet presAssocID="{E3BD907B-3746-4AD0-9812-8B10A6BA4E00}" presName="hierChild4" presStyleCnt="0"/>
      <dgm:spPr/>
    </dgm:pt>
    <dgm:pt modelId="{9E385AE3-12A5-43E1-842A-57425BF9B8CC}" type="pres">
      <dgm:prSet presAssocID="{E3BD907B-3746-4AD0-9812-8B10A6BA4E00}" presName="hierChild5" presStyleCnt="0"/>
      <dgm:spPr/>
    </dgm:pt>
    <dgm:pt modelId="{8A86E946-795E-40CB-A874-0C2A6C63754E}" type="pres">
      <dgm:prSet presAssocID="{76D3BC94-9ECB-42AE-B4A3-4B857E4561C6}" presName="hierChild5" presStyleCnt="0"/>
      <dgm:spPr/>
    </dgm:pt>
    <dgm:pt modelId="{FAE71B5D-4F46-4308-912C-92EA9BBD6E09}" type="pres">
      <dgm:prSet presAssocID="{82786114-2BC3-460B-B769-BFD862C3F844}" presName="hierChild3" presStyleCnt="0"/>
      <dgm:spPr/>
    </dgm:pt>
    <dgm:pt modelId="{0A083D58-B421-48B4-8C71-25107F82A579}" type="pres">
      <dgm:prSet presAssocID="{43B9A8BD-4249-4094-8EF5-C5086BE01B5F}" presName="Name111" presStyleLbl="parChTrans1D2" presStyleIdx="3" presStyleCnt="4"/>
      <dgm:spPr/>
    </dgm:pt>
    <dgm:pt modelId="{70A88719-0877-4E57-BB7A-44834F71B4A5}" type="pres">
      <dgm:prSet presAssocID="{B3C548FD-1A03-44A0-A7D9-8E9AF6F91B0A}" presName="hierRoot3" presStyleCnt="0">
        <dgm:presLayoutVars>
          <dgm:hierBranch val="init"/>
        </dgm:presLayoutVars>
      </dgm:prSet>
      <dgm:spPr/>
    </dgm:pt>
    <dgm:pt modelId="{B6461EF8-3B04-4910-8AB1-50875B7B28AD}" type="pres">
      <dgm:prSet presAssocID="{B3C548FD-1A03-44A0-A7D9-8E9AF6F91B0A}" presName="rootComposite3" presStyleCnt="0"/>
      <dgm:spPr/>
    </dgm:pt>
    <dgm:pt modelId="{A28A9708-25D8-4DFD-B84C-5D766AFD18EC}" type="pres">
      <dgm:prSet presAssocID="{B3C548FD-1A03-44A0-A7D9-8E9AF6F91B0A}" presName="rootText3" presStyleLbl="asst1" presStyleIdx="0" presStyleCnt="1">
        <dgm:presLayoutVars>
          <dgm:chPref val="3"/>
        </dgm:presLayoutVars>
      </dgm:prSet>
      <dgm:spPr/>
    </dgm:pt>
    <dgm:pt modelId="{CB630A64-B7C7-4319-86EA-86CA69EF8AAD}" type="pres">
      <dgm:prSet presAssocID="{B3C548FD-1A03-44A0-A7D9-8E9AF6F91B0A}" presName="rootConnector3" presStyleLbl="asst1" presStyleIdx="0" presStyleCnt="1"/>
      <dgm:spPr/>
    </dgm:pt>
    <dgm:pt modelId="{D07079A4-7ED7-4ADA-9641-4FFD88F3E11F}" type="pres">
      <dgm:prSet presAssocID="{B3C548FD-1A03-44A0-A7D9-8E9AF6F91B0A}" presName="hierChild6" presStyleCnt="0"/>
      <dgm:spPr/>
    </dgm:pt>
    <dgm:pt modelId="{FF68F133-586B-457A-A225-4F09A816C47A}" type="pres">
      <dgm:prSet presAssocID="{B3C548FD-1A03-44A0-A7D9-8E9AF6F91B0A}" presName="hierChild7" presStyleCnt="0"/>
      <dgm:spPr/>
    </dgm:pt>
  </dgm:ptLst>
  <dgm:cxnLst>
    <dgm:cxn modelId="{652D2E03-DE4A-4797-AB16-26A6423623A7}" type="presOf" srcId="{82786114-2BC3-460B-B769-BFD862C3F844}" destId="{0652DB65-A802-4240-BDBB-54666561B620}" srcOrd="1" destOrd="0" presId="urn:microsoft.com/office/officeart/2005/8/layout/orgChart1"/>
    <dgm:cxn modelId="{EBDCDC1C-3B17-4B3E-9CD4-0EE9D29713EC}" type="presOf" srcId="{E3BD907B-3746-4AD0-9812-8B10A6BA4E00}" destId="{3AB136FA-D4C2-4BA3-BC6A-046DEF030216}" srcOrd="1" destOrd="0" presId="urn:microsoft.com/office/officeart/2005/8/layout/orgChart1"/>
    <dgm:cxn modelId="{ED0CA034-81EB-4892-BE52-92B6CD332AE9}" type="presOf" srcId="{B3C548FD-1A03-44A0-A7D9-8E9AF6F91B0A}" destId="{A28A9708-25D8-4DFD-B84C-5D766AFD18EC}" srcOrd="0" destOrd="0" presId="urn:microsoft.com/office/officeart/2005/8/layout/orgChart1"/>
    <dgm:cxn modelId="{C283C839-4D6D-433D-B681-D908C71BB10E}" srcId="{82786114-2BC3-460B-B769-BFD862C3F844}" destId="{93F8B3B6-9B28-4A24-A975-95072EB97A28}" srcOrd="2" destOrd="0" parTransId="{B40D577A-4D0D-4D97-ACAD-17806CD6CAB0}" sibTransId="{FA353DEB-F20F-4C67-85FF-E1271929CCE1}"/>
    <dgm:cxn modelId="{400EEB39-BB43-4E59-A240-BCEDD865DD69}" type="presOf" srcId="{B3C548FD-1A03-44A0-A7D9-8E9AF6F91B0A}" destId="{CB630A64-B7C7-4319-86EA-86CA69EF8AAD}" srcOrd="1" destOrd="0" presId="urn:microsoft.com/office/officeart/2005/8/layout/orgChart1"/>
    <dgm:cxn modelId="{069F3940-B418-41B0-87D7-C10FABC0EB09}" type="presOf" srcId="{99365349-E651-4589-975A-3452A0736D67}" destId="{D9623A1F-B995-4A42-BBE2-D7C41F9324C6}" srcOrd="0" destOrd="0" presId="urn:microsoft.com/office/officeart/2005/8/layout/orgChart1"/>
    <dgm:cxn modelId="{02146F5B-AE4A-49BE-BBC5-74F5D62A4B78}" srcId="{4DFFE2A8-0E7D-4D13-A1FD-CC0115FFCA0E}" destId="{82786114-2BC3-460B-B769-BFD862C3F844}" srcOrd="0" destOrd="0" parTransId="{F1044FED-8A1C-4722-9BF4-C8C4C6D039DF}" sibTransId="{AEC1852A-7986-4795-BCDC-448A57F99D1F}"/>
    <dgm:cxn modelId="{941F7563-E018-4AB3-81E2-8AA3D43E424F}" type="presOf" srcId="{E3BD907B-3746-4AD0-9812-8B10A6BA4E00}" destId="{92469664-EB5F-4CDE-9A61-772F26A43585}" srcOrd="0" destOrd="0" presId="urn:microsoft.com/office/officeart/2005/8/layout/orgChart1"/>
    <dgm:cxn modelId="{C7A09E49-76F3-464A-8658-41BFF1F479E2}" type="presOf" srcId="{76D3BC94-9ECB-42AE-B4A3-4B857E4561C6}" destId="{6035D6B6-ACF5-4E69-9424-61E7AA35667B}" srcOrd="0" destOrd="0" presId="urn:microsoft.com/office/officeart/2005/8/layout/orgChart1"/>
    <dgm:cxn modelId="{97386D72-1F18-4641-9CB2-A92BA13280B9}" srcId="{76D3BC94-9ECB-42AE-B4A3-4B857E4561C6}" destId="{E3BD907B-3746-4AD0-9812-8B10A6BA4E00}" srcOrd="0" destOrd="0" parTransId="{031E2D4D-2CE9-4ADB-950C-B1A3C5D2C6F8}" sibTransId="{61EA9C8B-3D0E-4CA4-8609-C785CE86CD5F}"/>
    <dgm:cxn modelId="{BD6BF484-CE8C-40ED-B8D6-09BEA4FE3D71}" srcId="{82786114-2BC3-460B-B769-BFD862C3F844}" destId="{B3C548FD-1A03-44A0-A7D9-8E9AF6F91B0A}" srcOrd="0" destOrd="0" parTransId="{43B9A8BD-4249-4094-8EF5-C5086BE01B5F}" sibTransId="{94BF2931-722E-4208-AFB3-D8A29639D444}"/>
    <dgm:cxn modelId="{9E8FE88E-001E-4A39-984A-52E8565D0E00}" type="presOf" srcId="{2C02EEB3-0744-43BB-87CC-74750BCE86EE}" destId="{33CFDF05-E5B9-401A-AFA9-5EC68A1739CB}" srcOrd="0" destOrd="0" presId="urn:microsoft.com/office/officeart/2005/8/layout/orgChart1"/>
    <dgm:cxn modelId="{8EC91590-A9B5-49E2-970B-53D72C5F1BD2}" type="presOf" srcId="{031E2D4D-2CE9-4ADB-950C-B1A3C5D2C6F8}" destId="{10E6CF1F-3021-42DC-B06E-6604B9ED34BD}" srcOrd="0" destOrd="0" presId="urn:microsoft.com/office/officeart/2005/8/layout/orgChart1"/>
    <dgm:cxn modelId="{4569D791-8EFC-42F0-9198-444D4014D3A5}" type="presOf" srcId="{76D3BC94-9ECB-42AE-B4A3-4B857E4561C6}" destId="{5A3C1586-9396-46DD-B583-5AB2B382E393}" srcOrd="1" destOrd="0" presId="urn:microsoft.com/office/officeart/2005/8/layout/orgChart1"/>
    <dgm:cxn modelId="{9EB9B496-22A4-4AC8-9585-D05F6A7B3A0D}" type="presOf" srcId="{82786114-2BC3-460B-B769-BFD862C3F844}" destId="{94981E97-17F0-414B-A3E1-58F3EA0EAA2F}" srcOrd="0" destOrd="0" presId="urn:microsoft.com/office/officeart/2005/8/layout/orgChart1"/>
    <dgm:cxn modelId="{355EFCA8-C9CD-4B03-BDAB-B979D94E8B75}" type="presOf" srcId="{93F8B3B6-9B28-4A24-A975-95072EB97A28}" destId="{1A409EFC-03EF-4A97-85CF-4BF4B186E396}" srcOrd="0" destOrd="0" presId="urn:microsoft.com/office/officeart/2005/8/layout/orgChart1"/>
    <dgm:cxn modelId="{D629AEAE-D5A7-4BE4-8419-D88EB074611F}" type="presOf" srcId="{4DFFE2A8-0E7D-4D13-A1FD-CC0115FFCA0E}" destId="{51330972-B991-4EB5-88EF-281DC963607F}" srcOrd="0" destOrd="0" presId="urn:microsoft.com/office/officeart/2005/8/layout/orgChart1"/>
    <dgm:cxn modelId="{587497B0-75BE-40D4-9070-0FA84A929BCD}" type="presOf" srcId="{93F8B3B6-9B28-4A24-A975-95072EB97A28}" destId="{DEB3BF00-15B1-4643-BF33-262A851DC393}" srcOrd="1" destOrd="0" presId="urn:microsoft.com/office/officeart/2005/8/layout/orgChart1"/>
    <dgm:cxn modelId="{8CC6E4B4-8AC5-434C-81B3-4CC1FFC52286}" type="presOf" srcId="{B40D577A-4D0D-4D97-ACAD-17806CD6CAB0}" destId="{11E7033A-C936-481C-A9DA-13309C27A421}" srcOrd="0" destOrd="0" presId="urn:microsoft.com/office/officeart/2005/8/layout/orgChart1"/>
    <dgm:cxn modelId="{1983FACD-C438-4562-8FAE-8A2C9D286316}" type="presOf" srcId="{2C02EEB3-0744-43BB-87CC-74750BCE86EE}" destId="{A0124103-2BB2-4496-878C-F53B337AA2A2}" srcOrd="1" destOrd="0" presId="urn:microsoft.com/office/officeart/2005/8/layout/orgChart1"/>
    <dgm:cxn modelId="{24A1ACD1-B0C9-4C94-94B5-B076CD972298}" srcId="{82786114-2BC3-460B-B769-BFD862C3F844}" destId="{76D3BC94-9ECB-42AE-B4A3-4B857E4561C6}" srcOrd="3" destOrd="0" parTransId="{0A3ED6D1-DC81-416B-91F8-B854EBDC917E}" sibTransId="{72810892-E1B8-47E5-86CF-A4327D046116}"/>
    <dgm:cxn modelId="{A7D8C5D5-77F5-4A07-B224-55845065025B}" srcId="{82786114-2BC3-460B-B769-BFD862C3F844}" destId="{2C02EEB3-0744-43BB-87CC-74750BCE86EE}" srcOrd="1" destOrd="0" parTransId="{99365349-E651-4589-975A-3452A0736D67}" sibTransId="{9CC150D9-EAB6-402A-910F-C225A6111756}"/>
    <dgm:cxn modelId="{5AECEFE1-A2C2-4A33-9B4F-9EAA1C16E4E4}" type="presOf" srcId="{0A3ED6D1-DC81-416B-91F8-B854EBDC917E}" destId="{A9360E3D-1B5B-42E6-9709-096C8FFB7FA7}" srcOrd="0" destOrd="0" presId="urn:microsoft.com/office/officeart/2005/8/layout/orgChart1"/>
    <dgm:cxn modelId="{5FCEC9E6-3B22-430A-A81D-B44B261DB8D3}" type="presOf" srcId="{43B9A8BD-4249-4094-8EF5-C5086BE01B5F}" destId="{0A083D58-B421-48B4-8C71-25107F82A579}" srcOrd="0" destOrd="0" presId="urn:microsoft.com/office/officeart/2005/8/layout/orgChart1"/>
    <dgm:cxn modelId="{75937BBE-A840-4802-8547-CF340F12D9B9}" type="presParOf" srcId="{51330972-B991-4EB5-88EF-281DC963607F}" destId="{7FA5818C-92BA-4C2B-B3F1-9BBDA4A1EBC2}" srcOrd="0" destOrd="0" presId="urn:microsoft.com/office/officeart/2005/8/layout/orgChart1"/>
    <dgm:cxn modelId="{22D89D94-B901-494E-B177-A3355E7DE44B}" type="presParOf" srcId="{7FA5818C-92BA-4C2B-B3F1-9BBDA4A1EBC2}" destId="{00F58E72-A42F-4FB7-ACC2-D32584B6FCFA}" srcOrd="0" destOrd="0" presId="urn:microsoft.com/office/officeart/2005/8/layout/orgChart1"/>
    <dgm:cxn modelId="{A47E9A5D-EC50-4065-810C-36597E034637}" type="presParOf" srcId="{00F58E72-A42F-4FB7-ACC2-D32584B6FCFA}" destId="{94981E97-17F0-414B-A3E1-58F3EA0EAA2F}" srcOrd="0" destOrd="0" presId="urn:microsoft.com/office/officeart/2005/8/layout/orgChart1"/>
    <dgm:cxn modelId="{AB36585B-D17D-4E55-9297-E490DE042AAA}" type="presParOf" srcId="{00F58E72-A42F-4FB7-ACC2-D32584B6FCFA}" destId="{0652DB65-A802-4240-BDBB-54666561B620}" srcOrd="1" destOrd="0" presId="urn:microsoft.com/office/officeart/2005/8/layout/orgChart1"/>
    <dgm:cxn modelId="{35593E9A-641C-464E-8478-1F498D607B73}" type="presParOf" srcId="{7FA5818C-92BA-4C2B-B3F1-9BBDA4A1EBC2}" destId="{02638275-480C-4CEB-A0CD-FEDD2D9F696B}" srcOrd="1" destOrd="0" presId="urn:microsoft.com/office/officeart/2005/8/layout/orgChart1"/>
    <dgm:cxn modelId="{3F00D482-C15D-4DCB-97F4-534CF12D0B1B}" type="presParOf" srcId="{02638275-480C-4CEB-A0CD-FEDD2D9F696B}" destId="{D9623A1F-B995-4A42-BBE2-D7C41F9324C6}" srcOrd="0" destOrd="0" presId="urn:microsoft.com/office/officeart/2005/8/layout/orgChart1"/>
    <dgm:cxn modelId="{7EE57833-F3D5-4F9B-97C3-94F098819ADD}" type="presParOf" srcId="{02638275-480C-4CEB-A0CD-FEDD2D9F696B}" destId="{274E6659-8E6D-48FB-BBF0-CD8C3ACB749A}" srcOrd="1" destOrd="0" presId="urn:microsoft.com/office/officeart/2005/8/layout/orgChart1"/>
    <dgm:cxn modelId="{7FBE6DAB-E30D-4CA6-A126-D3E15FA2B851}" type="presParOf" srcId="{274E6659-8E6D-48FB-BBF0-CD8C3ACB749A}" destId="{F5DAEFC5-4516-4E2C-98A0-F4E1A7F011CC}" srcOrd="0" destOrd="0" presId="urn:microsoft.com/office/officeart/2005/8/layout/orgChart1"/>
    <dgm:cxn modelId="{816BEBE9-EB14-477C-960E-509F8FBF5F67}" type="presParOf" srcId="{F5DAEFC5-4516-4E2C-98A0-F4E1A7F011CC}" destId="{33CFDF05-E5B9-401A-AFA9-5EC68A1739CB}" srcOrd="0" destOrd="0" presId="urn:microsoft.com/office/officeart/2005/8/layout/orgChart1"/>
    <dgm:cxn modelId="{EBA09310-E596-4A43-82E8-1CE4B6A3B408}" type="presParOf" srcId="{F5DAEFC5-4516-4E2C-98A0-F4E1A7F011CC}" destId="{A0124103-2BB2-4496-878C-F53B337AA2A2}" srcOrd="1" destOrd="0" presId="urn:microsoft.com/office/officeart/2005/8/layout/orgChart1"/>
    <dgm:cxn modelId="{73819124-57B8-4CDA-BBFD-AC28B538D49C}" type="presParOf" srcId="{274E6659-8E6D-48FB-BBF0-CD8C3ACB749A}" destId="{2716793C-1A24-4B0B-9A13-4B8C611B27CC}" srcOrd="1" destOrd="0" presId="urn:microsoft.com/office/officeart/2005/8/layout/orgChart1"/>
    <dgm:cxn modelId="{5CD70678-339C-4E7A-81AF-99C467669A1A}" type="presParOf" srcId="{274E6659-8E6D-48FB-BBF0-CD8C3ACB749A}" destId="{33270E99-F729-4A71-B042-334AE39E0D3E}" srcOrd="2" destOrd="0" presId="urn:microsoft.com/office/officeart/2005/8/layout/orgChart1"/>
    <dgm:cxn modelId="{105931C4-3CA6-4675-AEEF-282286BF4432}" type="presParOf" srcId="{02638275-480C-4CEB-A0CD-FEDD2D9F696B}" destId="{11E7033A-C936-481C-A9DA-13309C27A421}" srcOrd="2" destOrd="0" presId="urn:microsoft.com/office/officeart/2005/8/layout/orgChart1"/>
    <dgm:cxn modelId="{AF44D4BB-EEFD-409E-8D33-9F4534218BE8}" type="presParOf" srcId="{02638275-480C-4CEB-A0CD-FEDD2D9F696B}" destId="{BC464F24-10FA-491D-B629-FFD5E8987A2C}" srcOrd="3" destOrd="0" presId="urn:microsoft.com/office/officeart/2005/8/layout/orgChart1"/>
    <dgm:cxn modelId="{77450559-512B-4A76-852B-7EDC0E2E6374}" type="presParOf" srcId="{BC464F24-10FA-491D-B629-FFD5E8987A2C}" destId="{6608322B-5DFF-4E49-B710-2AE51E3E350F}" srcOrd="0" destOrd="0" presId="urn:microsoft.com/office/officeart/2005/8/layout/orgChart1"/>
    <dgm:cxn modelId="{4555DC70-D9D1-4586-8E35-3B65A6EAC5CB}" type="presParOf" srcId="{6608322B-5DFF-4E49-B710-2AE51E3E350F}" destId="{1A409EFC-03EF-4A97-85CF-4BF4B186E396}" srcOrd="0" destOrd="0" presId="urn:microsoft.com/office/officeart/2005/8/layout/orgChart1"/>
    <dgm:cxn modelId="{8108307A-343B-49F5-8858-7539DC474E9D}" type="presParOf" srcId="{6608322B-5DFF-4E49-B710-2AE51E3E350F}" destId="{DEB3BF00-15B1-4643-BF33-262A851DC393}" srcOrd="1" destOrd="0" presId="urn:microsoft.com/office/officeart/2005/8/layout/orgChart1"/>
    <dgm:cxn modelId="{395F8198-334A-46AF-BD6B-491B7D0D6766}" type="presParOf" srcId="{BC464F24-10FA-491D-B629-FFD5E8987A2C}" destId="{6D613C95-E6A9-4C9A-B63A-4937629997A0}" srcOrd="1" destOrd="0" presId="urn:microsoft.com/office/officeart/2005/8/layout/orgChart1"/>
    <dgm:cxn modelId="{0D0E15D4-70F4-4B55-876B-D956711809A0}" type="presParOf" srcId="{BC464F24-10FA-491D-B629-FFD5E8987A2C}" destId="{B52708D6-C5A4-4434-8A75-EC997D8947A7}" srcOrd="2" destOrd="0" presId="urn:microsoft.com/office/officeart/2005/8/layout/orgChart1"/>
    <dgm:cxn modelId="{AB3F7DE9-65BE-4A38-AC88-BA7B97BD58CA}" type="presParOf" srcId="{02638275-480C-4CEB-A0CD-FEDD2D9F696B}" destId="{A9360E3D-1B5B-42E6-9709-096C8FFB7FA7}" srcOrd="4" destOrd="0" presId="urn:microsoft.com/office/officeart/2005/8/layout/orgChart1"/>
    <dgm:cxn modelId="{3D33E740-8AA4-4DA8-AA6A-661CCA0C0238}" type="presParOf" srcId="{02638275-480C-4CEB-A0CD-FEDD2D9F696B}" destId="{FA00ECD9-1C51-4447-B056-E918046E70E6}" srcOrd="5" destOrd="0" presId="urn:microsoft.com/office/officeart/2005/8/layout/orgChart1"/>
    <dgm:cxn modelId="{BC6D1882-7BAA-45BB-8602-5F7040040E3D}" type="presParOf" srcId="{FA00ECD9-1C51-4447-B056-E918046E70E6}" destId="{771988DA-9E37-4B32-B8B5-24AE8CE45FA4}" srcOrd="0" destOrd="0" presId="urn:microsoft.com/office/officeart/2005/8/layout/orgChart1"/>
    <dgm:cxn modelId="{6EDD16BA-9724-47EF-8595-A7350D49CB58}" type="presParOf" srcId="{771988DA-9E37-4B32-B8B5-24AE8CE45FA4}" destId="{6035D6B6-ACF5-4E69-9424-61E7AA35667B}" srcOrd="0" destOrd="0" presId="urn:microsoft.com/office/officeart/2005/8/layout/orgChart1"/>
    <dgm:cxn modelId="{522889A6-8C97-43FE-9610-E90D5C3EA50E}" type="presParOf" srcId="{771988DA-9E37-4B32-B8B5-24AE8CE45FA4}" destId="{5A3C1586-9396-46DD-B583-5AB2B382E393}" srcOrd="1" destOrd="0" presId="urn:microsoft.com/office/officeart/2005/8/layout/orgChart1"/>
    <dgm:cxn modelId="{B92B9C8A-B781-4FDA-9A54-6545255B3FE5}" type="presParOf" srcId="{FA00ECD9-1C51-4447-B056-E918046E70E6}" destId="{17941EDB-F6A7-45E2-8A5F-739F1F69179A}" srcOrd="1" destOrd="0" presId="urn:microsoft.com/office/officeart/2005/8/layout/orgChart1"/>
    <dgm:cxn modelId="{E9070A16-FBB8-4311-B0F8-5BF96A1C7E82}" type="presParOf" srcId="{17941EDB-F6A7-45E2-8A5F-739F1F69179A}" destId="{10E6CF1F-3021-42DC-B06E-6604B9ED34BD}" srcOrd="0" destOrd="0" presId="urn:microsoft.com/office/officeart/2005/8/layout/orgChart1"/>
    <dgm:cxn modelId="{37AC2E68-8A46-4247-92B1-245DF6556376}" type="presParOf" srcId="{17941EDB-F6A7-45E2-8A5F-739F1F69179A}" destId="{F0EE9059-5297-4DF6-A413-F9827606009C}" srcOrd="1" destOrd="0" presId="urn:microsoft.com/office/officeart/2005/8/layout/orgChart1"/>
    <dgm:cxn modelId="{800251DE-55B2-4568-9D45-F231325EEB25}" type="presParOf" srcId="{F0EE9059-5297-4DF6-A413-F9827606009C}" destId="{6CD91682-21AE-4BA5-A530-17472C1DF37F}" srcOrd="0" destOrd="0" presId="urn:microsoft.com/office/officeart/2005/8/layout/orgChart1"/>
    <dgm:cxn modelId="{DDFC8728-31B6-48D0-9767-FBC9BDEC68D9}" type="presParOf" srcId="{6CD91682-21AE-4BA5-A530-17472C1DF37F}" destId="{92469664-EB5F-4CDE-9A61-772F26A43585}" srcOrd="0" destOrd="0" presId="urn:microsoft.com/office/officeart/2005/8/layout/orgChart1"/>
    <dgm:cxn modelId="{70E9600B-3456-4E74-89CE-A5ABFC78D607}" type="presParOf" srcId="{6CD91682-21AE-4BA5-A530-17472C1DF37F}" destId="{3AB136FA-D4C2-4BA3-BC6A-046DEF030216}" srcOrd="1" destOrd="0" presId="urn:microsoft.com/office/officeart/2005/8/layout/orgChart1"/>
    <dgm:cxn modelId="{54DAEC44-3C42-49D0-9BEF-887FE51CD9E4}" type="presParOf" srcId="{F0EE9059-5297-4DF6-A413-F9827606009C}" destId="{E59F330A-D3A9-4813-8269-78B436130DAC}" srcOrd="1" destOrd="0" presId="urn:microsoft.com/office/officeart/2005/8/layout/orgChart1"/>
    <dgm:cxn modelId="{FF28592C-BD70-4D0F-8671-C911BA38B1FA}" type="presParOf" srcId="{F0EE9059-5297-4DF6-A413-F9827606009C}" destId="{9E385AE3-12A5-43E1-842A-57425BF9B8CC}" srcOrd="2" destOrd="0" presId="urn:microsoft.com/office/officeart/2005/8/layout/orgChart1"/>
    <dgm:cxn modelId="{7A47990A-2739-4FD7-940C-297F3BB2147A}" type="presParOf" srcId="{FA00ECD9-1C51-4447-B056-E918046E70E6}" destId="{8A86E946-795E-40CB-A874-0C2A6C63754E}" srcOrd="2" destOrd="0" presId="urn:microsoft.com/office/officeart/2005/8/layout/orgChart1"/>
    <dgm:cxn modelId="{706DA9A3-443D-47A6-AA82-0EA50D6AD9D0}" type="presParOf" srcId="{7FA5818C-92BA-4C2B-B3F1-9BBDA4A1EBC2}" destId="{FAE71B5D-4F46-4308-912C-92EA9BBD6E09}" srcOrd="2" destOrd="0" presId="urn:microsoft.com/office/officeart/2005/8/layout/orgChart1"/>
    <dgm:cxn modelId="{6512B623-5D35-4542-BD56-011AA1CDED0D}" type="presParOf" srcId="{FAE71B5D-4F46-4308-912C-92EA9BBD6E09}" destId="{0A083D58-B421-48B4-8C71-25107F82A579}" srcOrd="0" destOrd="0" presId="urn:microsoft.com/office/officeart/2005/8/layout/orgChart1"/>
    <dgm:cxn modelId="{61E5A784-3AC4-4196-A2A9-02BF9FAA1008}" type="presParOf" srcId="{FAE71B5D-4F46-4308-912C-92EA9BBD6E09}" destId="{70A88719-0877-4E57-BB7A-44834F71B4A5}" srcOrd="1" destOrd="0" presId="urn:microsoft.com/office/officeart/2005/8/layout/orgChart1"/>
    <dgm:cxn modelId="{DAF07214-C412-4FA2-9E8D-AAD1832D9827}" type="presParOf" srcId="{70A88719-0877-4E57-BB7A-44834F71B4A5}" destId="{B6461EF8-3B04-4910-8AB1-50875B7B28AD}" srcOrd="0" destOrd="0" presId="urn:microsoft.com/office/officeart/2005/8/layout/orgChart1"/>
    <dgm:cxn modelId="{DB76962B-E203-4495-A59B-13493E5C2093}" type="presParOf" srcId="{B6461EF8-3B04-4910-8AB1-50875B7B28AD}" destId="{A28A9708-25D8-4DFD-B84C-5D766AFD18EC}" srcOrd="0" destOrd="0" presId="urn:microsoft.com/office/officeart/2005/8/layout/orgChart1"/>
    <dgm:cxn modelId="{D1348B95-4685-49D9-A5AA-22F646526B35}" type="presParOf" srcId="{B6461EF8-3B04-4910-8AB1-50875B7B28AD}" destId="{CB630A64-B7C7-4319-86EA-86CA69EF8AAD}" srcOrd="1" destOrd="0" presId="urn:microsoft.com/office/officeart/2005/8/layout/orgChart1"/>
    <dgm:cxn modelId="{E0551AC3-13AB-4765-8BEE-4D3FEB6FEB85}" type="presParOf" srcId="{70A88719-0877-4E57-BB7A-44834F71B4A5}" destId="{D07079A4-7ED7-4ADA-9641-4FFD88F3E11F}" srcOrd="1" destOrd="0" presId="urn:microsoft.com/office/officeart/2005/8/layout/orgChart1"/>
    <dgm:cxn modelId="{34BE1925-AE1C-4B80-99A6-7DCCED8599AB}" type="presParOf" srcId="{70A88719-0877-4E57-BB7A-44834F71B4A5}" destId="{FF68F133-586B-457A-A225-4F09A816C47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4D74FA-CA47-4997-A421-2216884DF6FE}" type="doc">
      <dgm:prSet loTypeId="urn:microsoft.com/office/officeart/2005/8/layout/cycle3" loCatId="cycle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id-ID"/>
        </a:p>
      </dgm:t>
    </dgm:pt>
    <dgm:pt modelId="{065343AF-0032-4ED7-8BC1-47AE291EA337}">
      <dgm:prSet phldrT="[Text]"/>
      <dgm:spPr/>
      <dgm:t>
        <a:bodyPr/>
        <a:lstStyle/>
        <a:p>
          <a:r>
            <a:rPr lang="id-ID" b="0" i="0" dirty="0"/>
            <a:t>Prospek</a:t>
          </a:r>
          <a:endParaRPr lang="id-ID" dirty="0"/>
        </a:p>
      </dgm:t>
    </dgm:pt>
    <dgm:pt modelId="{65D3C43F-A130-474F-8DA6-FA99776D7EE5}" type="parTrans" cxnId="{4A358E24-07DE-4645-977D-95ED234A5008}">
      <dgm:prSet/>
      <dgm:spPr/>
      <dgm:t>
        <a:bodyPr/>
        <a:lstStyle/>
        <a:p>
          <a:endParaRPr lang="id-ID"/>
        </a:p>
      </dgm:t>
    </dgm:pt>
    <dgm:pt modelId="{98267534-D975-4699-A035-89D690DD53CB}" type="sibTrans" cxnId="{4A358E24-07DE-4645-977D-95ED234A5008}">
      <dgm:prSet/>
      <dgm:spPr/>
      <dgm:t>
        <a:bodyPr/>
        <a:lstStyle/>
        <a:p>
          <a:endParaRPr lang="id-ID"/>
        </a:p>
      </dgm:t>
    </dgm:pt>
    <dgm:pt modelId="{DF2CC087-5D31-4C95-83E7-C04B160D6878}">
      <dgm:prSet phldrT="[Text]"/>
      <dgm:spPr/>
      <dgm:t>
        <a:bodyPr/>
        <a:lstStyle/>
        <a:p>
          <a:r>
            <a:rPr lang="id-ID" b="0" i="0" dirty="0"/>
            <a:t>Penawaran</a:t>
          </a:r>
          <a:endParaRPr lang="id-ID" dirty="0"/>
        </a:p>
      </dgm:t>
    </dgm:pt>
    <dgm:pt modelId="{689AD8C3-5F69-4793-BF09-FCB12354644E}" type="parTrans" cxnId="{3E6C3F32-B380-445C-8B8B-8E157E702A29}">
      <dgm:prSet/>
      <dgm:spPr/>
      <dgm:t>
        <a:bodyPr/>
        <a:lstStyle/>
        <a:p>
          <a:endParaRPr lang="id-ID"/>
        </a:p>
      </dgm:t>
    </dgm:pt>
    <dgm:pt modelId="{5A0E39C7-5F6F-4DF6-824B-5C39F355D749}" type="sibTrans" cxnId="{3E6C3F32-B380-445C-8B8B-8E157E702A29}">
      <dgm:prSet/>
      <dgm:spPr/>
      <dgm:t>
        <a:bodyPr/>
        <a:lstStyle/>
        <a:p>
          <a:endParaRPr lang="id-ID"/>
        </a:p>
      </dgm:t>
    </dgm:pt>
    <dgm:pt modelId="{8BF720CD-3F5B-4563-8A65-502BA34E5FAB}">
      <dgm:prSet phldrT="[Text]"/>
      <dgm:spPr/>
      <dgm:t>
        <a:bodyPr/>
        <a:lstStyle/>
        <a:p>
          <a:r>
            <a:rPr lang="id-ID" b="0" i="0" dirty="0"/>
            <a:t>Negosiasi</a:t>
          </a:r>
          <a:endParaRPr lang="id-ID" dirty="0"/>
        </a:p>
      </dgm:t>
    </dgm:pt>
    <dgm:pt modelId="{89F9352D-E581-4371-8CF2-3E2A66D1F0D8}" type="parTrans" cxnId="{47CB4B7C-70AF-4C56-9DA6-EC85182CED4D}">
      <dgm:prSet/>
      <dgm:spPr/>
      <dgm:t>
        <a:bodyPr/>
        <a:lstStyle/>
        <a:p>
          <a:endParaRPr lang="id-ID"/>
        </a:p>
      </dgm:t>
    </dgm:pt>
    <dgm:pt modelId="{23955505-11D9-4F93-9AE8-FBD55AEEEEF1}" type="sibTrans" cxnId="{47CB4B7C-70AF-4C56-9DA6-EC85182CED4D}">
      <dgm:prSet/>
      <dgm:spPr/>
      <dgm:t>
        <a:bodyPr/>
        <a:lstStyle/>
        <a:p>
          <a:endParaRPr lang="id-ID"/>
        </a:p>
      </dgm:t>
    </dgm:pt>
    <dgm:pt modelId="{7A5C91CB-7951-487F-890D-CF4988A0E235}">
      <dgm:prSet phldrT="[Text]"/>
      <dgm:spPr/>
      <dgm:t>
        <a:bodyPr/>
        <a:lstStyle/>
        <a:p>
          <a:r>
            <a:rPr lang="id-ID" b="0" i="0" dirty="0"/>
            <a:t>Deal</a:t>
          </a:r>
          <a:endParaRPr lang="id-ID" dirty="0"/>
        </a:p>
      </dgm:t>
    </dgm:pt>
    <dgm:pt modelId="{84C91584-8EC9-4088-B150-C6C47D4DDF7B}" type="parTrans" cxnId="{EB9BD162-15B6-4A97-ADC8-6A2BA93737F0}">
      <dgm:prSet/>
      <dgm:spPr/>
      <dgm:t>
        <a:bodyPr/>
        <a:lstStyle/>
        <a:p>
          <a:endParaRPr lang="id-ID"/>
        </a:p>
      </dgm:t>
    </dgm:pt>
    <dgm:pt modelId="{E80C2A3A-50B4-4B8D-91A7-C5318B8CA442}" type="sibTrans" cxnId="{EB9BD162-15B6-4A97-ADC8-6A2BA93737F0}">
      <dgm:prSet/>
      <dgm:spPr/>
      <dgm:t>
        <a:bodyPr/>
        <a:lstStyle/>
        <a:p>
          <a:endParaRPr lang="id-ID"/>
        </a:p>
      </dgm:t>
    </dgm:pt>
    <dgm:pt modelId="{6A762136-47C1-419C-992A-7F9A6AAEFFD9}">
      <dgm:prSet phldrT="[Text]" phldr="1"/>
      <dgm:spPr/>
      <dgm:t>
        <a:bodyPr/>
        <a:lstStyle/>
        <a:p>
          <a:endParaRPr lang="id-ID" dirty="0"/>
        </a:p>
      </dgm:t>
    </dgm:pt>
    <dgm:pt modelId="{DA954A00-2CF7-4E6C-B6A1-EF591F8F6604}" type="parTrans" cxnId="{6402942F-0FE7-4A82-8E64-77A14C7A72DC}">
      <dgm:prSet/>
      <dgm:spPr/>
      <dgm:t>
        <a:bodyPr/>
        <a:lstStyle/>
        <a:p>
          <a:endParaRPr lang="id-ID"/>
        </a:p>
      </dgm:t>
    </dgm:pt>
    <dgm:pt modelId="{E37C3DBB-BCE1-47E3-B9BB-1FA991F8AAE0}" type="sibTrans" cxnId="{6402942F-0FE7-4A82-8E64-77A14C7A72DC}">
      <dgm:prSet/>
      <dgm:spPr/>
      <dgm:t>
        <a:bodyPr/>
        <a:lstStyle/>
        <a:p>
          <a:endParaRPr lang="id-ID"/>
        </a:p>
      </dgm:t>
    </dgm:pt>
    <dgm:pt modelId="{82274BF3-EC5E-4FD9-AFF1-88028BE81D51}" type="pres">
      <dgm:prSet presAssocID="{114D74FA-CA47-4997-A421-2216884DF6FE}" presName="Name0" presStyleCnt="0">
        <dgm:presLayoutVars>
          <dgm:dir/>
          <dgm:resizeHandles val="exact"/>
        </dgm:presLayoutVars>
      </dgm:prSet>
      <dgm:spPr/>
    </dgm:pt>
    <dgm:pt modelId="{38ADCC02-2669-42A1-8189-1B1A303022B2}" type="pres">
      <dgm:prSet presAssocID="{114D74FA-CA47-4997-A421-2216884DF6FE}" presName="cycle" presStyleCnt="0"/>
      <dgm:spPr/>
    </dgm:pt>
    <dgm:pt modelId="{D50A9ED0-7D89-423A-AB16-A9B904745DC6}" type="pres">
      <dgm:prSet presAssocID="{065343AF-0032-4ED7-8BC1-47AE291EA337}" presName="nodeFirstNode" presStyleLbl="node1" presStyleIdx="0" presStyleCnt="5">
        <dgm:presLayoutVars>
          <dgm:bulletEnabled val="1"/>
        </dgm:presLayoutVars>
      </dgm:prSet>
      <dgm:spPr/>
    </dgm:pt>
    <dgm:pt modelId="{69C3CD66-3013-42D7-862E-A90E8B408D8E}" type="pres">
      <dgm:prSet presAssocID="{98267534-D975-4699-A035-89D690DD53CB}" presName="sibTransFirstNode" presStyleLbl="bgShp" presStyleIdx="0" presStyleCnt="1"/>
      <dgm:spPr/>
    </dgm:pt>
    <dgm:pt modelId="{F8268B4B-DB52-4763-92EB-27E68EF4CD2A}" type="pres">
      <dgm:prSet presAssocID="{DF2CC087-5D31-4C95-83E7-C04B160D6878}" presName="nodeFollowingNodes" presStyleLbl="node1" presStyleIdx="1" presStyleCnt="5">
        <dgm:presLayoutVars>
          <dgm:bulletEnabled val="1"/>
        </dgm:presLayoutVars>
      </dgm:prSet>
      <dgm:spPr/>
    </dgm:pt>
    <dgm:pt modelId="{DB5BC926-9DEF-4E63-9970-B8320136F516}" type="pres">
      <dgm:prSet presAssocID="{8BF720CD-3F5B-4563-8A65-502BA34E5FAB}" presName="nodeFollowingNodes" presStyleLbl="node1" presStyleIdx="2" presStyleCnt="5">
        <dgm:presLayoutVars>
          <dgm:bulletEnabled val="1"/>
        </dgm:presLayoutVars>
      </dgm:prSet>
      <dgm:spPr/>
    </dgm:pt>
    <dgm:pt modelId="{96C32514-8162-4553-A162-6925A96C8B50}" type="pres">
      <dgm:prSet presAssocID="{7A5C91CB-7951-487F-890D-CF4988A0E235}" presName="nodeFollowingNodes" presStyleLbl="node1" presStyleIdx="3" presStyleCnt="5">
        <dgm:presLayoutVars>
          <dgm:bulletEnabled val="1"/>
        </dgm:presLayoutVars>
      </dgm:prSet>
      <dgm:spPr/>
    </dgm:pt>
    <dgm:pt modelId="{A1076B34-EA5A-4AE0-9C4E-97779375229A}" type="pres">
      <dgm:prSet presAssocID="{6A762136-47C1-419C-992A-7F9A6AAEFFD9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4A358E24-07DE-4645-977D-95ED234A5008}" srcId="{114D74FA-CA47-4997-A421-2216884DF6FE}" destId="{065343AF-0032-4ED7-8BC1-47AE291EA337}" srcOrd="0" destOrd="0" parTransId="{65D3C43F-A130-474F-8DA6-FA99776D7EE5}" sibTransId="{98267534-D975-4699-A035-89D690DD53CB}"/>
    <dgm:cxn modelId="{42921D2E-17C2-4755-8BA9-523F05A1358A}" type="presOf" srcId="{114D74FA-CA47-4997-A421-2216884DF6FE}" destId="{82274BF3-EC5E-4FD9-AFF1-88028BE81D51}" srcOrd="0" destOrd="0" presId="urn:microsoft.com/office/officeart/2005/8/layout/cycle3"/>
    <dgm:cxn modelId="{6402942F-0FE7-4A82-8E64-77A14C7A72DC}" srcId="{114D74FA-CA47-4997-A421-2216884DF6FE}" destId="{6A762136-47C1-419C-992A-7F9A6AAEFFD9}" srcOrd="4" destOrd="0" parTransId="{DA954A00-2CF7-4E6C-B6A1-EF591F8F6604}" sibTransId="{E37C3DBB-BCE1-47E3-B9BB-1FA991F8AAE0}"/>
    <dgm:cxn modelId="{3E6C3F32-B380-445C-8B8B-8E157E702A29}" srcId="{114D74FA-CA47-4997-A421-2216884DF6FE}" destId="{DF2CC087-5D31-4C95-83E7-C04B160D6878}" srcOrd="1" destOrd="0" parTransId="{689AD8C3-5F69-4793-BF09-FCB12354644E}" sibTransId="{5A0E39C7-5F6F-4DF6-824B-5C39F355D749}"/>
    <dgm:cxn modelId="{061E2A36-2050-4110-8E25-8DB509E2F252}" type="presOf" srcId="{7A5C91CB-7951-487F-890D-CF4988A0E235}" destId="{96C32514-8162-4553-A162-6925A96C8B50}" srcOrd="0" destOrd="0" presId="urn:microsoft.com/office/officeart/2005/8/layout/cycle3"/>
    <dgm:cxn modelId="{EB9BD162-15B6-4A97-ADC8-6A2BA93737F0}" srcId="{114D74FA-CA47-4997-A421-2216884DF6FE}" destId="{7A5C91CB-7951-487F-890D-CF4988A0E235}" srcOrd="3" destOrd="0" parTransId="{84C91584-8EC9-4088-B150-C6C47D4DDF7B}" sibTransId="{E80C2A3A-50B4-4B8D-91A7-C5318B8CA442}"/>
    <dgm:cxn modelId="{E115EB67-5039-46C4-867E-435E83B5AEAE}" type="presOf" srcId="{6A762136-47C1-419C-992A-7F9A6AAEFFD9}" destId="{A1076B34-EA5A-4AE0-9C4E-97779375229A}" srcOrd="0" destOrd="0" presId="urn:microsoft.com/office/officeart/2005/8/layout/cycle3"/>
    <dgm:cxn modelId="{47CB4B7C-70AF-4C56-9DA6-EC85182CED4D}" srcId="{114D74FA-CA47-4997-A421-2216884DF6FE}" destId="{8BF720CD-3F5B-4563-8A65-502BA34E5FAB}" srcOrd="2" destOrd="0" parTransId="{89F9352D-E581-4371-8CF2-3E2A66D1F0D8}" sibTransId="{23955505-11D9-4F93-9AE8-FBD55AEEEEF1}"/>
    <dgm:cxn modelId="{CC44DF97-AF1C-4D90-81B4-198469305086}" type="presOf" srcId="{8BF720CD-3F5B-4563-8A65-502BA34E5FAB}" destId="{DB5BC926-9DEF-4E63-9970-B8320136F516}" srcOrd="0" destOrd="0" presId="urn:microsoft.com/office/officeart/2005/8/layout/cycle3"/>
    <dgm:cxn modelId="{C2C9D8AD-551E-48E0-86ED-02ACF2E55AE2}" type="presOf" srcId="{DF2CC087-5D31-4C95-83E7-C04B160D6878}" destId="{F8268B4B-DB52-4763-92EB-27E68EF4CD2A}" srcOrd="0" destOrd="0" presId="urn:microsoft.com/office/officeart/2005/8/layout/cycle3"/>
    <dgm:cxn modelId="{3337F0CC-20E6-432F-8DF0-8603EEE12E87}" type="presOf" srcId="{065343AF-0032-4ED7-8BC1-47AE291EA337}" destId="{D50A9ED0-7D89-423A-AB16-A9B904745DC6}" srcOrd="0" destOrd="0" presId="urn:microsoft.com/office/officeart/2005/8/layout/cycle3"/>
    <dgm:cxn modelId="{E24C91F6-6556-4932-A320-E2CD360FACA8}" type="presOf" srcId="{98267534-D975-4699-A035-89D690DD53CB}" destId="{69C3CD66-3013-42D7-862E-A90E8B408D8E}" srcOrd="0" destOrd="0" presId="urn:microsoft.com/office/officeart/2005/8/layout/cycle3"/>
    <dgm:cxn modelId="{05BC810E-000D-41C1-8755-51BCB938B41D}" type="presParOf" srcId="{82274BF3-EC5E-4FD9-AFF1-88028BE81D51}" destId="{38ADCC02-2669-42A1-8189-1B1A303022B2}" srcOrd="0" destOrd="0" presId="urn:microsoft.com/office/officeart/2005/8/layout/cycle3"/>
    <dgm:cxn modelId="{0CC8A066-F09C-42D1-BF9D-D314D7738814}" type="presParOf" srcId="{38ADCC02-2669-42A1-8189-1B1A303022B2}" destId="{D50A9ED0-7D89-423A-AB16-A9B904745DC6}" srcOrd="0" destOrd="0" presId="urn:microsoft.com/office/officeart/2005/8/layout/cycle3"/>
    <dgm:cxn modelId="{3B283830-4F89-4605-84A6-974FCB2CF7CA}" type="presParOf" srcId="{38ADCC02-2669-42A1-8189-1B1A303022B2}" destId="{69C3CD66-3013-42D7-862E-A90E8B408D8E}" srcOrd="1" destOrd="0" presId="urn:microsoft.com/office/officeart/2005/8/layout/cycle3"/>
    <dgm:cxn modelId="{32AC1AC5-69BC-4539-871D-3288DEA85798}" type="presParOf" srcId="{38ADCC02-2669-42A1-8189-1B1A303022B2}" destId="{F8268B4B-DB52-4763-92EB-27E68EF4CD2A}" srcOrd="2" destOrd="0" presId="urn:microsoft.com/office/officeart/2005/8/layout/cycle3"/>
    <dgm:cxn modelId="{50679453-4FBC-4158-8BDA-529BCC7D49A6}" type="presParOf" srcId="{38ADCC02-2669-42A1-8189-1B1A303022B2}" destId="{DB5BC926-9DEF-4E63-9970-B8320136F516}" srcOrd="3" destOrd="0" presId="urn:microsoft.com/office/officeart/2005/8/layout/cycle3"/>
    <dgm:cxn modelId="{167F5EDC-CE6B-4938-AA10-1872DB803A37}" type="presParOf" srcId="{38ADCC02-2669-42A1-8189-1B1A303022B2}" destId="{96C32514-8162-4553-A162-6925A96C8B50}" srcOrd="4" destOrd="0" presId="urn:microsoft.com/office/officeart/2005/8/layout/cycle3"/>
    <dgm:cxn modelId="{A36BCE97-F938-4B27-B51F-83B218C54055}" type="presParOf" srcId="{38ADCC02-2669-42A1-8189-1B1A303022B2}" destId="{A1076B34-EA5A-4AE0-9C4E-97779375229A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083D58-B421-48B4-8C71-25107F82A579}">
      <dsp:nvSpPr>
        <dsp:cNvPr id="0" name=""/>
        <dsp:cNvSpPr/>
      </dsp:nvSpPr>
      <dsp:spPr>
        <a:xfrm>
          <a:off x="3763342" y="655849"/>
          <a:ext cx="137256" cy="601315"/>
        </a:xfrm>
        <a:custGeom>
          <a:avLst/>
          <a:gdLst/>
          <a:ahLst/>
          <a:cxnLst/>
          <a:rect l="0" t="0" r="0" b="0"/>
          <a:pathLst>
            <a:path>
              <a:moveTo>
                <a:pt x="137256" y="0"/>
              </a:moveTo>
              <a:lnTo>
                <a:pt x="137256" y="601315"/>
              </a:lnTo>
              <a:lnTo>
                <a:pt x="0" y="601315"/>
              </a:lnTo>
            </a:path>
          </a:pathLst>
        </a:custGeom>
        <a:noFill/>
        <a:ln w="15875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E6CF1F-3021-42DC-B06E-6604B9ED34BD}">
      <dsp:nvSpPr>
        <dsp:cNvPr id="0" name=""/>
        <dsp:cNvSpPr/>
      </dsp:nvSpPr>
      <dsp:spPr>
        <a:xfrm>
          <a:off x="4959436" y="2512083"/>
          <a:ext cx="196081" cy="601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1315"/>
              </a:lnTo>
              <a:lnTo>
                <a:pt x="196081" y="601315"/>
              </a:lnTo>
            </a:path>
          </a:pathLst>
        </a:custGeom>
        <a:noFill/>
        <a:ln w="1587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360E3D-1B5B-42E6-9709-096C8FFB7FA7}">
      <dsp:nvSpPr>
        <dsp:cNvPr id="0" name=""/>
        <dsp:cNvSpPr/>
      </dsp:nvSpPr>
      <dsp:spPr>
        <a:xfrm>
          <a:off x="3900599" y="655849"/>
          <a:ext cx="1581720" cy="12026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5373"/>
              </a:lnTo>
              <a:lnTo>
                <a:pt x="1581720" y="1065373"/>
              </a:lnTo>
              <a:lnTo>
                <a:pt x="1581720" y="1202630"/>
              </a:lnTo>
            </a:path>
          </a:pathLst>
        </a:custGeom>
        <a:noFill/>
        <a:ln w="15875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E7033A-C936-481C-A9DA-13309C27A421}">
      <dsp:nvSpPr>
        <dsp:cNvPr id="0" name=""/>
        <dsp:cNvSpPr/>
      </dsp:nvSpPr>
      <dsp:spPr>
        <a:xfrm>
          <a:off x="3854879" y="655849"/>
          <a:ext cx="91440" cy="12026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02630"/>
              </a:lnTo>
            </a:path>
          </a:pathLst>
        </a:custGeom>
        <a:noFill/>
        <a:ln w="15875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623A1F-B995-4A42-BBE2-D7C41F9324C6}">
      <dsp:nvSpPr>
        <dsp:cNvPr id="0" name=""/>
        <dsp:cNvSpPr/>
      </dsp:nvSpPr>
      <dsp:spPr>
        <a:xfrm>
          <a:off x="2318878" y="655849"/>
          <a:ext cx="1581720" cy="1202630"/>
        </a:xfrm>
        <a:custGeom>
          <a:avLst/>
          <a:gdLst/>
          <a:ahLst/>
          <a:cxnLst/>
          <a:rect l="0" t="0" r="0" b="0"/>
          <a:pathLst>
            <a:path>
              <a:moveTo>
                <a:pt x="1581720" y="0"/>
              </a:moveTo>
              <a:lnTo>
                <a:pt x="1581720" y="1065373"/>
              </a:lnTo>
              <a:lnTo>
                <a:pt x="0" y="1065373"/>
              </a:lnTo>
              <a:lnTo>
                <a:pt x="0" y="1202630"/>
              </a:lnTo>
            </a:path>
          </a:pathLst>
        </a:custGeom>
        <a:noFill/>
        <a:ln w="15875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981E97-17F0-414B-A3E1-58F3EA0EAA2F}">
      <dsp:nvSpPr>
        <dsp:cNvPr id="0" name=""/>
        <dsp:cNvSpPr/>
      </dsp:nvSpPr>
      <dsp:spPr>
        <a:xfrm>
          <a:off x="3246995" y="2246"/>
          <a:ext cx="1307207" cy="6536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600" b="1" i="0" kern="1200" dirty="0"/>
            <a:t>Direktur</a:t>
          </a:r>
          <a:endParaRPr lang="id-ID" sz="2600" kern="1200" dirty="0"/>
        </a:p>
      </dsp:txBody>
      <dsp:txXfrm>
        <a:off x="3246995" y="2246"/>
        <a:ext cx="1307207" cy="653603"/>
      </dsp:txXfrm>
    </dsp:sp>
    <dsp:sp modelId="{33CFDF05-E5B9-401A-AFA9-5EC68A1739CB}">
      <dsp:nvSpPr>
        <dsp:cNvPr id="0" name=""/>
        <dsp:cNvSpPr/>
      </dsp:nvSpPr>
      <dsp:spPr>
        <a:xfrm>
          <a:off x="1665275" y="1858480"/>
          <a:ext cx="1307207" cy="6536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600" b="1" i="0" kern="1200" dirty="0"/>
            <a:t>Staff</a:t>
          </a:r>
          <a:r>
            <a:rPr lang="id-ID" sz="2600" b="0" i="0" kern="1200" dirty="0"/>
            <a:t> </a:t>
          </a:r>
          <a:endParaRPr lang="id-ID" sz="2600" kern="1200" dirty="0"/>
        </a:p>
      </dsp:txBody>
      <dsp:txXfrm>
        <a:off x="1665275" y="1858480"/>
        <a:ext cx="1307207" cy="653603"/>
      </dsp:txXfrm>
    </dsp:sp>
    <dsp:sp modelId="{1A409EFC-03EF-4A97-85CF-4BF4B186E396}">
      <dsp:nvSpPr>
        <dsp:cNvPr id="0" name=""/>
        <dsp:cNvSpPr/>
      </dsp:nvSpPr>
      <dsp:spPr>
        <a:xfrm>
          <a:off x="3246995" y="1858480"/>
          <a:ext cx="1307207" cy="6536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600" b="1" i="0" kern="1200" dirty="0"/>
            <a:t>Staff</a:t>
          </a:r>
          <a:r>
            <a:rPr lang="id-ID" sz="2600" b="0" i="0" kern="1200" dirty="0"/>
            <a:t> </a:t>
          </a:r>
          <a:endParaRPr lang="id-ID" sz="2600" kern="1200" dirty="0"/>
        </a:p>
      </dsp:txBody>
      <dsp:txXfrm>
        <a:off x="3246995" y="1858480"/>
        <a:ext cx="1307207" cy="653603"/>
      </dsp:txXfrm>
    </dsp:sp>
    <dsp:sp modelId="{6035D6B6-ACF5-4E69-9424-61E7AA35667B}">
      <dsp:nvSpPr>
        <dsp:cNvPr id="0" name=""/>
        <dsp:cNvSpPr/>
      </dsp:nvSpPr>
      <dsp:spPr>
        <a:xfrm>
          <a:off x="4828716" y="1858480"/>
          <a:ext cx="1307207" cy="6536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600" b="1" i="0" kern="1200" dirty="0"/>
            <a:t>Staff</a:t>
          </a:r>
          <a:r>
            <a:rPr lang="id-ID" sz="2600" b="0" i="0" kern="1200" dirty="0"/>
            <a:t> </a:t>
          </a:r>
          <a:endParaRPr lang="id-ID" sz="2600" kern="1200" dirty="0"/>
        </a:p>
      </dsp:txBody>
      <dsp:txXfrm>
        <a:off x="4828716" y="1858480"/>
        <a:ext cx="1307207" cy="653603"/>
      </dsp:txXfrm>
    </dsp:sp>
    <dsp:sp modelId="{92469664-EB5F-4CDE-9A61-772F26A43585}">
      <dsp:nvSpPr>
        <dsp:cNvPr id="0" name=""/>
        <dsp:cNvSpPr/>
      </dsp:nvSpPr>
      <dsp:spPr>
        <a:xfrm>
          <a:off x="5155517" y="2786597"/>
          <a:ext cx="1307207" cy="6536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d-ID" sz="2600" kern="1200"/>
        </a:p>
      </dsp:txBody>
      <dsp:txXfrm>
        <a:off x="5155517" y="2786597"/>
        <a:ext cx="1307207" cy="653603"/>
      </dsp:txXfrm>
    </dsp:sp>
    <dsp:sp modelId="{A28A9708-25D8-4DFD-B84C-5D766AFD18EC}">
      <dsp:nvSpPr>
        <dsp:cNvPr id="0" name=""/>
        <dsp:cNvSpPr/>
      </dsp:nvSpPr>
      <dsp:spPr>
        <a:xfrm>
          <a:off x="2456135" y="930363"/>
          <a:ext cx="1307207" cy="65360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600" b="1" i="0" kern="1200" dirty="0"/>
            <a:t>Manager</a:t>
          </a:r>
          <a:endParaRPr lang="id-ID" sz="2600" kern="1200" dirty="0"/>
        </a:p>
      </dsp:txBody>
      <dsp:txXfrm>
        <a:off x="2456135" y="930363"/>
        <a:ext cx="1307207" cy="6536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C3CD66-3013-42D7-862E-A90E8B408D8E}">
      <dsp:nvSpPr>
        <dsp:cNvPr id="0" name=""/>
        <dsp:cNvSpPr/>
      </dsp:nvSpPr>
      <dsp:spPr>
        <a:xfrm>
          <a:off x="767028" y="-23805"/>
          <a:ext cx="4288519" cy="4288519"/>
        </a:xfrm>
        <a:prstGeom prst="circularArrow">
          <a:avLst>
            <a:gd name="adj1" fmla="val 5544"/>
            <a:gd name="adj2" fmla="val 330680"/>
            <a:gd name="adj3" fmla="val 13822817"/>
            <a:gd name="adj4" fmla="val 17357492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0A9ED0-7D89-423A-AB16-A9B904745DC6}">
      <dsp:nvSpPr>
        <dsp:cNvPr id="0" name=""/>
        <dsp:cNvSpPr/>
      </dsp:nvSpPr>
      <dsp:spPr>
        <a:xfrm>
          <a:off x="1927591" y="805"/>
          <a:ext cx="1967393" cy="9836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  <a:sp3d extrusionH="28000" prstMaterial="matte"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800" b="0" i="0" kern="1200" dirty="0"/>
            <a:t>Prospek</a:t>
          </a:r>
          <a:endParaRPr lang="id-ID" sz="2800" kern="1200" dirty="0"/>
        </a:p>
      </dsp:txBody>
      <dsp:txXfrm>
        <a:off x="1975611" y="48825"/>
        <a:ext cx="1871353" cy="887656"/>
      </dsp:txXfrm>
    </dsp:sp>
    <dsp:sp modelId="{F8268B4B-DB52-4763-92EB-27E68EF4CD2A}">
      <dsp:nvSpPr>
        <dsp:cNvPr id="0" name=""/>
        <dsp:cNvSpPr/>
      </dsp:nvSpPr>
      <dsp:spPr>
        <a:xfrm>
          <a:off x="3666876" y="1264470"/>
          <a:ext cx="1967393" cy="9836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  <a:sp3d extrusionH="28000" prstMaterial="matte"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800" b="0" i="0" kern="1200" dirty="0"/>
            <a:t>Penawaran</a:t>
          </a:r>
          <a:endParaRPr lang="id-ID" sz="2800" kern="1200" dirty="0"/>
        </a:p>
      </dsp:txBody>
      <dsp:txXfrm>
        <a:off x="3714896" y="1312490"/>
        <a:ext cx="1871353" cy="887656"/>
      </dsp:txXfrm>
    </dsp:sp>
    <dsp:sp modelId="{DB5BC926-9DEF-4E63-9970-B8320136F516}">
      <dsp:nvSpPr>
        <dsp:cNvPr id="0" name=""/>
        <dsp:cNvSpPr/>
      </dsp:nvSpPr>
      <dsp:spPr>
        <a:xfrm>
          <a:off x="3002528" y="3309123"/>
          <a:ext cx="1967393" cy="9836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  <a:sp3d extrusionH="28000" prstMaterial="matte"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800" b="0" i="0" kern="1200" dirty="0"/>
            <a:t>Negosiasi</a:t>
          </a:r>
          <a:endParaRPr lang="id-ID" sz="2800" kern="1200" dirty="0"/>
        </a:p>
      </dsp:txBody>
      <dsp:txXfrm>
        <a:off x="3050548" y="3357143"/>
        <a:ext cx="1871353" cy="887656"/>
      </dsp:txXfrm>
    </dsp:sp>
    <dsp:sp modelId="{96C32514-8162-4553-A162-6925A96C8B50}">
      <dsp:nvSpPr>
        <dsp:cNvPr id="0" name=""/>
        <dsp:cNvSpPr/>
      </dsp:nvSpPr>
      <dsp:spPr>
        <a:xfrm>
          <a:off x="852653" y="3309123"/>
          <a:ext cx="1967393" cy="9836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  <a:sp3d extrusionH="28000" prstMaterial="matte"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800" b="0" i="0" kern="1200" dirty="0"/>
            <a:t>Deal</a:t>
          </a:r>
          <a:endParaRPr lang="id-ID" sz="2800" kern="1200" dirty="0"/>
        </a:p>
      </dsp:txBody>
      <dsp:txXfrm>
        <a:off x="900673" y="3357143"/>
        <a:ext cx="1871353" cy="887656"/>
      </dsp:txXfrm>
    </dsp:sp>
    <dsp:sp modelId="{A1076B34-EA5A-4AE0-9C4E-97779375229A}">
      <dsp:nvSpPr>
        <dsp:cNvPr id="0" name=""/>
        <dsp:cNvSpPr/>
      </dsp:nvSpPr>
      <dsp:spPr>
        <a:xfrm>
          <a:off x="188305" y="1264470"/>
          <a:ext cx="1967393" cy="9836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  <a:sp3d extrusionH="28000" prstMaterial="matte"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d-ID" sz="2800" kern="1200" dirty="0"/>
        </a:p>
      </dsp:txBody>
      <dsp:txXfrm>
        <a:off x="236325" y="1312490"/>
        <a:ext cx="1871353" cy="8876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55A83-ED42-4F04-BE72-EAA2DF21156B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F9ED7-0126-4952-A0C3-00A92954E012}" type="slidenum">
              <a:rPr lang="id-ID" smtClean="0"/>
              <a:t>‹#›</a:t>
            </a:fld>
            <a:endParaRPr lang="id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70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55A83-ED42-4F04-BE72-EAA2DF21156B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F9ED7-0126-4952-A0C3-00A92954E01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7150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55A83-ED42-4F04-BE72-EAA2DF21156B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F9ED7-0126-4952-A0C3-00A92954E012}" type="slidenum">
              <a:rPr lang="id-ID" smtClean="0"/>
              <a:t>‹#›</a:t>
            </a:fld>
            <a:endParaRPr lang="id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456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55A83-ED42-4F04-BE72-EAA2DF21156B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F9ED7-0126-4952-A0C3-00A92954E01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2603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55A83-ED42-4F04-BE72-EAA2DF21156B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F9ED7-0126-4952-A0C3-00A92954E01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663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55A83-ED42-4F04-BE72-EAA2DF21156B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F9ED7-0126-4952-A0C3-00A92954E01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9048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55A83-ED42-4F04-BE72-EAA2DF21156B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F9ED7-0126-4952-A0C3-00A92954E01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2603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5355A83-ED42-4F04-BE72-EAA2DF21156B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2F9ED7-0126-4952-A0C3-00A92954E01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01050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55A83-ED42-4F04-BE72-EAA2DF21156B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F9ED7-0126-4952-A0C3-00A92954E01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82547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55A83-ED42-4F04-BE72-EAA2DF21156B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F9ED7-0126-4952-A0C3-00A92954E01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9123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55A83-ED42-4F04-BE72-EAA2DF21156B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F9ED7-0126-4952-A0C3-00A92954E01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0470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5355A83-ED42-4F04-BE72-EAA2DF21156B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A2F9ED7-0126-4952-A0C3-00A92954E012}" type="slidenum">
              <a:rPr lang="id-ID" smtClean="0"/>
              <a:t>‹#›</a:t>
            </a:fld>
            <a:endParaRPr lang="id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12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F3F6D-E252-4DD5-82DA-6E49F8E37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9667"/>
            <a:ext cx="9144000" cy="894696"/>
          </a:xfrm>
        </p:spPr>
        <p:txBody>
          <a:bodyPr>
            <a:normAutofit fontScale="90000"/>
          </a:bodyPr>
          <a:lstStyle/>
          <a:p>
            <a:r>
              <a:rPr lang="id-ID" b="0" i="0" dirty="0">
                <a:solidFill>
                  <a:srgbClr val="212529"/>
                </a:solidFill>
                <a:effectLst/>
                <a:latin typeface="system-ui"/>
              </a:rPr>
              <a:t>Struktur Organisasi</a:t>
            </a:r>
            <a:endParaRPr lang="id-ID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19ED5EE-9418-4534-B4F7-6207A751E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807623"/>
              </p:ext>
            </p:extLst>
          </p:nvPr>
        </p:nvGraphicFramePr>
        <p:xfrm>
          <a:off x="2032000" y="2017059"/>
          <a:ext cx="8128000" cy="3442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6755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82F914-96BE-4D52-9163-23FFFEDC1BEE}"/>
              </a:ext>
            </a:extLst>
          </p:cNvPr>
          <p:cNvSpPr/>
          <p:nvPr/>
        </p:nvSpPr>
        <p:spPr>
          <a:xfrm>
            <a:off x="1539688" y="2689411"/>
            <a:ext cx="1501588" cy="73958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i="0" dirty="0">
                <a:solidFill>
                  <a:schemeClr val="bg1"/>
                </a:solidFill>
                <a:effectLst/>
                <a:latin typeface="system-ui"/>
              </a:rPr>
              <a:t>Prospek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A08A01-3717-4F46-83AB-F25A59F66CD1}"/>
              </a:ext>
            </a:extLst>
          </p:cNvPr>
          <p:cNvSpPr/>
          <p:nvPr/>
        </p:nvSpPr>
        <p:spPr>
          <a:xfrm>
            <a:off x="3952315" y="2689411"/>
            <a:ext cx="1501588" cy="73958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i="0" dirty="0">
                <a:solidFill>
                  <a:schemeClr val="bg1"/>
                </a:solidFill>
                <a:effectLst/>
                <a:latin typeface="system-ui"/>
              </a:rPr>
              <a:t>Penawaran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7C04F2-CE12-41A4-962E-58A44EDC68BC}"/>
              </a:ext>
            </a:extLst>
          </p:cNvPr>
          <p:cNvSpPr/>
          <p:nvPr/>
        </p:nvSpPr>
        <p:spPr>
          <a:xfrm>
            <a:off x="6637805" y="2689411"/>
            <a:ext cx="1501588" cy="73958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i="0" dirty="0">
                <a:solidFill>
                  <a:schemeClr val="bg1"/>
                </a:solidFill>
                <a:effectLst/>
                <a:latin typeface="system-ui"/>
              </a:rPr>
              <a:t>Negosiasi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E9B101-A16D-4435-9300-294C6B936905}"/>
              </a:ext>
            </a:extLst>
          </p:cNvPr>
          <p:cNvSpPr/>
          <p:nvPr/>
        </p:nvSpPr>
        <p:spPr>
          <a:xfrm>
            <a:off x="9323296" y="2689411"/>
            <a:ext cx="1501588" cy="73958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i="0" dirty="0">
                <a:solidFill>
                  <a:schemeClr val="bg1"/>
                </a:solidFill>
                <a:effectLst/>
                <a:latin typeface="system-ui"/>
              </a:rPr>
              <a:t>Deal</a:t>
            </a:r>
            <a:endParaRPr lang="id-ID" b="1" dirty="0">
              <a:solidFill>
                <a:schemeClr val="bg1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A3BC510-D613-4D80-B4DB-3D99EE505913}"/>
              </a:ext>
            </a:extLst>
          </p:cNvPr>
          <p:cNvSpPr/>
          <p:nvPr/>
        </p:nvSpPr>
        <p:spPr>
          <a:xfrm>
            <a:off x="3282203" y="2874307"/>
            <a:ext cx="443753" cy="3697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7E671B1-7439-4277-A09B-25A1286E533D}"/>
              </a:ext>
            </a:extLst>
          </p:cNvPr>
          <p:cNvSpPr/>
          <p:nvPr/>
        </p:nvSpPr>
        <p:spPr>
          <a:xfrm>
            <a:off x="5858715" y="2874307"/>
            <a:ext cx="443753" cy="3697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30040D6-0266-41BE-A00F-F7FC05947E9F}"/>
              </a:ext>
            </a:extLst>
          </p:cNvPr>
          <p:cNvSpPr/>
          <p:nvPr/>
        </p:nvSpPr>
        <p:spPr>
          <a:xfrm>
            <a:off x="8525435" y="2894476"/>
            <a:ext cx="443753" cy="3697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2980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87E75-4D94-459A-9448-598166083B3E}"/>
              </a:ext>
            </a:extLst>
          </p:cNvPr>
          <p:cNvSpPr txBox="1"/>
          <p:nvPr/>
        </p:nvSpPr>
        <p:spPr>
          <a:xfrm>
            <a:off x="3576917" y="678827"/>
            <a:ext cx="40206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400" b="0" i="0" dirty="0">
                <a:solidFill>
                  <a:srgbClr val="002060"/>
                </a:solidFill>
                <a:effectLst/>
                <a:latin typeface="system-ui"/>
              </a:rPr>
              <a:t>Siklus Penjualan</a:t>
            </a:r>
            <a:endParaRPr lang="id-ID" sz="4400" dirty="0">
              <a:solidFill>
                <a:srgbClr val="002060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2DA7E10-11E4-4B58-927C-3D73EA7E7F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113814"/>
              </p:ext>
            </p:extLst>
          </p:nvPr>
        </p:nvGraphicFramePr>
        <p:xfrm>
          <a:off x="2675964" y="1448268"/>
          <a:ext cx="5822576" cy="4293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979617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</TotalTime>
  <Words>17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system-ui</vt:lpstr>
      <vt:lpstr>Retrospect</vt:lpstr>
      <vt:lpstr>Struktur Organisasi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Struktur Organisasi</dc:title>
  <dc:creator>ONY</dc:creator>
  <cp:lastModifiedBy>ONY</cp:lastModifiedBy>
  <cp:revision>2</cp:revision>
  <dcterms:created xsi:type="dcterms:W3CDTF">2026-06-24T01:34:11Z</dcterms:created>
  <dcterms:modified xsi:type="dcterms:W3CDTF">2026-06-24T01:40:13Z</dcterms:modified>
</cp:coreProperties>
</file>