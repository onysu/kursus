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900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968A-2779-985E-C418-E01938DB4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735EB-F48E-6D51-C213-46E0FF3BBB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868E2-A1A0-2A0D-81C6-BD791E91F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DEEBCE-D69B-82B1-55F1-5087AC584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89E97-DFD8-9294-E017-9EE56816F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0009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83C-356B-31DF-CC34-4FEAA09B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A6365-16F4-87CD-949F-E2FEA871E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F92CD-4437-20B7-EA41-3615DEE4C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4CE4A-2736-0F50-CE71-C04A85D5F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BCE11-E902-A006-D6C2-4C51D4D16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90843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C4BA2-BE16-A55C-BFD2-2C4CBCD25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FF249-5132-76B9-485E-BA013ED97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D198D-A963-B1E9-2F40-4E909ECE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2BF9C-750A-257B-DB87-9E03C9E2F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38E3A-C3EB-4A01-47FA-7099B2DF8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69589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74C96-D102-47E5-717E-190E04A9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74B9A-0E05-92B8-0999-44011E499F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EF05E-FD65-389A-BDBC-D6CE406A9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FEA34-7E5B-1139-AAEB-16A97266D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51B6-C174-84D3-5735-265EBBDA1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B22F0-608F-599A-CB0E-A25DCA5EF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53047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FD2B5-02BE-81D4-1A91-68EDC259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20CEB-0E1F-3CA5-8AE1-54EABD569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16DEF-1D92-F9A8-364D-B8596AB66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0BD775-9016-D538-A194-4769638E19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62BA28-5025-8347-C9DC-827C08B9B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D83F0-790A-49DB-7E08-8BCB0A1DF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98DD29-81AA-60ED-2E08-A98A91FB1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1715C8-A3BA-6E1D-40F9-55A9FB91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169374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343B-CE77-5CD3-4B95-3D19588D4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9E6EC7-0DF2-A52C-BFC5-872121CB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362F4-21B3-8D6E-4C72-B9B499BB3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840FA2-C51B-4980-7406-7DB04B507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5253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4190AE-DFE0-BA40-78FB-E43D862E7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F5FCFA-6202-460C-9C31-C51F53F3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9BAA71-31E3-FC58-A5D7-5B0F0E05C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17525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3EEBC-DCB7-EE06-50DF-69E7B623B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4CA0B-711C-420C-059F-8DB759E29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873675-48F0-2FC0-54EC-B47B9778E3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667BFE-0B72-9D46-AD5B-4213D6EE7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6ED3B-C46D-E2DE-345D-293045CB3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4FFA3-F8CC-A6E2-658B-75054C0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22905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C94BB-A704-BC90-71F4-8A78EDE8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916A76-A999-EE1D-E120-A42FB4FB44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42179-1CDC-262C-29F5-41EE8CCE8B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EFD49E-7210-A1CC-339E-A61F3587D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F9BFE-55E8-118A-46DF-186D5FFFB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98123-AD0F-DCBF-7FE5-7A980224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79773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ABFFB-A2EE-CC04-B938-B36AF5A29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421CAE-C01D-99C1-1283-B4050869F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F21976-D172-DF7E-0F58-4E9AFE87E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2036D-63CF-6392-82D8-D8C98C47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8C023-AF5E-CD1D-415C-85DFC1378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7875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71476F-D4B9-7B4D-1218-71674AD4FF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33D292-0D9D-D507-C1DB-65F05519D0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604C7-B415-4D22-EDC9-D04A66C42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775EC-E833-2BC5-FC9E-A80D475EE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18D39-91BB-D75D-647A-5872BFF92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02371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94ACA1-BEED-2F96-3638-C59BD73BD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A7C3C-B220-7BAA-E2DE-72986182C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DED5F-C2F5-0E60-A48A-973EE88F33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34508E-F4F0-45DC-A7F4-4636DDC6725B}" type="datetimeFigureOut">
              <a:rPr lang="id-ID" smtClean="0"/>
              <a:t>26/06/2026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969CA-B958-8EB7-BAA6-FB05641F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CD5597-5249-2019-F71F-AA62477A5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41BA9F-D2C0-4D2D-9EE5-53682635F28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0756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slide" Target="slide2.xml"/><Relationship Id="rId1" Type="http://schemas.openxmlformats.org/officeDocument/2006/relationships/slideLayout" Target="../slideLayouts/slideLayout6.xml"/><Relationship Id="rId4" Type="http://schemas.openxmlformats.org/officeDocument/2006/relationships/slide" Target="slide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FGvU8-ELIik?feature=oembed" TargetMode="Externa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47FA8D21-52F2-AB87-4EF8-FC4961DE4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MENU PRESENTASI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4C9642-6A2A-423B-2FCC-0019FFFD18B5}"/>
              </a:ext>
            </a:extLst>
          </p:cNvPr>
          <p:cNvSpPr txBox="1"/>
          <p:nvPr/>
        </p:nvSpPr>
        <p:spPr>
          <a:xfrm>
            <a:off x="2928775" y="2659559"/>
            <a:ext cx="157376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4400" b="1" dirty="0">
                <a:hlinkClick r:id="rId2" action="ppaction://hlinksldjump"/>
              </a:rPr>
              <a:t>BAB 1</a:t>
            </a:r>
            <a:endParaRPr lang="id-ID" sz="4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AB5429-71CA-4B1F-0832-22EFE3C64473}"/>
              </a:ext>
            </a:extLst>
          </p:cNvPr>
          <p:cNvSpPr txBox="1"/>
          <p:nvPr/>
        </p:nvSpPr>
        <p:spPr>
          <a:xfrm>
            <a:off x="5301103" y="2659559"/>
            <a:ext cx="15897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4400" b="1" dirty="0">
                <a:hlinkClick r:id="rId3" action="ppaction://hlinksldjump"/>
              </a:rPr>
              <a:t>BAB </a:t>
            </a:r>
            <a:r>
              <a:rPr lang="en-US" sz="4400" b="1" dirty="0">
                <a:hlinkClick r:id="rId3" action="ppaction://hlinksldjump"/>
              </a:rPr>
              <a:t>2</a:t>
            </a:r>
            <a:endParaRPr lang="id-ID" sz="4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DD7832-C77A-8928-6322-B36068BE0E58}"/>
              </a:ext>
            </a:extLst>
          </p:cNvPr>
          <p:cNvSpPr txBox="1"/>
          <p:nvPr/>
        </p:nvSpPr>
        <p:spPr>
          <a:xfrm>
            <a:off x="7689461" y="2659559"/>
            <a:ext cx="15897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4400" b="1" dirty="0">
                <a:hlinkClick r:id="rId4" action="ppaction://hlinksldjump"/>
              </a:rPr>
              <a:t>BAB </a:t>
            </a:r>
            <a:r>
              <a:rPr lang="en-US" sz="4400" b="1" dirty="0">
                <a:hlinkClick r:id="rId4" action="ppaction://hlinksldjump"/>
              </a:rPr>
              <a:t>3</a:t>
            </a:r>
            <a:endParaRPr lang="id-ID" sz="4400" b="1" dirty="0"/>
          </a:p>
        </p:txBody>
      </p:sp>
    </p:spTree>
    <p:extLst>
      <p:ext uri="{BB962C8B-B14F-4D97-AF65-F5344CB8AC3E}">
        <p14:creationId xmlns:p14="http://schemas.microsoft.com/office/powerpoint/2010/main" val="3704014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B5EBE-98F9-5B2D-4910-15571BEE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BAB 1 — PENDAHULUAN</a:t>
            </a:r>
          </a:p>
        </p:txBody>
      </p:sp>
      <p:sp>
        <p:nvSpPr>
          <p:cNvPr id="4" name="Action Button: Go Home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50272B9-BD9F-B0CB-9066-37F2ECB2B269}"/>
              </a:ext>
            </a:extLst>
          </p:cNvPr>
          <p:cNvSpPr/>
          <p:nvPr/>
        </p:nvSpPr>
        <p:spPr>
          <a:xfrm>
            <a:off x="10522857" y="5747657"/>
            <a:ext cx="638629" cy="638629"/>
          </a:xfrm>
          <a:prstGeom prst="actionButtonHom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74959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D20A1-8A21-C29B-DEB5-FB3813E6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BAB 2 — MATERI</a:t>
            </a:r>
          </a:p>
        </p:txBody>
      </p:sp>
      <p:sp>
        <p:nvSpPr>
          <p:cNvPr id="4" name="Action Button: Go Home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1C99A9B-01E3-C451-0FCA-2CE3FB7ACEA3}"/>
              </a:ext>
            </a:extLst>
          </p:cNvPr>
          <p:cNvSpPr/>
          <p:nvPr/>
        </p:nvSpPr>
        <p:spPr>
          <a:xfrm>
            <a:off x="10522857" y="5747657"/>
            <a:ext cx="638629" cy="638629"/>
          </a:xfrm>
          <a:prstGeom prst="actionButtonHom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62387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1B54-9F69-0FB7-C74C-C2B75F2DA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BAB 3 — KESIMPULAN</a:t>
            </a:r>
          </a:p>
        </p:txBody>
      </p:sp>
      <p:sp>
        <p:nvSpPr>
          <p:cNvPr id="4" name="Action Button: Go Home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8E2AF37-1398-E787-EFA6-B062EF6A0F37}"/>
              </a:ext>
            </a:extLst>
          </p:cNvPr>
          <p:cNvSpPr/>
          <p:nvPr/>
        </p:nvSpPr>
        <p:spPr>
          <a:xfrm>
            <a:off x="10522857" y="5747657"/>
            <a:ext cx="638629" cy="638629"/>
          </a:xfrm>
          <a:prstGeom prst="actionButtonHom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70325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63CF2-5458-7AAD-F356-9324435D1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d-ID" b="1" dirty="0"/>
              <a:t>VIDEO</a:t>
            </a:r>
          </a:p>
        </p:txBody>
      </p:sp>
      <p:sp>
        <p:nvSpPr>
          <p:cNvPr id="4" name="Action Button: Go Home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2095C44-F918-2854-1CF3-C4EBE72557A5}"/>
              </a:ext>
            </a:extLst>
          </p:cNvPr>
          <p:cNvSpPr/>
          <p:nvPr/>
        </p:nvSpPr>
        <p:spPr>
          <a:xfrm>
            <a:off x="10522857" y="5747657"/>
            <a:ext cx="638629" cy="638629"/>
          </a:xfrm>
          <a:prstGeom prst="actionButtonHom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pic>
        <p:nvPicPr>
          <p:cNvPr id="5" name="Online Media 4" title="Kecelakaan pada Lap Pemanasan MotoGP Le Mans, Prancis 2019">
            <a:hlinkClick r:id="" action="ppaction://media"/>
            <a:extLst>
              <a:ext uri="{FF2B5EF4-FFF2-40B4-BE49-F238E27FC236}">
                <a16:creationId xmlns:a16="http://schemas.microsoft.com/office/drawing/2014/main" id="{2B795F7F-B7F9-312D-124A-C45CD925495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634415" y="1473200"/>
            <a:ext cx="6923170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750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21</Words>
  <Application>Microsoft Office PowerPoint</Application>
  <PresentationFormat>Widescreen</PresentationFormat>
  <Paragraphs>8</Paragraphs>
  <Slides>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MENU PRESENTASI</vt:lpstr>
      <vt:lpstr>BAB 1 — PENDAHULUAN</vt:lpstr>
      <vt:lpstr>BAB 2 — MATERI</vt:lpstr>
      <vt:lpstr>BAB 3 — KESIMPULAN</vt:lpstr>
      <vt:lpstr>VIDEO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</cp:revision>
  <dcterms:created xsi:type="dcterms:W3CDTF">2026-06-26T06:36:08Z</dcterms:created>
  <dcterms:modified xsi:type="dcterms:W3CDTF">2026-06-26T06:52:40Z</dcterms:modified>
</cp:coreProperties>
</file>