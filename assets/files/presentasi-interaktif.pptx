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DCC6C6BE.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700349-370D-CFA4-24E5-77F4F624ABBF}" name="ONY" initials="O" userId="ONY"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omments/modernComment_100_DCC6C6BE.xml><?xml version="1.0" encoding="utf-8"?>
<p188:cmLst xmlns:a="http://schemas.openxmlformats.org/drawingml/2006/main" xmlns:r="http://schemas.openxmlformats.org/officeDocument/2006/relationships" xmlns:p188="http://schemas.microsoft.com/office/powerpoint/2018/8/main">
  <p188:cm id="{F6A6D91F-A11C-4687-9D87-74A696D2750E}" authorId="{9F700349-370D-CFA4-24E5-77F4F624ABBF}" created="2026-07-06T15:20:07.942">
    <pc:sldMkLst xmlns:pc="http://schemas.microsoft.com/office/powerpoint/2013/main/command">
      <pc:docMk/>
      <pc:sldMk cId="3704014526" sldId="256"/>
    </pc:sldMkLst>
    <p188:txBody>
      <a:bodyPr/>
      <a:lstStyle/>
      <a:p>
        <a:r>
          <a:rPr lang="id-ID"/>
          <a:t>Menu Utama</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34508E-F4F0-45DC-A7F4-4636DDC6725B}" type="datetimeFigureOut">
              <a:rPr lang="id-ID" smtClean="0"/>
              <a:t>06/07/2026</a:t>
            </a:fld>
            <a:endParaRPr lang="id-ID"/>
          </a:p>
        </p:txBody>
      </p:sp>
      <p:sp>
        <p:nvSpPr>
          <p:cNvPr id="5" name="Footer Placeholder 4"/>
          <p:cNvSpPr>
            <a:spLocks noGrp="1"/>
          </p:cNvSpPr>
          <p:nvPr>
            <p:ph type="ftr" sz="quarter" idx="11"/>
          </p:nvPr>
        </p:nvSpPr>
        <p:spPr>
          <a:xfrm>
            <a:off x="2416500" y="329307"/>
            <a:ext cx="4973915" cy="309201"/>
          </a:xfrm>
        </p:spPr>
        <p:txBody>
          <a:bodyPr/>
          <a:lstStyle/>
          <a:p>
            <a:endParaRPr lang="id-ID"/>
          </a:p>
        </p:txBody>
      </p:sp>
      <p:sp>
        <p:nvSpPr>
          <p:cNvPr id="6" name="Slide Number Placeholder 5"/>
          <p:cNvSpPr>
            <a:spLocks noGrp="1"/>
          </p:cNvSpPr>
          <p:nvPr>
            <p:ph type="sldNum" sz="quarter" idx="12"/>
          </p:nvPr>
        </p:nvSpPr>
        <p:spPr>
          <a:xfrm>
            <a:off x="1437664" y="798973"/>
            <a:ext cx="811019" cy="503578"/>
          </a:xfrm>
        </p:spPr>
        <p:txBody>
          <a:bodyPr/>
          <a:lstStyle/>
          <a:p>
            <a:fld id="{D841BA9F-D2C0-4D2D-9EE5-53682635F28C}" type="slidenum">
              <a:rPr lang="id-ID" smtClean="0"/>
              <a:t>‹#›</a:t>
            </a:fld>
            <a:endParaRPr lang="id-ID"/>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72806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34508E-F4F0-45DC-A7F4-4636DDC6725B}" type="datetimeFigureOut">
              <a:rPr lang="id-ID" smtClean="0"/>
              <a:t>06/07/2026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D841BA9F-D2C0-4D2D-9EE5-53682635F28C}" type="slidenum">
              <a:rPr lang="id-ID" smtClean="0"/>
              <a:t>‹#›</a:t>
            </a:fld>
            <a:endParaRPr lang="id-ID"/>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96788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34508E-F4F0-45DC-A7F4-4636DDC6725B}" type="datetimeFigureOut">
              <a:rPr lang="id-ID" smtClean="0"/>
              <a:t>06/07/2026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D841BA9F-D2C0-4D2D-9EE5-53682635F28C}" type="slidenum">
              <a:rPr lang="id-ID" smtClean="0"/>
              <a:t>‹#›</a:t>
            </a:fld>
            <a:endParaRPr lang="id-ID"/>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04697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34508E-F4F0-45DC-A7F4-4636DDC6725B}" type="datetimeFigureOut">
              <a:rPr lang="id-ID" smtClean="0"/>
              <a:t>06/07/2026</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D841BA9F-D2C0-4D2D-9EE5-53682635F28C}" type="slidenum">
              <a:rPr lang="id-ID" smtClean="0"/>
              <a:t>‹#›</a:t>
            </a:fld>
            <a:endParaRPr lang="id-ID"/>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19394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34508E-F4F0-45DC-A7F4-4636DDC6725B}" type="datetimeFigureOut">
              <a:rPr lang="id-ID" smtClean="0"/>
              <a:t>06/07/2026</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D841BA9F-D2C0-4D2D-9EE5-53682635F28C}" type="slidenum">
              <a:rPr lang="id-ID" smtClean="0"/>
              <a:t>‹#›</a:t>
            </a:fld>
            <a:endParaRPr lang="id-ID"/>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90434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34508E-F4F0-45DC-A7F4-4636DDC6725B}" type="datetimeFigureOut">
              <a:rPr lang="id-ID" smtClean="0"/>
              <a:t>06/07/2026</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D841BA9F-D2C0-4D2D-9EE5-53682635F28C}" type="slidenum">
              <a:rPr lang="id-ID" smtClean="0"/>
              <a:t>‹#›</a:t>
            </a:fld>
            <a:endParaRPr lang="id-ID"/>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2736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34508E-F4F0-45DC-A7F4-4636DDC6725B}" type="datetimeFigureOut">
              <a:rPr lang="id-ID" smtClean="0"/>
              <a:t>06/07/2026</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D841BA9F-D2C0-4D2D-9EE5-53682635F28C}" type="slidenum">
              <a:rPr lang="id-ID" smtClean="0"/>
              <a:t>‹#›</a:t>
            </a:fld>
            <a:endParaRPr lang="id-ID"/>
          </a:p>
        </p:txBody>
      </p:sp>
    </p:spTree>
    <p:extLst>
      <p:ext uri="{BB962C8B-B14F-4D97-AF65-F5344CB8AC3E}">
        <p14:creationId xmlns:p14="http://schemas.microsoft.com/office/powerpoint/2010/main" val="246532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34508E-F4F0-45DC-A7F4-4636DDC6725B}" type="datetimeFigureOut">
              <a:rPr lang="id-ID" smtClean="0"/>
              <a:t>06/07/2026</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D841BA9F-D2C0-4D2D-9EE5-53682635F28C}" type="slidenum">
              <a:rPr lang="id-ID" smtClean="0"/>
              <a:t>‹#›</a:t>
            </a:fld>
            <a:endParaRPr lang="id-ID"/>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12304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934508E-F4F0-45DC-A7F4-4636DDC6725B}" type="datetimeFigureOut">
              <a:rPr lang="id-ID" smtClean="0"/>
              <a:t>06/07/2026</a:t>
            </a:fld>
            <a:endParaRPr lang="id-ID"/>
          </a:p>
        </p:txBody>
      </p:sp>
      <p:sp>
        <p:nvSpPr>
          <p:cNvPr id="6" name="Footer Placeholder 5"/>
          <p:cNvSpPr>
            <a:spLocks noGrp="1"/>
          </p:cNvSpPr>
          <p:nvPr>
            <p:ph type="ftr" sz="quarter" idx="11"/>
          </p:nvPr>
        </p:nvSpPr>
        <p:spPr>
          <a:xfrm>
            <a:off x="1447382" y="318640"/>
            <a:ext cx="5541004" cy="320931"/>
          </a:xfrm>
        </p:spPr>
        <p:txBody>
          <a:bodyPr/>
          <a:lstStyle/>
          <a:p>
            <a:endParaRPr lang="id-ID"/>
          </a:p>
        </p:txBody>
      </p:sp>
      <p:sp>
        <p:nvSpPr>
          <p:cNvPr id="7" name="Slide Number Placeholder 6"/>
          <p:cNvSpPr>
            <a:spLocks noGrp="1"/>
          </p:cNvSpPr>
          <p:nvPr>
            <p:ph type="sldNum" sz="quarter" idx="12"/>
          </p:nvPr>
        </p:nvSpPr>
        <p:spPr/>
        <p:txBody>
          <a:bodyPr/>
          <a:lstStyle/>
          <a:p>
            <a:fld id="{D841BA9F-D2C0-4D2D-9EE5-53682635F28C}" type="slidenum">
              <a:rPr lang="id-ID" smtClean="0"/>
              <a:t>‹#›</a:t>
            </a:fld>
            <a:endParaRPr lang="id-ID"/>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11179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34508E-F4F0-45DC-A7F4-4636DDC6725B}" type="datetimeFigureOut">
              <a:rPr lang="id-ID" smtClean="0"/>
              <a:t>06/07/2026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D841BA9F-D2C0-4D2D-9EE5-53682635F28C}" type="slidenum">
              <a:rPr lang="id-ID" smtClean="0"/>
              <a:t>‹#›</a:t>
            </a:fld>
            <a:endParaRPr lang="id-ID"/>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6523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34508E-F4F0-45DC-A7F4-4636DDC6725B}" type="datetimeFigureOut">
              <a:rPr lang="id-ID" smtClean="0"/>
              <a:t>06/07/2026</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D841BA9F-D2C0-4D2D-9EE5-53682635F28C}" type="slidenum">
              <a:rPr lang="id-ID" smtClean="0"/>
              <a:t>‹#›</a:t>
            </a:fld>
            <a:endParaRPr lang="id-ID"/>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31574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934508E-F4F0-45DC-A7F4-4636DDC6725B}" type="datetimeFigureOut">
              <a:rPr lang="id-ID" smtClean="0"/>
              <a:t>06/07/2026</a:t>
            </a:fld>
            <a:endParaRPr lang="id-ID"/>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841BA9F-D2C0-4D2D-9EE5-53682635F28C}" type="slidenum">
              <a:rPr lang="id-ID" smtClean="0"/>
              <a:t>‹#›</a:t>
            </a:fld>
            <a:endParaRPr lang="id-ID"/>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22845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microsoft.com/office/2018/10/relationships/comments" Target="../comments/modernComment_100_DCC6C6BE.xml"/><Relationship Id="rId1" Type="http://schemas.openxmlformats.org/officeDocument/2006/relationships/slideLayout" Target="../slideLayouts/slideLayout6.xml"/><Relationship Id="rId6" Type="http://schemas.openxmlformats.org/officeDocument/2006/relationships/slide" Target="slide5.xml"/><Relationship Id="rId5" Type="http://schemas.openxmlformats.org/officeDocument/2006/relationships/slide" Target="slide4.xml"/><Relationship Id="rId4" Type="http://schemas.openxmlformats.org/officeDocument/2006/relationships/slide" Target="slide3.xml"/></Relationships>
</file>

<file path=ppt/slides/_rels/slide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6.xml"/><Relationship Id="rId1" Type="http://schemas.openxmlformats.org/officeDocument/2006/relationships/video" Target="https://www.youtube.com/embed/FGvU8-ELIik?feature=oembed" TargetMode="External"/><Relationship Id="rId4" Type="http://schemas.openxmlformats.org/officeDocument/2006/relationships/slide" Target="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47FA8D21-52F2-AB87-4EF8-FC4961DE463F}"/>
              </a:ext>
            </a:extLst>
          </p:cNvPr>
          <p:cNvSpPr>
            <a:spLocks noGrp="1"/>
          </p:cNvSpPr>
          <p:nvPr>
            <p:ph type="title"/>
          </p:nvPr>
        </p:nvSpPr>
        <p:spPr/>
        <p:txBody>
          <a:bodyPr/>
          <a:lstStyle/>
          <a:p>
            <a:pPr algn="ctr"/>
            <a:r>
              <a:rPr lang="id-ID" b="1" cap="none" dirty="0">
                <a:ln w="0"/>
                <a:solidFill>
                  <a:schemeClr val="accent1"/>
                </a:solidFill>
                <a:effectLst>
                  <a:outerShdw blurRad="38100" dist="25400" dir="5400000" algn="ctr" rotWithShape="0">
                    <a:srgbClr val="6E747A">
                      <a:alpha val="43000"/>
                    </a:srgbClr>
                  </a:outerShdw>
                </a:effectLst>
              </a:rPr>
              <a:t>MENU PRESENTASI</a:t>
            </a:r>
          </a:p>
        </p:txBody>
      </p:sp>
      <p:sp>
        <p:nvSpPr>
          <p:cNvPr id="19" name="TextBox 18">
            <a:extLst>
              <a:ext uri="{FF2B5EF4-FFF2-40B4-BE49-F238E27FC236}">
                <a16:creationId xmlns:a16="http://schemas.microsoft.com/office/drawing/2014/main" id="{844C9642-6A2A-423B-2FCC-0019FFFD18B5}"/>
              </a:ext>
            </a:extLst>
          </p:cNvPr>
          <p:cNvSpPr txBox="1"/>
          <p:nvPr/>
        </p:nvSpPr>
        <p:spPr>
          <a:xfrm>
            <a:off x="1889074" y="3044279"/>
            <a:ext cx="1914307" cy="769441"/>
          </a:xfrm>
          <a:prstGeom prst="rect">
            <a:avLst/>
          </a:prstGeom>
          <a:noFill/>
        </p:spPr>
        <p:txBody>
          <a:bodyPr wrap="none" rtlCol="0">
            <a:spAutoFit/>
          </a:bodyPr>
          <a:lstStyle/>
          <a:p>
            <a:r>
              <a:rPr lang="id-ID" sz="4400" b="1" spc="50" dirty="0">
                <a:ln w="0"/>
                <a:solidFill>
                  <a:schemeClr val="bg2"/>
                </a:solidFill>
                <a:effectLst>
                  <a:innerShdw blurRad="63500" dist="50800" dir="13500000">
                    <a:srgbClr val="000000">
                      <a:alpha val="50000"/>
                    </a:srgbClr>
                  </a:innerShdw>
                </a:effectLst>
                <a:hlinkClick r:id="rId3" action="ppaction://hlinksldjump"/>
              </a:rPr>
              <a:t>BAB 1</a:t>
            </a:r>
            <a:endParaRPr lang="id-ID" sz="4400" b="1" spc="50" dirty="0">
              <a:ln w="0"/>
              <a:solidFill>
                <a:schemeClr val="bg2"/>
              </a:solidFill>
              <a:effectLst>
                <a:innerShdw blurRad="63500" dist="50800" dir="13500000">
                  <a:srgbClr val="000000">
                    <a:alpha val="50000"/>
                  </a:srgbClr>
                </a:innerShdw>
              </a:effectLst>
            </a:endParaRPr>
          </a:p>
        </p:txBody>
      </p:sp>
      <p:sp>
        <p:nvSpPr>
          <p:cNvPr id="20" name="TextBox 19">
            <a:extLst>
              <a:ext uri="{FF2B5EF4-FFF2-40B4-BE49-F238E27FC236}">
                <a16:creationId xmlns:a16="http://schemas.microsoft.com/office/drawing/2014/main" id="{D9AB5429-71CA-4B1F-0832-22EFE3C64473}"/>
              </a:ext>
            </a:extLst>
          </p:cNvPr>
          <p:cNvSpPr txBox="1"/>
          <p:nvPr/>
        </p:nvSpPr>
        <p:spPr>
          <a:xfrm>
            <a:off x="5138846" y="3044279"/>
            <a:ext cx="1914307" cy="769441"/>
          </a:xfrm>
          <a:prstGeom prst="rect">
            <a:avLst/>
          </a:prstGeom>
          <a:noFill/>
        </p:spPr>
        <p:txBody>
          <a:bodyPr wrap="none" rtlCol="0">
            <a:spAutoFit/>
          </a:bodyPr>
          <a:lstStyle/>
          <a:p>
            <a:r>
              <a:rPr lang="id-ID" sz="4400" b="1" spc="50" dirty="0">
                <a:ln w="0"/>
                <a:solidFill>
                  <a:schemeClr val="bg2"/>
                </a:solidFill>
                <a:effectLst>
                  <a:innerShdw blurRad="63500" dist="50800" dir="13500000">
                    <a:srgbClr val="000000">
                      <a:alpha val="50000"/>
                    </a:srgbClr>
                  </a:innerShdw>
                </a:effectLst>
                <a:hlinkClick r:id="rId4" action="ppaction://hlinksldjump"/>
              </a:rPr>
              <a:t>BAB </a:t>
            </a:r>
            <a:r>
              <a:rPr lang="en-US" sz="4400" b="1" spc="50" dirty="0">
                <a:ln w="0"/>
                <a:solidFill>
                  <a:schemeClr val="bg2"/>
                </a:solidFill>
                <a:effectLst>
                  <a:innerShdw blurRad="63500" dist="50800" dir="13500000">
                    <a:srgbClr val="000000">
                      <a:alpha val="50000"/>
                    </a:srgbClr>
                  </a:innerShdw>
                </a:effectLst>
                <a:hlinkClick r:id="rId4" action="ppaction://hlinksldjump"/>
              </a:rPr>
              <a:t>2</a:t>
            </a:r>
            <a:endParaRPr lang="id-ID" sz="4400" b="1" spc="50" dirty="0">
              <a:ln w="0"/>
              <a:solidFill>
                <a:schemeClr val="bg2"/>
              </a:solidFill>
              <a:effectLst>
                <a:innerShdw blurRad="63500" dist="50800" dir="13500000">
                  <a:srgbClr val="000000">
                    <a:alpha val="50000"/>
                  </a:srgbClr>
                </a:innerShdw>
              </a:effectLst>
            </a:endParaRPr>
          </a:p>
        </p:txBody>
      </p:sp>
      <p:sp>
        <p:nvSpPr>
          <p:cNvPr id="21" name="TextBox 20">
            <a:extLst>
              <a:ext uri="{FF2B5EF4-FFF2-40B4-BE49-F238E27FC236}">
                <a16:creationId xmlns:a16="http://schemas.microsoft.com/office/drawing/2014/main" id="{EBDD7832-C77A-8928-6322-B36068BE0E58}"/>
              </a:ext>
            </a:extLst>
          </p:cNvPr>
          <p:cNvSpPr txBox="1"/>
          <p:nvPr/>
        </p:nvSpPr>
        <p:spPr>
          <a:xfrm>
            <a:off x="8388619" y="3044279"/>
            <a:ext cx="1914307" cy="769441"/>
          </a:xfrm>
          <a:prstGeom prst="rect">
            <a:avLst/>
          </a:prstGeom>
          <a:noFill/>
        </p:spPr>
        <p:txBody>
          <a:bodyPr wrap="none" rtlCol="0">
            <a:spAutoFit/>
          </a:bodyPr>
          <a:lstStyle/>
          <a:p>
            <a:r>
              <a:rPr lang="id-ID" sz="4400" b="1" spc="50" dirty="0">
                <a:ln w="0"/>
                <a:solidFill>
                  <a:schemeClr val="bg2"/>
                </a:solidFill>
                <a:effectLst>
                  <a:innerShdw blurRad="63500" dist="50800" dir="13500000">
                    <a:srgbClr val="000000">
                      <a:alpha val="50000"/>
                    </a:srgbClr>
                  </a:innerShdw>
                </a:effectLst>
                <a:hlinkClick r:id="rId5" action="ppaction://hlinksldjump"/>
              </a:rPr>
              <a:t>BAB </a:t>
            </a:r>
            <a:r>
              <a:rPr lang="en-US" sz="4400" b="1" spc="50" dirty="0">
                <a:ln w="0"/>
                <a:solidFill>
                  <a:schemeClr val="bg2"/>
                </a:solidFill>
                <a:effectLst>
                  <a:innerShdw blurRad="63500" dist="50800" dir="13500000">
                    <a:srgbClr val="000000">
                      <a:alpha val="50000"/>
                    </a:srgbClr>
                  </a:innerShdw>
                </a:effectLst>
                <a:hlinkClick r:id="rId5" action="ppaction://hlinksldjump"/>
              </a:rPr>
              <a:t>3</a:t>
            </a:r>
            <a:endParaRPr lang="id-ID" sz="4400" b="1" spc="50" dirty="0">
              <a:ln w="0"/>
              <a:solidFill>
                <a:schemeClr val="bg2"/>
              </a:solidFill>
              <a:effectLst>
                <a:innerShdw blurRad="63500" dist="50800" dir="13500000">
                  <a:srgbClr val="000000">
                    <a:alpha val="50000"/>
                  </a:srgbClr>
                </a:innerShdw>
              </a:effectLst>
            </a:endParaRPr>
          </a:p>
        </p:txBody>
      </p:sp>
      <p:sp>
        <p:nvSpPr>
          <p:cNvPr id="2" name="TextBox 1">
            <a:extLst>
              <a:ext uri="{FF2B5EF4-FFF2-40B4-BE49-F238E27FC236}">
                <a16:creationId xmlns:a16="http://schemas.microsoft.com/office/drawing/2014/main" id="{23178DF5-42F3-6975-EC48-C851EA0DB851}"/>
              </a:ext>
            </a:extLst>
          </p:cNvPr>
          <p:cNvSpPr txBox="1"/>
          <p:nvPr/>
        </p:nvSpPr>
        <p:spPr>
          <a:xfrm>
            <a:off x="5138846" y="4619524"/>
            <a:ext cx="2113079" cy="769441"/>
          </a:xfrm>
          <a:prstGeom prst="rect">
            <a:avLst/>
          </a:prstGeom>
          <a:noFill/>
        </p:spPr>
        <p:txBody>
          <a:bodyPr wrap="none" rtlCol="0">
            <a:spAutoFit/>
          </a:bodyPr>
          <a:lstStyle/>
          <a:p>
            <a:r>
              <a:rPr lang="en-US" sz="4400" b="1" spc="50" dirty="0">
                <a:ln w="0"/>
                <a:solidFill>
                  <a:schemeClr val="bg2"/>
                </a:solidFill>
                <a:effectLst>
                  <a:innerShdw blurRad="63500" dist="50800" dir="13500000">
                    <a:srgbClr val="000000">
                      <a:alpha val="50000"/>
                    </a:srgbClr>
                  </a:innerShdw>
                </a:effectLst>
                <a:hlinkClick r:id="rId6" action="ppaction://hlinksldjump"/>
              </a:rPr>
              <a:t>VIDEO</a:t>
            </a:r>
            <a:endParaRPr lang="id-ID" sz="4400" b="1" spc="50" dirty="0">
              <a:ln w="0"/>
              <a:solidFill>
                <a:schemeClr val="bg2"/>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3704014526"/>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B5EBE-98F9-5B2D-4910-15571BEEEF17}"/>
              </a:ext>
            </a:extLst>
          </p:cNvPr>
          <p:cNvSpPr>
            <a:spLocks noGrp="1"/>
          </p:cNvSpPr>
          <p:nvPr>
            <p:ph type="title"/>
          </p:nvPr>
        </p:nvSpPr>
        <p:spPr/>
        <p:txBody>
          <a:bodyPr/>
          <a:lstStyle/>
          <a:p>
            <a:pPr algn="ctr"/>
            <a:r>
              <a:rPr lang="id-ID" b="1" dirty="0">
                <a:ln w="0"/>
                <a:solidFill>
                  <a:schemeClr val="accent1"/>
                </a:solidFill>
                <a:effectLst>
                  <a:outerShdw blurRad="38100" dist="25400" dir="5400000" algn="ctr" rotWithShape="0">
                    <a:srgbClr val="6E747A">
                      <a:alpha val="43000"/>
                    </a:srgbClr>
                  </a:outerShdw>
                </a:effectLst>
              </a:rPr>
              <a:t>BAB 1</a:t>
            </a:r>
            <a:br>
              <a:rPr lang="en-US" b="1" dirty="0">
                <a:ln w="0"/>
                <a:solidFill>
                  <a:schemeClr val="accent1"/>
                </a:solidFill>
                <a:effectLst>
                  <a:outerShdw blurRad="38100" dist="25400" dir="5400000" algn="ctr" rotWithShape="0">
                    <a:srgbClr val="6E747A">
                      <a:alpha val="43000"/>
                    </a:srgbClr>
                  </a:outerShdw>
                </a:effectLst>
              </a:rPr>
            </a:br>
            <a:r>
              <a:rPr lang="id-ID" b="1" dirty="0">
                <a:ln w="0"/>
                <a:solidFill>
                  <a:schemeClr val="accent1"/>
                </a:solidFill>
                <a:effectLst>
                  <a:outerShdw blurRad="38100" dist="25400" dir="5400000" algn="ctr" rotWithShape="0">
                    <a:srgbClr val="6E747A">
                      <a:alpha val="43000"/>
                    </a:srgbClr>
                  </a:outerShdw>
                </a:effectLst>
              </a:rPr>
              <a:t>PENDAHULUAN</a:t>
            </a:r>
          </a:p>
        </p:txBody>
      </p:sp>
      <p:sp>
        <p:nvSpPr>
          <p:cNvPr id="5" name="Action Button: Go Home 4">
            <a:hlinkClick r:id="rId2" action="ppaction://hlinksldjump" highlightClick="1"/>
            <a:extLst>
              <a:ext uri="{FF2B5EF4-FFF2-40B4-BE49-F238E27FC236}">
                <a16:creationId xmlns:a16="http://schemas.microsoft.com/office/drawing/2014/main" id="{D3DC79DE-9C63-E570-2CD0-50AC04C6B319}"/>
              </a:ext>
            </a:extLst>
          </p:cNvPr>
          <p:cNvSpPr/>
          <p:nvPr/>
        </p:nvSpPr>
        <p:spPr>
          <a:xfrm>
            <a:off x="11527197" y="6215338"/>
            <a:ext cx="540000" cy="540000"/>
          </a:xfrm>
          <a:prstGeom prst="actionButtonHome">
            <a:avLst/>
          </a:prstGeom>
          <a:solidFill>
            <a:schemeClr val="bg1">
              <a:alpha val="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TextBox 5">
            <a:extLst>
              <a:ext uri="{FF2B5EF4-FFF2-40B4-BE49-F238E27FC236}">
                <a16:creationId xmlns:a16="http://schemas.microsoft.com/office/drawing/2014/main" id="{A726769E-34AE-2FEE-008A-F244E497CC28}"/>
              </a:ext>
            </a:extLst>
          </p:cNvPr>
          <p:cNvSpPr txBox="1"/>
          <p:nvPr/>
        </p:nvSpPr>
        <p:spPr>
          <a:xfrm>
            <a:off x="1451579" y="2203554"/>
            <a:ext cx="9603275" cy="2677656"/>
          </a:xfrm>
          <a:prstGeom prst="rect">
            <a:avLst/>
          </a:prstGeom>
          <a:noFill/>
        </p:spPr>
        <p:txBody>
          <a:bodyPr wrap="square" rtlCol="0">
            <a:spAutoFit/>
          </a:bodyPr>
          <a:lstStyle/>
          <a:p>
            <a:r>
              <a:rPr lang="id-ID" sz="1400" dirty="0"/>
              <a:t>Lorem ipsum dolor sit amet, consectetur adipiscing elit. Quisque venenatis ante nibh, in hendrerit neque hendrerit nec. Vivamus mattis pellentesque lectus, vitae condimentum velit aliquam sit amet. Integer risus urna, feugiat a justo vitae, consequat suscipit dui. In ut ornare lectus. Proin vitae lacus pulvinar, fermentum nulla et, pulvinar erat. Donec rutrum tincidunt faucibus. Nam euismod ex eget sapien egestas, in auctor eros pretium. Fusce posuere ultrices lectus at venenatis. Etiam maximus vel velit et fringilla. Vestibulum interdum vulputate nibh, sit amet blandit justo fermentum venenatis. Maecenas mattis pulvinar diam, id imperdiet augue sagittis nec. Suspendisse vitae facilisis nulla. Nam rutrum nisi dolor, a porta sapien porttitor a. Orci varius natoque penatibus et magnis dis parturient montes, nascetur ridiculus mus. Cras sit amet libero porta, ultrices felis vel, dictum leo.</a:t>
            </a:r>
          </a:p>
          <a:p>
            <a:endParaRPr lang="id-ID" sz="1400" dirty="0"/>
          </a:p>
          <a:p>
            <a:r>
              <a:rPr lang="id-ID" sz="1400" dirty="0"/>
              <a:t>Nunc id urna pulvinar, venenatis lorem eu, malesuada nunc. Donec id eros eget augue vulputate pharetra eget non nisi. Praesent vitae hendrerit libero, sed elementum risus. Nam in tellus accumsan augue condimentum lobortis. Sed quis est maximus, tincidunt erat et, posuere neque. In congue, elit eu facilisis porttitor, elit odio dapibus tortor, sollicitudin laoreet lorem libero tincidunt ipsum. Duis eleifend ante eget velit vestibulum malesuada.</a:t>
            </a:r>
          </a:p>
        </p:txBody>
      </p:sp>
    </p:spTree>
    <p:extLst>
      <p:ext uri="{BB962C8B-B14F-4D97-AF65-F5344CB8AC3E}">
        <p14:creationId xmlns:p14="http://schemas.microsoft.com/office/powerpoint/2010/main" val="874959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D20A1-8A21-C29B-DEB5-FB3813E6489F}"/>
              </a:ext>
            </a:extLst>
          </p:cNvPr>
          <p:cNvSpPr>
            <a:spLocks noGrp="1"/>
          </p:cNvSpPr>
          <p:nvPr>
            <p:ph type="title"/>
          </p:nvPr>
        </p:nvSpPr>
        <p:spPr/>
        <p:txBody>
          <a:bodyPr/>
          <a:lstStyle/>
          <a:p>
            <a:pPr algn="ctr"/>
            <a:r>
              <a:rPr lang="id-ID" b="1" dirty="0">
                <a:ln w="0"/>
                <a:solidFill>
                  <a:schemeClr val="accent1"/>
                </a:solidFill>
                <a:effectLst>
                  <a:outerShdw blurRad="38100" dist="25400" dir="5400000" algn="ctr" rotWithShape="0">
                    <a:srgbClr val="6E747A">
                      <a:alpha val="43000"/>
                    </a:srgbClr>
                  </a:outerShdw>
                </a:effectLst>
              </a:rPr>
              <a:t>BAB 2</a:t>
            </a:r>
            <a:br>
              <a:rPr lang="en-US" b="1" dirty="0">
                <a:ln w="0"/>
                <a:solidFill>
                  <a:schemeClr val="accent1"/>
                </a:solidFill>
                <a:effectLst>
                  <a:outerShdw blurRad="38100" dist="25400" dir="5400000" algn="ctr" rotWithShape="0">
                    <a:srgbClr val="6E747A">
                      <a:alpha val="43000"/>
                    </a:srgbClr>
                  </a:outerShdw>
                </a:effectLst>
              </a:rPr>
            </a:br>
            <a:r>
              <a:rPr lang="id-ID" b="1" dirty="0">
                <a:ln w="0"/>
                <a:solidFill>
                  <a:schemeClr val="accent1"/>
                </a:solidFill>
                <a:effectLst>
                  <a:outerShdw blurRad="38100" dist="25400" dir="5400000" algn="ctr" rotWithShape="0">
                    <a:srgbClr val="6E747A">
                      <a:alpha val="43000"/>
                    </a:srgbClr>
                  </a:outerShdw>
                </a:effectLst>
              </a:rPr>
              <a:t>MATERI</a:t>
            </a:r>
          </a:p>
        </p:txBody>
      </p:sp>
      <p:sp>
        <p:nvSpPr>
          <p:cNvPr id="7" name="Action Button: Go Home 6">
            <a:hlinkClick r:id="rId2" action="ppaction://hlinksldjump" highlightClick="1"/>
            <a:extLst>
              <a:ext uri="{FF2B5EF4-FFF2-40B4-BE49-F238E27FC236}">
                <a16:creationId xmlns:a16="http://schemas.microsoft.com/office/drawing/2014/main" id="{415312D9-3213-8489-8004-73F5FDFA8994}"/>
              </a:ext>
            </a:extLst>
          </p:cNvPr>
          <p:cNvSpPr/>
          <p:nvPr/>
        </p:nvSpPr>
        <p:spPr>
          <a:xfrm>
            <a:off x="11527197" y="6215338"/>
            <a:ext cx="540000" cy="540000"/>
          </a:xfrm>
          <a:prstGeom prst="actionButtonHome">
            <a:avLst/>
          </a:prstGeom>
          <a:solidFill>
            <a:schemeClr val="bg1">
              <a:alpha val="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extBox 8">
            <a:extLst>
              <a:ext uri="{FF2B5EF4-FFF2-40B4-BE49-F238E27FC236}">
                <a16:creationId xmlns:a16="http://schemas.microsoft.com/office/drawing/2014/main" id="{DB9B9BAB-D4E0-0551-989E-0DFF8CAECD99}"/>
              </a:ext>
            </a:extLst>
          </p:cNvPr>
          <p:cNvSpPr txBox="1"/>
          <p:nvPr/>
        </p:nvSpPr>
        <p:spPr>
          <a:xfrm>
            <a:off x="1451579" y="2203554"/>
            <a:ext cx="9603275" cy="2677656"/>
          </a:xfrm>
          <a:prstGeom prst="rect">
            <a:avLst/>
          </a:prstGeom>
          <a:noFill/>
        </p:spPr>
        <p:txBody>
          <a:bodyPr wrap="square" rtlCol="0">
            <a:spAutoFit/>
          </a:bodyPr>
          <a:lstStyle/>
          <a:p>
            <a:r>
              <a:rPr lang="id-ID" sz="1400" dirty="0"/>
              <a:t>Lorem ipsum dolor sit amet, consectetur adipiscing elit. Quisque venenatis ante nibh, in hendrerit neque hendrerit nec. Vivamus mattis pellentesque lectus, vitae condimentum velit aliquam sit amet. Integer risus urna, feugiat a justo vitae, consequat suscipit dui. In ut ornare lectus. Proin vitae lacus pulvinar, fermentum nulla et, pulvinar erat. Donec rutrum tincidunt faucibus. Nam euismod ex eget sapien egestas, in auctor eros pretium. Fusce posuere ultrices lectus at venenatis. Etiam maximus vel velit et fringilla. Vestibulum interdum vulputate nibh, sit amet blandit justo fermentum venenatis. Maecenas mattis pulvinar diam, id imperdiet augue sagittis nec. Suspendisse vitae facilisis nulla. Nam rutrum nisi dolor, a porta sapien porttitor a. Orci varius natoque penatibus et magnis dis parturient montes, nascetur ridiculus mus. Cras sit amet libero porta, ultrices felis vel, dictum leo.</a:t>
            </a:r>
          </a:p>
          <a:p>
            <a:endParaRPr lang="id-ID" sz="1400" dirty="0"/>
          </a:p>
          <a:p>
            <a:r>
              <a:rPr lang="id-ID" sz="1400" dirty="0"/>
              <a:t>Nunc id urna pulvinar, venenatis lorem eu, malesuada nunc. Donec id eros eget augue vulputate pharetra eget non nisi. Praesent vitae hendrerit libero, sed elementum risus. Nam in tellus accumsan augue condimentum lobortis. Sed quis est maximus, tincidunt erat et, posuere neque. In congue, elit eu facilisis porttitor, elit odio dapibus tortor, sollicitudin laoreet lorem libero tincidunt ipsum. Duis eleifend ante eget velit vestibulum malesuada.</a:t>
            </a:r>
          </a:p>
        </p:txBody>
      </p:sp>
    </p:spTree>
    <p:extLst>
      <p:ext uri="{BB962C8B-B14F-4D97-AF65-F5344CB8AC3E}">
        <p14:creationId xmlns:p14="http://schemas.microsoft.com/office/powerpoint/2010/main" val="2562387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1B54-9F69-0FB7-C74C-C2B75F2DA746}"/>
              </a:ext>
            </a:extLst>
          </p:cNvPr>
          <p:cNvSpPr>
            <a:spLocks noGrp="1"/>
          </p:cNvSpPr>
          <p:nvPr>
            <p:ph type="title"/>
          </p:nvPr>
        </p:nvSpPr>
        <p:spPr/>
        <p:txBody>
          <a:bodyPr/>
          <a:lstStyle/>
          <a:p>
            <a:pPr algn="ctr"/>
            <a:r>
              <a:rPr lang="id-ID" b="1" dirty="0">
                <a:ln w="0"/>
                <a:solidFill>
                  <a:schemeClr val="accent1"/>
                </a:solidFill>
                <a:effectLst>
                  <a:outerShdw blurRad="38100" dist="25400" dir="5400000" algn="ctr" rotWithShape="0">
                    <a:srgbClr val="6E747A">
                      <a:alpha val="43000"/>
                    </a:srgbClr>
                  </a:outerShdw>
                </a:effectLst>
              </a:rPr>
              <a:t>BAB 3</a:t>
            </a:r>
            <a:br>
              <a:rPr lang="en-US" b="1" dirty="0">
                <a:ln w="0"/>
                <a:solidFill>
                  <a:schemeClr val="accent1"/>
                </a:solidFill>
                <a:effectLst>
                  <a:outerShdw blurRad="38100" dist="25400" dir="5400000" algn="ctr" rotWithShape="0">
                    <a:srgbClr val="6E747A">
                      <a:alpha val="43000"/>
                    </a:srgbClr>
                  </a:outerShdw>
                </a:effectLst>
              </a:rPr>
            </a:br>
            <a:r>
              <a:rPr lang="id-ID" b="1" dirty="0">
                <a:ln w="0"/>
                <a:solidFill>
                  <a:schemeClr val="accent1"/>
                </a:solidFill>
                <a:effectLst>
                  <a:outerShdw blurRad="38100" dist="25400" dir="5400000" algn="ctr" rotWithShape="0">
                    <a:srgbClr val="6E747A">
                      <a:alpha val="43000"/>
                    </a:srgbClr>
                  </a:outerShdw>
                </a:effectLst>
              </a:rPr>
              <a:t>KESIMPULAN</a:t>
            </a:r>
          </a:p>
        </p:txBody>
      </p:sp>
      <p:sp>
        <p:nvSpPr>
          <p:cNvPr id="7" name="Action Button: Go Home 6">
            <a:hlinkClick r:id="rId2" action="ppaction://hlinksldjump" highlightClick="1"/>
            <a:extLst>
              <a:ext uri="{FF2B5EF4-FFF2-40B4-BE49-F238E27FC236}">
                <a16:creationId xmlns:a16="http://schemas.microsoft.com/office/drawing/2014/main" id="{3BFFB4FA-7F36-01A5-BC89-3A8B471E12A3}"/>
              </a:ext>
            </a:extLst>
          </p:cNvPr>
          <p:cNvSpPr/>
          <p:nvPr/>
        </p:nvSpPr>
        <p:spPr>
          <a:xfrm>
            <a:off x="11527197" y="6215338"/>
            <a:ext cx="540000" cy="540000"/>
          </a:xfrm>
          <a:prstGeom prst="actionButtonHome">
            <a:avLst/>
          </a:prstGeom>
          <a:solidFill>
            <a:schemeClr val="bg1">
              <a:alpha val="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extBox 8">
            <a:extLst>
              <a:ext uri="{FF2B5EF4-FFF2-40B4-BE49-F238E27FC236}">
                <a16:creationId xmlns:a16="http://schemas.microsoft.com/office/drawing/2014/main" id="{EDD36F41-1F6A-9D2E-D46E-F58908B5BF79}"/>
              </a:ext>
            </a:extLst>
          </p:cNvPr>
          <p:cNvSpPr txBox="1"/>
          <p:nvPr/>
        </p:nvSpPr>
        <p:spPr>
          <a:xfrm>
            <a:off x="1451579" y="2203554"/>
            <a:ext cx="9603275" cy="2677656"/>
          </a:xfrm>
          <a:prstGeom prst="rect">
            <a:avLst/>
          </a:prstGeom>
          <a:noFill/>
        </p:spPr>
        <p:txBody>
          <a:bodyPr wrap="square" rtlCol="0">
            <a:spAutoFit/>
          </a:bodyPr>
          <a:lstStyle/>
          <a:p>
            <a:r>
              <a:rPr lang="id-ID" sz="1400" dirty="0"/>
              <a:t>Lorem ipsum dolor sit amet, consectetur adipiscing elit. Quisque venenatis ante nibh, in hendrerit neque hendrerit nec. Vivamus mattis pellentesque lectus, vitae condimentum velit aliquam sit amet. Integer risus urna, feugiat a justo vitae, consequat suscipit dui. In ut ornare lectus. Proin vitae lacus pulvinar, fermentum nulla et, pulvinar erat. Donec rutrum tincidunt faucibus. Nam euismod ex eget sapien egestas, in auctor eros pretium. Fusce posuere ultrices lectus at venenatis. Etiam maximus vel velit et fringilla. Vestibulum interdum vulputate nibh, sit amet blandit justo fermentum venenatis. Maecenas mattis pulvinar diam, id imperdiet augue sagittis nec. Suspendisse vitae facilisis nulla. Nam rutrum nisi dolor, a porta sapien porttitor a. Orci varius natoque penatibus et magnis dis parturient montes, nascetur ridiculus mus. Cras sit amet libero porta, ultrices felis vel, dictum leo.</a:t>
            </a:r>
          </a:p>
          <a:p>
            <a:endParaRPr lang="id-ID" sz="1400" dirty="0"/>
          </a:p>
          <a:p>
            <a:r>
              <a:rPr lang="id-ID" sz="1400" dirty="0"/>
              <a:t>Nunc id urna pulvinar, venenatis lorem eu, malesuada nunc. Donec id eros eget augue vulputate pharetra eget non nisi. Praesent vitae hendrerit libero, sed elementum risus. Nam in tellus accumsan augue condimentum lobortis. Sed quis est maximus, tincidunt erat et, posuere neque. In congue, elit eu facilisis porttitor, elit odio dapibus tortor, sollicitudin laoreet lorem libero tincidunt ipsum. Duis eleifend ante eget velit vestibulum malesuada.</a:t>
            </a:r>
          </a:p>
        </p:txBody>
      </p:sp>
    </p:spTree>
    <p:extLst>
      <p:ext uri="{BB962C8B-B14F-4D97-AF65-F5344CB8AC3E}">
        <p14:creationId xmlns:p14="http://schemas.microsoft.com/office/powerpoint/2010/main" val="2570325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63CF2-5458-7AAD-F356-9324435D19DF}"/>
              </a:ext>
            </a:extLst>
          </p:cNvPr>
          <p:cNvSpPr>
            <a:spLocks noGrp="1"/>
          </p:cNvSpPr>
          <p:nvPr>
            <p:ph type="title"/>
          </p:nvPr>
        </p:nvSpPr>
        <p:spPr/>
        <p:txBody>
          <a:bodyPr/>
          <a:lstStyle/>
          <a:p>
            <a:pPr algn="ctr"/>
            <a:r>
              <a:rPr lang="id-ID" b="1" dirty="0">
                <a:ln w="0"/>
                <a:solidFill>
                  <a:schemeClr val="accent1"/>
                </a:solidFill>
                <a:effectLst>
                  <a:outerShdw blurRad="38100" dist="25400" dir="5400000" algn="ctr" rotWithShape="0">
                    <a:srgbClr val="6E747A">
                      <a:alpha val="43000"/>
                    </a:srgbClr>
                  </a:outerShdw>
                </a:effectLst>
              </a:rPr>
              <a:t>VIDEO</a:t>
            </a:r>
          </a:p>
        </p:txBody>
      </p:sp>
      <p:pic>
        <p:nvPicPr>
          <p:cNvPr id="5" name="Online Media 4" title="Kecelakaan pada Lap Pemanasan MotoGP Le Mans, Prancis 2019">
            <a:hlinkClick r:id="" action="ppaction://media"/>
            <a:extLst>
              <a:ext uri="{FF2B5EF4-FFF2-40B4-BE49-F238E27FC236}">
                <a16:creationId xmlns:a16="http://schemas.microsoft.com/office/drawing/2014/main" id="{2B795F7F-B7F9-312D-124A-C45CD9254956}"/>
              </a:ext>
            </a:extLst>
          </p:cNvPr>
          <p:cNvPicPr>
            <a:picLocks noRot="1" noChangeAspect="1"/>
          </p:cNvPicPr>
          <p:nvPr>
            <a:videoFile r:link="rId1"/>
          </p:nvPr>
        </p:nvPicPr>
        <p:blipFill>
          <a:blip r:embed="rId3"/>
          <a:stretch>
            <a:fillRect/>
          </a:stretch>
        </p:blipFill>
        <p:spPr>
          <a:xfrm>
            <a:off x="1451579" y="2020472"/>
            <a:ext cx="9603275" cy="3911600"/>
          </a:xfrm>
          <a:prstGeom prst="rect">
            <a:avLst/>
          </a:prstGeom>
        </p:spPr>
      </p:pic>
      <p:sp>
        <p:nvSpPr>
          <p:cNvPr id="6" name="Action Button: Go Home 5">
            <a:hlinkClick r:id="rId4" action="ppaction://hlinksldjump" highlightClick="1"/>
            <a:extLst>
              <a:ext uri="{FF2B5EF4-FFF2-40B4-BE49-F238E27FC236}">
                <a16:creationId xmlns:a16="http://schemas.microsoft.com/office/drawing/2014/main" id="{551C8003-175D-142D-00D8-0BE6338166D7}"/>
              </a:ext>
            </a:extLst>
          </p:cNvPr>
          <p:cNvSpPr/>
          <p:nvPr/>
        </p:nvSpPr>
        <p:spPr>
          <a:xfrm>
            <a:off x="11527197" y="6215338"/>
            <a:ext cx="540000" cy="540000"/>
          </a:xfrm>
          <a:prstGeom prst="actionButtonHome">
            <a:avLst/>
          </a:prstGeom>
          <a:solidFill>
            <a:schemeClr val="bg1">
              <a:alpha val="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3672750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49</TotalTime>
  <Words>742</Words>
  <Application>Microsoft Office PowerPoint</Application>
  <PresentationFormat>Widescreen</PresentationFormat>
  <Paragraphs>18</Paragraphs>
  <Slides>5</Slides>
  <Notes>0</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Gill Sans MT</vt:lpstr>
      <vt:lpstr>Gallery</vt:lpstr>
      <vt:lpstr>MENU PRESENTASI</vt:lpstr>
      <vt:lpstr>BAB 1 PENDAHULUAN</vt:lpstr>
      <vt:lpstr>BAB 2 MATERI</vt:lpstr>
      <vt:lpstr>BAB 3 KESIMPULAN</vt:lpstr>
      <vt:lpstr>VIDEO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ONY</dc:creator>
  <cp:lastModifiedBy>ONY</cp:lastModifiedBy>
  <cp:revision>11</cp:revision>
  <dcterms:created xsi:type="dcterms:W3CDTF">2026-06-26T06:36:08Z</dcterms:created>
  <dcterms:modified xsi:type="dcterms:W3CDTF">2026-07-06T15:52:23Z</dcterms:modified>
</cp:coreProperties>
</file>