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F700349-370D-CFA4-24E5-77F4F624ABBF}" name="ONY" initials="O" userId="ONY"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94660"/>
  </p:normalViewPr>
  <p:slideViewPr>
    <p:cSldViewPr snapToGrid="0">
      <p:cViewPr varScale="1">
        <p:scale>
          <a:sx n="64" d="100"/>
          <a:sy n="64" d="100"/>
        </p:scale>
        <p:origin x="97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microsoft.com/office/2018/10/relationships/authors" Target="authors.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934508E-F4F0-45DC-A7F4-4636DDC6725B}" type="datetimeFigureOut">
              <a:rPr lang="id-ID" smtClean="0"/>
              <a:t>14/07/2026</a:t>
            </a:fld>
            <a:endParaRPr lang="id-ID"/>
          </a:p>
        </p:txBody>
      </p:sp>
      <p:sp>
        <p:nvSpPr>
          <p:cNvPr id="5" name="Footer Placeholder 4"/>
          <p:cNvSpPr>
            <a:spLocks noGrp="1"/>
          </p:cNvSpPr>
          <p:nvPr>
            <p:ph type="ftr" sz="quarter" idx="11"/>
          </p:nvPr>
        </p:nvSpPr>
        <p:spPr/>
        <p:txBody>
          <a:bodyPr/>
          <a:lstStyle/>
          <a:p>
            <a:endParaRPr lang="id-ID"/>
          </a:p>
        </p:txBody>
      </p:sp>
      <p:sp>
        <p:nvSpPr>
          <p:cNvPr id="6" name="Slide Number Placeholder 5"/>
          <p:cNvSpPr>
            <a:spLocks noGrp="1"/>
          </p:cNvSpPr>
          <p:nvPr>
            <p:ph type="sldNum" sz="quarter" idx="12"/>
          </p:nvPr>
        </p:nvSpPr>
        <p:spPr/>
        <p:txBody>
          <a:bodyPr/>
          <a:lstStyle/>
          <a:p>
            <a:fld id="{D841BA9F-D2C0-4D2D-9EE5-53682635F28C}" type="slidenum">
              <a:rPr lang="id-ID" smtClean="0"/>
              <a:t>‹#›</a:t>
            </a:fld>
            <a:endParaRPr lang="id-ID"/>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41311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34508E-F4F0-45DC-A7F4-4636DDC6725B}" type="datetimeFigureOut">
              <a:rPr lang="id-ID" smtClean="0"/>
              <a:t>14/07/2026</a:t>
            </a:fld>
            <a:endParaRPr lang="id-ID"/>
          </a:p>
        </p:txBody>
      </p:sp>
      <p:sp>
        <p:nvSpPr>
          <p:cNvPr id="5" name="Footer Placeholder 4"/>
          <p:cNvSpPr>
            <a:spLocks noGrp="1"/>
          </p:cNvSpPr>
          <p:nvPr>
            <p:ph type="ftr" sz="quarter" idx="11"/>
          </p:nvPr>
        </p:nvSpPr>
        <p:spPr/>
        <p:txBody>
          <a:bodyPr/>
          <a:lstStyle/>
          <a:p>
            <a:endParaRPr lang="id-ID"/>
          </a:p>
        </p:txBody>
      </p:sp>
      <p:sp>
        <p:nvSpPr>
          <p:cNvPr id="6" name="Slide Number Placeholder 5"/>
          <p:cNvSpPr>
            <a:spLocks noGrp="1"/>
          </p:cNvSpPr>
          <p:nvPr>
            <p:ph type="sldNum" sz="quarter" idx="12"/>
          </p:nvPr>
        </p:nvSpPr>
        <p:spPr/>
        <p:txBody>
          <a:bodyPr/>
          <a:lstStyle/>
          <a:p>
            <a:fld id="{D841BA9F-D2C0-4D2D-9EE5-53682635F28C}" type="slidenum">
              <a:rPr lang="id-ID" smtClean="0"/>
              <a:t>‹#›</a:t>
            </a:fld>
            <a:endParaRPr lang="id-ID"/>
          </a:p>
        </p:txBody>
      </p:sp>
    </p:spTree>
    <p:extLst>
      <p:ext uri="{BB962C8B-B14F-4D97-AF65-F5344CB8AC3E}">
        <p14:creationId xmlns:p14="http://schemas.microsoft.com/office/powerpoint/2010/main" val="6327757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934508E-F4F0-45DC-A7F4-4636DDC6725B}" type="datetimeFigureOut">
              <a:rPr lang="id-ID" smtClean="0"/>
              <a:t>14/07/2026</a:t>
            </a:fld>
            <a:endParaRPr lang="id-ID"/>
          </a:p>
        </p:txBody>
      </p:sp>
      <p:sp>
        <p:nvSpPr>
          <p:cNvPr id="5" name="Footer Placeholder 4"/>
          <p:cNvSpPr>
            <a:spLocks noGrp="1"/>
          </p:cNvSpPr>
          <p:nvPr>
            <p:ph type="ftr" sz="quarter" idx="11"/>
          </p:nvPr>
        </p:nvSpPr>
        <p:spPr/>
        <p:txBody>
          <a:bodyPr/>
          <a:lstStyle/>
          <a:p>
            <a:endParaRPr lang="id-ID"/>
          </a:p>
        </p:txBody>
      </p:sp>
      <p:sp>
        <p:nvSpPr>
          <p:cNvPr id="6" name="Slide Number Placeholder 5"/>
          <p:cNvSpPr>
            <a:spLocks noGrp="1"/>
          </p:cNvSpPr>
          <p:nvPr>
            <p:ph type="sldNum" sz="quarter" idx="12"/>
          </p:nvPr>
        </p:nvSpPr>
        <p:spPr/>
        <p:txBody>
          <a:bodyPr/>
          <a:lstStyle/>
          <a:p>
            <a:fld id="{D841BA9F-D2C0-4D2D-9EE5-53682635F28C}" type="slidenum">
              <a:rPr lang="id-ID" smtClean="0"/>
              <a:t>‹#›</a:t>
            </a:fld>
            <a:endParaRPr lang="id-ID"/>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264827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934508E-F4F0-45DC-A7F4-4636DDC6725B}" type="datetimeFigureOut">
              <a:rPr lang="id-ID" smtClean="0"/>
              <a:t>14/07/2026</a:t>
            </a:fld>
            <a:endParaRPr lang="id-ID"/>
          </a:p>
        </p:txBody>
      </p:sp>
      <p:sp>
        <p:nvSpPr>
          <p:cNvPr id="6" name="Footer Placeholder 5"/>
          <p:cNvSpPr>
            <a:spLocks noGrp="1"/>
          </p:cNvSpPr>
          <p:nvPr>
            <p:ph type="ftr" sz="quarter" idx="11"/>
          </p:nvPr>
        </p:nvSpPr>
        <p:spPr/>
        <p:txBody>
          <a:bodyPr/>
          <a:lstStyle/>
          <a:p>
            <a:endParaRPr lang="id-ID"/>
          </a:p>
        </p:txBody>
      </p:sp>
      <p:sp>
        <p:nvSpPr>
          <p:cNvPr id="7" name="Slide Number Placeholder 6"/>
          <p:cNvSpPr>
            <a:spLocks noGrp="1"/>
          </p:cNvSpPr>
          <p:nvPr>
            <p:ph type="sldNum" sz="quarter" idx="12"/>
          </p:nvPr>
        </p:nvSpPr>
        <p:spPr/>
        <p:txBody>
          <a:bodyPr/>
          <a:lstStyle/>
          <a:p>
            <a:fld id="{D841BA9F-D2C0-4D2D-9EE5-53682635F28C}" type="slidenum">
              <a:rPr lang="id-ID" smtClean="0"/>
              <a:t>‹#›</a:t>
            </a:fld>
            <a:endParaRPr lang="id-ID"/>
          </a:p>
        </p:txBody>
      </p:sp>
    </p:spTree>
    <p:extLst>
      <p:ext uri="{BB962C8B-B14F-4D97-AF65-F5344CB8AC3E}">
        <p14:creationId xmlns:p14="http://schemas.microsoft.com/office/powerpoint/2010/main" val="1004939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934508E-F4F0-45DC-A7F4-4636DDC6725B}" type="datetimeFigureOut">
              <a:rPr lang="id-ID" smtClean="0"/>
              <a:t>14/07/2026</a:t>
            </a:fld>
            <a:endParaRPr lang="id-ID"/>
          </a:p>
        </p:txBody>
      </p:sp>
      <p:sp>
        <p:nvSpPr>
          <p:cNvPr id="8" name="Footer Placeholder 7"/>
          <p:cNvSpPr>
            <a:spLocks noGrp="1"/>
          </p:cNvSpPr>
          <p:nvPr>
            <p:ph type="ftr" sz="quarter" idx="11"/>
          </p:nvPr>
        </p:nvSpPr>
        <p:spPr/>
        <p:txBody>
          <a:bodyPr/>
          <a:lstStyle/>
          <a:p>
            <a:endParaRPr lang="id-ID"/>
          </a:p>
        </p:txBody>
      </p:sp>
      <p:sp>
        <p:nvSpPr>
          <p:cNvPr id="9" name="Slide Number Placeholder 8"/>
          <p:cNvSpPr>
            <a:spLocks noGrp="1"/>
          </p:cNvSpPr>
          <p:nvPr>
            <p:ph type="sldNum" sz="quarter" idx="12"/>
          </p:nvPr>
        </p:nvSpPr>
        <p:spPr/>
        <p:txBody>
          <a:bodyPr/>
          <a:lstStyle/>
          <a:p>
            <a:fld id="{D841BA9F-D2C0-4D2D-9EE5-53682635F28C}" type="slidenum">
              <a:rPr lang="id-ID" smtClean="0"/>
              <a:t>‹#›</a:t>
            </a:fld>
            <a:endParaRPr lang="id-ID"/>
          </a:p>
        </p:txBody>
      </p:sp>
    </p:spTree>
    <p:extLst>
      <p:ext uri="{BB962C8B-B14F-4D97-AF65-F5344CB8AC3E}">
        <p14:creationId xmlns:p14="http://schemas.microsoft.com/office/powerpoint/2010/main" val="3821045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934508E-F4F0-45DC-A7F4-4636DDC6725B}" type="datetimeFigureOut">
              <a:rPr lang="id-ID" smtClean="0"/>
              <a:t>14/07/2026</a:t>
            </a:fld>
            <a:endParaRPr lang="id-ID"/>
          </a:p>
        </p:txBody>
      </p:sp>
      <p:sp>
        <p:nvSpPr>
          <p:cNvPr id="4" name="Footer Placeholder 3"/>
          <p:cNvSpPr>
            <a:spLocks noGrp="1"/>
          </p:cNvSpPr>
          <p:nvPr>
            <p:ph type="ftr" sz="quarter" idx="11"/>
          </p:nvPr>
        </p:nvSpPr>
        <p:spPr/>
        <p:txBody>
          <a:bodyPr/>
          <a:lstStyle/>
          <a:p>
            <a:endParaRPr lang="id-ID"/>
          </a:p>
        </p:txBody>
      </p:sp>
      <p:sp>
        <p:nvSpPr>
          <p:cNvPr id="5" name="Slide Number Placeholder 4"/>
          <p:cNvSpPr>
            <a:spLocks noGrp="1"/>
          </p:cNvSpPr>
          <p:nvPr>
            <p:ph type="sldNum" sz="quarter" idx="12"/>
          </p:nvPr>
        </p:nvSpPr>
        <p:spPr/>
        <p:txBody>
          <a:bodyPr/>
          <a:lstStyle/>
          <a:p>
            <a:fld id="{D841BA9F-D2C0-4D2D-9EE5-53682635F28C}" type="slidenum">
              <a:rPr lang="id-ID" smtClean="0"/>
              <a:t>‹#›</a:t>
            </a:fld>
            <a:endParaRPr lang="id-ID"/>
          </a:p>
        </p:txBody>
      </p:sp>
    </p:spTree>
    <p:extLst>
      <p:ext uri="{BB962C8B-B14F-4D97-AF65-F5344CB8AC3E}">
        <p14:creationId xmlns:p14="http://schemas.microsoft.com/office/powerpoint/2010/main" val="6364431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9934508E-F4F0-45DC-A7F4-4636DDC6725B}" type="datetimeFigureOut">
              <a:rPr lang="id-ID" smtClean="0"/>
              <a:t>14/07/2026</a:t>
            </a:fld>
            <a:endParaRPr lang="id-ID"/>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d-ID"/>
          </a:p>
        </p:txBody>
      </p:sp>
      <p:sp>
        <p:nvSpPr>
          <p:cNvPr id="9" name="Slide Number Placeholder 8"/>
          <p:cNvSpPr>
            <a:spLocks noGrp="1"/>
          </p:cNvSpPr>
          <p:nvPr>
            <p:ph type="sldNum" sz="quarter" idx="12"/>
          </p:nvPr>
        </p:nvSpPr>
        <p:spPr/>
        <p:txBody>
          <a:bodyPr/>
          <a:lstStyle/>
          <a:p>
            <a:fld id="{D841BA9F-D2C0-4D2D-9EE5-53682635F28C}" type="slidenum">
              <a:rPr lang="id-ID" smtClean="0"/>
              <a:t>‹#›</a:t>
            </a:fld>
            <a:endParaRPr lang="id-ID"/>
          </a:p>
        </p:txBody>
      </p:sp>
    </p:spTree>
    <p:extLst>
      <p:ext uri="{BB962C8B-B14F-4D97-AF65-F5344CB8AC3E}">
        <p14:creationId xmlns:p14="http://schemas.microsoft.com/office/powerpoint/2010/main" val="28446432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9934508E-F4F0-45DC-A7F4-4636DDC6725B}" type="datetimeFigureOut">
              <a:rPr lang="id-ID" smtClean="0"/>
              <a:t>14/07/2026</a:t>
            </a:fld>
            <a:endParaRPr lang="id-ID"/>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d-ID"/>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D841BA9F-D2C0-4D2D-9EE5-53682635F28C}" type="slidenum">
              <a:rPr lang="id-ID" smtClean="0"/>
              <a:t>‹#›</a:t>
            </a:fld>
            <a:endParaRPr lang="id-ID"/>
          </a:p>
        </p:txBody>
      </p:sp>
    </p:spTree>
    <p:extLst>
      <p:ext uri="{BB962C8B-B14F-4D97-AF65-F5344CB8AC3E}">
        <p14:creationId xmlns:p14="http://schemas.microsoft.com/office/powerpoint/2010/main" val="3454391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934508E-F4F0-45DC-A7F4-4636DDC6725B}" type="datetimeFigureOut">
              <a:rPr lang="id-ID" smtClean="0"/>
              <a:t>14/07/2026</a:t>
            </a:fld>
            <a:endParaRPr lang="id-ID"/>
          </a:p>
        </p:txBody>
      </p:sp>
      <p:sp>
        <p:nvSpPr>
          <p:cNvPr id="6" name="Footer Placeholder 5"/>
          <p:cNvSpPr>
            <a:spLocks noGrp="1"/>
          </p:cNvSpPr>
          <p:nvPr>
            <p:ph type="ftr" sz="quarter" idx="11"/>
          </p:nvPr>
        </p:nvSpPr>
        <p:spPr/>
        <p:txBody>
          <a:bodyPr/>
          <a:lstStyle/>
          <a:p>
            <a:endParaRPr lang="id-ID"/>
          </a:p>
        </p:txBody>
      </p:sp>
      <p:sp>
        <p:nvSpPr>
          <p:cNvPr id="7" name="Slide Number Placeholder 6"/>
          <p:cNvSpPr>
            <a:spLocks noGrp="1"/>
          </p:cNvSpPr>
          <p:nvPr>
            <p:ph type="sldNum" sz="quarter" idx="12"/>
          </p:nvPr>
        </p:nvSpPr>
        <p:spPr/>
        <p:txBody>
          <a:bodyPr/>
          <a:lstStyle/>
          <a:p>
            <a:fld id="{D841BA9F-D2C0-4D2D-9EE5-53682635F28C}" type="slidenum">
              <a:rPr lang="id-ID" smtClean="0"/>
              <a:t>‹#›</a:t>
            </a:fld>
            <a:endParaRPr lang="id-ID"/>
          </a:p>
        </p:txBody>
      </p:sp>
    </p:spTree>
    <p:extLst>
      <p:ext uri="{BB962C8B-B14F-4D97-AF65-F5344CB8AC3E}">
        <p14:creationId xmlns:p14="http://schemas.microsoft.com/office/powerpoint/2010/main" val="3007091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34508E-F4F0-45DC-A7F4-4636DDC6725B}" type="datetimeFigureOut">
              <a:rPr lang="id-ID" smtClean="0"/>
              <a:t>14/07/2026</a:t>
            </a:fld>
            <a:endParaRPr lang="id-ID"/>
          </a:p>
        </p:txBody>
      </p:sp>
      <p:sp>
        <p:nvSpPr>
          <p:cNvPr id="5" name="Footer Placeholder 4"/>
          <p:cNvSpPr>
            <a:spLocks noGrp="1"/>
          </p:cNvSpPr>
          <p:nvPr>
            <p:ph type="ftr" sz="quarter" idx="11"/>
          </p:nvPr>
        </p:nvSpPr>
        <p:spPr/>
        <p:txBody>
          <a:bodyPr/>
          <a:lstStyle/>
          <a:p>
            <a:endParaRPr lang="id-ID"/>
          </a:p>
        </p:txBody>
      </p:sp>
      <p:sp>
        <p:nvSpPr>
          <p:cNvPr id="6" name="Slide Number Placeholder 5"/>
          <p:cNvSpPr>
            <a:spLocks noGrp="1"/>
          </p:cNvSpPr>
          <p:nvPr>
            <p:ph type="sldNum" sz="quarter" idx="12"/>
          </p:nvPr>
        </p:nvSpPr>
        <p:spPr/>
        <p:txBody>
          <a:bodyPr/>
          <a:lstStyle/>
          <a:p>
            <a:fld id="{D841BA9F-D2C0-4D2D-9EE5-53682635F28C}" type="slidenum">
              <a:rPr lang="id-ID" smtClean="0"/>
              <a:t>‹#›</a:t>
            </a:fld>
            <a:endParaRPr lang="id-ID"/>
          </a:p>
        </p:txBody>
      </p:sp>
    </p:spTree>
    <p:extLst>
      <p:ext uri="{BB962C8B-B14F-4D97-AF65-F5344CB8AC3E}">
        <p14:creationId xmlns:p14="http://schemas.microsoft.com/office/powerpoint/2010/main" val="11958613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934508E-F4F0-45DC-A7F4-4636DDC6725B}" type="datetimeFigureOut">
              <a:rPr lang="id-ID" smtClean="0"/>
              <a:t>14/07/2026</a:t>
            </a:fld>
            <a:endParaRPr lang="id-ID"/>
          </a:p>
        </p:txBody>
      </p:sp>
      <p:sp>
        <p:nvSpPr>
          <p:cNvPr id="5" name="Footer Placeholder 4"/>
          <p:cNvSpPr>
            <a:spLocks noGrp="1"/>
          </p:cNvSpPr>
          <p:nvPr>
            <p:ph type="ftr" sz="quarter" idx="11"/>
          </p:nvPr>
        </p:nvSpPr>
        <p:spPr/>
        <p:txBody>
          <a:bodyPr/>
          <a:lstStyle/>
          <a:p>
            <a:endParaRPr lang="id-ID"/>
          </a:p>
        </p:txBody>
      </p:sp>
      <p:sp>
        <p:nvSpPr>
          <p:cNvPr id="6" name="Slide Number Placeholder 5"/>
          <p:cNvSpPr>
            <a:spLocks noGrp="1"/>
          </p:cNvSpPr>
          <p:nvPr>
            <p:ph type="sldNum" sz="quarter" idx="12"/>
          </p:nvPr>
        </p:nvSpPr>
        <p:spPr/>
        <p:txBody>
          <a:bodyPr/>
          <a:lstStyle/>
          <a:p>
            <a:fld id="{D841BA9F-D2C0-4D2D-9EE5-53682635F28C}" type="slidenum">
              <a:rPr lang="id-ID" smtClean="0"/>
              <a:t>‹#›</a:t>
            </a:fld>
            <a:endParaRPr lang="id-ID"/>
          </a:p>
        </p:txBody>
      </p:sp>
    </p:spTree>
    <p:extLst>
      <p:ext uri="{BB962C8B-B14F-4D97-AF65-F5344CB8AC3E}">
        <p14:creationId xmlns:p14="http://schemas.microsoft.com/office/powerpoint/2010/main" val="32663162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9934508E-F4F0-45DC-A7F4-4636DDC6725B}" type="datetimeFigureOut">
              <a:rPr lang="id-ID" smtClean="0"/>
              <a:t>14/07/2026</a:t>
            </a:fld>
            <a:endParaRPr lang="id-ID"/>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d-ID"/>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D841BA9F-D2C0-4D2D-9EE5-53682635F28C}" type="slidenum">
              <a:rPr lang="id-ID" smtClean="0"/>
              <a:t>‹#›</a:t>
            </a:fld>
            <a:endParaRPr lang="id-ID"/>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95582150"/>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slide" Target="slide2.xml"/><Relationship Id="rId1" Type="http://schemas.openxmlformats.org/officeDocument/2006/relationships/slideLayout" Target="../slideLayouts/slideLayout6.xml"/><Relationship Id="rId4" Type="http://schemas.openxmlformats.org/officeDocument/2006/relationships/slide" Target="slide4.xml"/></Relationships>
</file>

<file path=ppt/slides/_rels/slide2.xml.rels><?xml version="1.0" encoding="UTF-8" standalone="yes"?>
<Relationships xmlns="http://schemas.openxmlformats.org/package/2006/relationships"><Relationship Id="rId2" Type="http://schemas.openxmlformats.org/officeDocument/2006/relationships/slide" Target="slide1.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slide" Target="slide1.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slide" Target="slide1.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6.xml"/><Relationship Id="rId1" Type="http://schemas.openxmlformats.org/officeDocument/2006/relationships/video" Target="https://www.youtube.com/embed/whLgcVO4Gm4?feature=oembe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Title 17">
            <a:extLst>
              <a:ext uri="{FF2B5EF4-FFF2-40B4-BE49-F238E27FC236}">
                <a16:creationId xmlns:a16="http://schemas.microsoft.com/office/drawing/2014/main" id="{47FA8D21-52F2-AB87-4EF8-FC4961DE463F}"/>
              </a:ext>
            </a:extLst>
          </p:cNvPr>
          <p:cNvSpPr>
            <a:spLocks noGrp="1"/>
          </p:cNvSpPr>
          <p:nvPr>
            <p:ph type="title"/>
          </p:nvPr>
        </p:nvSpPr>
        <p:spPr/>
        <p:txBody>
          <a:bodyPr>
            <a:normAutofit/>
          </a:bodyPr>
          <a:lstStyle/>
          <a:p>
            <a:pPr algn="ctr"/>
            <a:r>
              <a:rPr lang="id-ID" sz="4000" b="1" spc="0" dirty="0">
                <a:solidFill>
                  <a:srgbClr val="002060"/>
                </a:solidFill>
                <a:latin typeface="Aptos" panose="020B0004020202020204" pitchFamily="34" charset="0"/>
              </a:rPr>
              <a:t>MENU PRESENTASI</a:t>
            </a:r>
          </a:p>
        </p:txBody>
      </p:sp>
      <p:sp>
        <p:nvSpPr>
          <p:cNvPr id="3" name="Rectangle: Rounded Corners 2">
            <a:hlinkClick r:id="rId2" action="ppaction://hlinksldjump"/>
            <a:extLst>
              <a:ext uri="{FF2B5EF4-FFF2-40B4-BE49-F238E27FC236}">
                <a16:creationId xmlns:a16="http://schemas.microsoft.com/office/drawing/2014/main" id="{0C1B3322-913D-4417-732B-693BFBDB4E3B}"/>
              </a:ext>
            </a:extLst>
          </p:cNvPr>
          <p:cNvSpPr/>
          <p:nvPr/>
        </p:nvSpPr>
        <p:spPr>
          <a:xfrm>
            <a:off x="3220224" y="3037566"/>
            <a:ext cx="1395664" cy="52322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b="1" dirty="0"/>
              <a:t>BAB 1</a:t>
            </a:r>
            <a:endParaRPr lang="id-ID" sz="2400" b="1" dirty="0"/>
          </a:p>
        </p:txBody>
      </p:sp>
      <p:sp>
        <p:nvSpPr>
          <p:cNvPr id="4" name="Rectangle: Rounded Corners 3">
            <a:hlinkClick r:id="rId3" action="ppaction://hlinksldjump"/>
            <a:extLst>
              <a:ext uri="{FF2B5EF4-FFF2-40B4-BE49-F238E27FC236}">
                <a16:creationId xmlns:a16="http://schemas.microsoft.com/office/drawing/2014/main" id="{8EADD27E-7D3E-F31C-CA2C-E733ED8DF8F5}"/>
              </a:ext>
            </a:extLst>
          </p:cNvPr>
          <p:cNvSpPr/>
          <p:nvPr/>
        </p:nvSpPr>
        <p:spPr>
          <a:xfrm>
            <a:off x="5398168" y="3037566"/>
            <a:ext cx="1395664" cy="52322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b="1" dirty="0"/>
              <a:t>BAB 2</a:t>
            </a:r>
            <a:endParaRPr lang="id-ID" sz="2400" b="1" dirty="0"/>
          </a:p>
        </p:txBody>
      </p:sp>
      <p:sp>
        <p:nvSpPr>
          <p:cNvPr id="5" name="Rectangle: Rounded Corners 4">
            <a:hlinkClick r:id="rId4" action="ppaction://hlinksldjump"/>
            <a:extLst>
              <a:ext uri="{FF2B5EF4-FFF2-40B4-BE49-F238E27FC236}">
                <a16:creationId xmlns:a16="http://schemas.microsoft.com/office/drawing/2014/main" id="{B635B04E-93F6-A62A-A882-AB42E21A6CD3}"/>
              </a:ext>
            </a:extLst>
          </p:cNvPr>
          <p:cNvSpPr/>
          <p:nvPr/>
        </p:nvSpPr>
        <p:spPr>
          <a:xfrm>
            <a:off x="7576112" y="3037566"/>
            <a:ext cx="1395664" cy="523220"/>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b="1" dirty="0"/>
              <a:t>BAB 3</a:t>
            </a:r>
            <a:endParaRPr lang="id-ID" sz="2400" b="1" dirty="0"/>
          </a:p>
        </p:txBody>
      </p:sp>
    </p:spTree>
    <p:extLst>
      <p:ext uri="{BB962C8B-B14F-4D97-AF65-F5344CB8AC3E}">
        <p14:creationId xmlns:p14="http://schemas.microsoft.com/office/powerpoint/2010/main" val="37040145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B5EBE-98F9-5B2D-4910-15571BEEEF17}"/>
              </a:ext>
            </a:extLst>
          </p:cNvPr>
          <p:cNvSpPr>
            <a:spLocks noGrp="1"/>
          </p:cNvSpPr>
          <p:nvPr>
            <p:ph type="title"/>
          </p:nvPr>
        </p:nvSpPr>
        <p:spPr/>
        <p:txBody>
          <a:bodyPr>
            <a:normAutofit/>
          </a:bodyPr>
          <a:lstStyle/>
          <a:p>
            <a:pPr algn="ctr"/>
            <a:r>
              <a:rPr lang="id-ID"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BAB 1</a:t>
            </a:r>
            <a:br>
              <a:rPr lang="en-US"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br>
            <a:r>
              <a:rPr lang="id-ID"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PENDAHULUAN</a:t>
            </a:r>
          </a:p>
        </p:txBody>
      </p:sp>
      <p:sp>
        <p:nvSpPr>
          <p:cNvPr id="5" name="Action Button: Go Home 4">
            <a:hlinkClick r:id="rId2" action="ppaction://hlinksldjump"/>
            <a:extLst>
              <a:ext uri="{FF2B5EF4-FFF2-40B4-BE49-F238E27FC236}">
                <a16:creationId xmlns:a16="http://schemas.microsoft.com/office/drawing/2014/main" id="{D3DC79DE-9C63-E570-2CD0-50AC04C6B319}"/>
              </a:ext>
            </a:extLst>
          </p:cNvPr>
          <p:cNvSpPr/>
          <p:nvPr/>
        </p:nvSpPr>
        <p:spPr>
          <a:xfrm>
            <a:off x="10615680" y="5347404"/>
            <a:ext cx="540000" cy="540000"/>
          </a:xfrm>
          <a:prstGeom prst="actionButtonHom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d-ID"/>
          </a:p>
        </p:txBody>
      </p:sp>
      <p:sp>
        <p:nvSpPr>
          <p:cNvPr id="6" name="TextBox 5">
            <a:extLst>
              <a:ext uri="{FF2B5EF4-FFF2-40B4-BE49-F238E27FC236}">
                <a16:creationId xmlns:a16="http://schemas.microsoft.com/office/drawing/2014/main" id="{A726769E-34AE-2FEE-008A-F244E497CC28}"/>
              </a:ext>
            </a:extLst>
          </p:cNvPr>
          <p:cNvSpPr txBox="1"/>
          <p:nvPr/>
        </p:nvSpPr>
        <p:spPr>
          <a:xfrm>
            <a:off x="1451579" y="2203554"/>
            <a:ext cx="9603275" cy="2677656"/>
          </a:xfrm>
          <a:prstGeom prst="rect">
            <a:avLst/>
          </a:prstGeom>
          <a:noFill/>
        </p:spPr>
        <p:txBody>
          <a:bodyPr wrap="square" rtlCol="0">
            <a:spAutoFit/>
          </a:bodyPr>
          <a:lstStyle/>
          <a:p>
            <a:r>
              <a:rPr lang="id-ID" sz="1400" dirty="0"/>
              <a:t>Lorem ipsum dolor sit amet, consectetur adipiscing elit. Quisque venenatis ante nibh, in hendrerit neque hendrerit nec. Vivamus mattis pellentesque lectus, vitae condimentum velit aliquam sit amet. Integer risus urna, feugiat a justo vitae, consequat suscipit dui. In ut ornare lectus. Proin vitae lacus pulvinar, fermentum nulla et, pulvinar erat. Donec rutrum tincidunt faucibus. Nam euismod ex eget sapien egestas, in auctor eros pretium. Fusce posuere ultrices lectus at venenatis. Etiam maximus vel velit et fringilla. Vestibulum interdum vulputate nibh, sit amet blandit justo fermentum venenatis. Maecenas mattis pulvinar diam, id imperdiet augue sagittis nec. Suspendisse vitae facilisis nulla. Nam rutrum nisi dolor, a porta sapien porttitor a. Orci varius natoque penatibus et magnis dis parturient montes, nascetur ridiculus mus. Cras sit amet libero porta, ultrices felis vel, dictum leo.</a:t>
            </a:r>
          </a:p>
          <a:p>
            <a:endParaRPr lang="id-ID" sz="1400" dirty="0"/>
          </a:p>
          <a:p>
            <a:r>
              <a:rPr lang="id-ID" sz="1400" dirty="0"/>
              <a:t>Nunc id urna pulvinar, venenatis lorem eu, malesuada nunc. Donec id eros eget augue vulputate pharetra eget non nisi. Praesent vitae hendrerit libero, sed elementum risus. Nam in tellus accumsan augue condimentum lobortis. Sed quis est maximus, tincidunt erat et, posuere neque. In congue, elit eu facilisis porttitor, elit odio dapibus tortor, sollicitudin laoreet lorem libero tincidunt ipsum. Duis eleifend ante eget velit vestibulum malesuada.</a:t>
            </a:r>
          </a:p>
        </p:txBody>
      </p:sp>
    </p:spTree>
    <p:extLst>
      <p:ext uri="{BB962C8B-B14F-4D97-AF65-F5344CB8AC3E}">
        <p14:creationId xmlns:p14="http://schemas.microsoft.com/office/powerpoint/2010/main" val="8749595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D20A1-8A21-C29B-DEB5-FB3813E6489F}"/>
              </a:ext>
            </a:extLst>
          </p:cNvPr>
          <p:cNvSpPr>
            <a:spLocks noGrp="1"/>
          </p:cNvSpPr>
          <p:nvPr>
            <p:ph type="title"/>
          </p:nvPr>
        </p:nvSpPr>
        <p:spPr/>
        <p:txBody>
          <a:bodyPr>
            <a:normAutofit/>
          </a:bodyPr>
          <a:lstStyle/>
          <a:p>
            <a:pPr algn="ctr"/>
            <a:r>
              <a:rPr lang="id-ID"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BAB 2</a:t>
            </a:r>
            <a:br>
              <a:rPr lang="en-US"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br>
            <a:r>
              <a:rPr lang="id-ID"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MATERI</a:t>
            </a:r>
          </a:p>
        </p:txBody>
      </p:sp>
      <p:sp>
        <p:nvSpPr>
          <p:cNvPr id="9" name="TextBox 8">
            <a:extLst>
              <a:ext uri="{FF2B5EF4-FFF2-40B4-BE49-F238E27FC236}">
                <a16:creationId xmlns:a16="http://schemas.microsoft.com/office/drawing/2014/main" id="{DB9B9BAB-D4E0-0551-989E-0DFF8CAECD99}"/>
              </a:ext>
            </a:extLst>
          </p:cNvPr>
          <p:cNvSpPr txBox="1"/>
          <p:nvPr/>
        </p:nvSpPr>
        <p:spPr>
          <a:xfrm>
            <a:off x="1451579" y="2203554"/>
            <a:ext cx="9603275" cy="2677656"/>
          </a:xfrm>
          <a:prstGeom prst="rect">
            <a:avLst/>
          </a:prstGeom>
          <a:noFill/>
        </p:spPr>
        <p:txBody>
          <a:bodyPr wrap="square" rtlCol="0">
            <a:spAutoFit/>
          </a:bodyPr>
          <a:lstStyle/>
          <a:p>
            <a:r>
              <a:rPr lang="id-ID" sz="1400" dirty="0"/>
              <a:t>Lorem ipsum dolor sit amet, consectetur adipiscing elit. Quisque venenatis ante nibh, in hendrerit neque hendrerit nec. Vivamus mattis pellentesque lectus, vitae condimentum velit aliquam sit amet. Integer risus urna, feugiat a justo vitae, consequat suscipit dui. In ut ornare lectus. Proin vitae lacus pulvinar, fermentum nulla et, pulvinar erat. Donec rutrum tincidunt faucibus. Nam euismod ex eget sapien egestas, in auctor eros pretium. Fusce posuere ultrices lectus at venenatis. Etiam maximus vel velit et fringilla. Vestibulum interdum vulputate nibh, sit amet blandit justo fermentum venenatis. Maecenas mattis pulvinar diam, id imperdiet augue sagittis nec. Suspendisse vitae facilisis nulla. Nam rutrum nisi dolor, a porta sapien porttitor a. Orci varius natoque penatibus et magnis dis parturient montes, nascetur ridiculus mus. Cras sit amet libero porta, ultrices felis vel, dictum leo.</a:t>
            </a:r>
          </a:p>
          <a:p>
            <a:endParaRPr lang="id-ID" sz="1400" dirty="0"/>
          </a:p>
          <a:p>
            <a:r>
              <a:rPr lang="id-ID" sz="1400" dirty="0"/>
              <a:t>Nunc id urna pulvinar, venenatis lorem eu, malesuada nunc. Donec id eros eget augue vulputate pharetra eget non nisi. Praesent vitae hendrerit libero, sed elementum risus. Nam in tellus accumsan augue condimentum lobortis. Sed quis est maximus, tincidunt erat et, posuere neque. In congue, elit eu facilisis porttitor, elit odio dapibus tortor, sollicitudin laoreet lorem libero tincidunt ipsum. Duis eleifend ante eget velit vestibulum malesuada.</a:t>
            </a:r>
          </a:p>
        </p:txBody>
      </p:sp>
      <p:sp>
        <p:nvSpPr>
          <p:cNvPr id="4" name="Action Button: Go Home 3">
            <a:hlinkClick r:id="rId2" action="ppaction://hlinksldjump" highlightClick="1"/>
            <a:extLst>
              <a:ext uri="{FF2B5EF4-FFF2-40B4-BE49-F238E27FC236}">
                <a16:creationId xmlns:a16="http://schemas.microsoft.com/office/drawing/2014/main" id="{CBE344A6-13FA-769F-8FBC-97745E589CF2}"/>
              </a:ext>
            </a:extLst>
          </p:cNvPr>
          <p:cNvSpPr/>
          <p:nvPr/>
        </p:nvSpPr>
        <p:spPr>
          <a:xfrm>
            <a:off x="10615680" y="5347404"/>
            <a:ext cx="540000" cy="540000"/>
          </a:xfrm>
          <a:prstGeom prst="actionButtonHom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d-ID"/>
          </a:p>
        </p:txBody>
      </p:sp>
    </p:spTree>
    <p:extLst>
      <p:ext uri="{BB962C8B-B14F-4D97-AF65-F5344CB8AC3E}">
        <p14:creationId xmlns:p14="http://schemas.microsoft.com/office/powerpoint/2010/main" val="2562387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F1B54-9F69-0FB7-C74C-C2B75F2DA746}"/>
              </a:ext>
            </a:extLst>
          </p:cNvPr>
          <p:cNvSpPr>
            <a:spLocks noGrp="1"/>
          </p:cNvSpPr>
          <p:nvPr>
            <p:ph type="title"/>
          </p:nvPr>
        </p:nvSpPr>
        <p:spPr/>
        <p:txBody>
          <a:bodyPr>
            <a:normAutofit/>
          </a:bodyPr>
          <a:lstStyle/>
          <a:p>
            <a:pPr algn="ctr"/>
            <a:r>
              <a:rPr lang="id-ID"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BAB 3</a:t>
            </a:r>
            <a:br>
              <a:rPr lang="en-US"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br>
            <a:r>
              <a:rPr lang="id-ID"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KESIMPULAN</a:t>
            </a:r>
          </a:p>
        </p:txBody>
      </p:sp>
      <p:sp>
        <p:nvSpPr>
          <p:cNvPr id="9" name="TextBox 8">
            <a:extLst>
              <a:ext uri="{FF2B5EF4-FFF2-40B4-BE49-F238E27FC236}">
                <a16:creationId xmlns:a16="http://schemas.microsoft.com/office/drawing/2014/main" id="{EDD36F41-1F6A-9D2E-D46E-F58908B5BF79}"/>
              </a:ext>
            </a:extLst>
          </p:cNvPr>
          <p:cNvSpPr txBox="1"/>
          <p:nvPr/>
        </p:nvSpPr>
        <p:spPr>
          <a:xfrm>
            <a:off x="1451579" y="2203554"/>
            <a:ext cx="9603275" cy="2677656"/>
          </a:xfrm>
          <a:prstGeom prst="rect">
            <a:avLst/>
          </a:prstGeom>
          <a:noFill/>
        </p:spPr>
        <p:txBody>
          <a:bodyPr wrap="square" rtlCol="0">
            <a:spAutoFit/>
          </a:bodyPr>
          <a:lstStyle/>
          <a:p>
            <a:r>
              <a:rPr lang="id-ID" sz="1400" dirty="0"/>
              <a:t>Lorem ipsum dolor sit amet, consectetur adipiscing elit. Quisque venenatis ante nibh, in hendrerit neque hendrerit nec. Vivamus mattis pellentesque lectus, vitae condimentum velit aliquam sit amet. Integer risus urna, feugiat a justo vitae, consequat suscipit dui. In ut ornare lectus. Proin vitae lacus pulvinar, fermentum nulla et, pulvinar erat. Donec rutrum tincidunt faucibus. Nam euismod ex eget sapien egestas, in auctor eros pretium. Fusce posuere ultrices lectus at venenatis. Etiam maximus vel velit et fringilla. Vestibulum interdum vulputate nibh, sit amet blandit justo fermentum venenatis. Maecenas mattis pulvinar diam, id imperdiet augue sagittis nec. Suspendisse vitae facilisis nulla. Nam rutrum nisi dolor, a porta sapien porttitor a. Orci varius natoque penatibus et magnis dis parturient montes, nascetur ridiculus mus. Cras sit amet libero porta, ultrices felis vel, dictum leo.</a:t>
            </a:r>
          </a:p>
          <a:p>
            <a:endParaRPr lang="id-ID" sz="1400" dirty="0"/>
          </a:p>
          <a:p>
            <a:r>
              <a:rPr lang="id-ID" sz="1400" dirty="0"/>
              <a:t>Nunc id urna pulvinar, venenatis lorem eu, malesuada nunc. Donec id eros eget augue vulputate pharetra eget non nisi. Praesent vitae hendrerit libero, sed elementum risus. Nam in tellus accumsan augue condimentum lobortis. Sed quis est maximus, tincidunt erat et, posuere neque. In congue, elit eu facilisis porttitor, elit odio dapibus tortor, sollicitudin laoreet lorem libero tincidunt ipsum. Duis eleifend ante eget velit vestibulum malesuada.</a:t>
            </a:r>
          </a:p>
        </p:txBody>
      </p:sp>
      <p:sp>
        <p:nvSpPr>
          <p:cNvPr id="4" name="Action Button: Go Home 3">
            <a:hlinkClick r:id="rId2" action="ppaction://hlinksldjump" highlightClick="1"/>
            <a:extLst>
              <a:ext uri="{FF2B5EF4-FFF2-40B4-BE49-F238E27FC236}">
                <a16:creationId xmlns:a16="http://schemas.microsoft.com/office/drawing/2014/main" id="{A791A0C2-74BC-0276-4336-4B2572D4B1BA}"/>
              </a:ext>
            </a:extLst>
          </p:cNvPr>
          <p:cNvSpPr/>
          <p:nvPr/>
        </p:nvSpPr>
        <p:spPr>
          <a:xfrm>
            <a:off x="10615680" y="5347404"/>
            <a:ext cx="540000" cy="540000"/>
          </a:xfrm>
          <a:prstGeom prst="actionButtonHom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d-ID"/>
          </a:p>
        </p:txBody>
      </p:sp>
    </p:spTree>
    <p:extLst>
      <p:ext uri="{BB962C8B-B14F-4D97-AF65-F5344CB8AC3E}">
        <p14:creationId xmlns:p14="http://schemas.microsoft.com/office/powerpoint/2010/main" val="25703254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A63CF2-5458-7AAD-F356-9324435D19DF}"/>
              </a:ext>
            </a:extLst>
          </p:cNvPr>
          <p:cNvSpPr>
            <a:spLocks noGrp="1"/>
          </p:cNvSpPr>
          <p:nvPr>
            <p:ph type="title"/>
          </p:nvPr>
        </p:nvSpPr>
        <p:spPr/>
        <p:txBody>
          <a:bodyPr>
            <a:normAutofit/>
          </a:bodyPr>
          <a:lstStyle/>
          <a:p>
            <a:pPr algn="ctr"/>
            <a:r>
              <a:rPr lang="id-ID" sz="4000" b="1" dirty="0">
                <a:ln w="0"/>
                <a:solidFill>
                  <a:schemeClr val="accent1"/>
                </a:solidFill>
                <a:effectLst>
                  <a:outerShdw blurRad="38100" dist="25400" dir="5400000" algn="ctr" rotWithShape="0">
                    <a:srgbClr val="6E747A">
                      <a:alpha val="43000"/>
                    </a:srgbClr>
                  </a:outerShdw>
                </a:effectLst>
                <a:latin typeface="Aptos" panose="020B0004020202020204" pitchFamily="34" charset="0"/>
              </a:rPr>
              <a:t>VIDEO</a:t>
            </a:r>
          </a:p>
        </p:txBody>
      </p:sp>
      <p:pic>
        <p:nvPicPr>
          <p:cNvPr id="4" name="Online Media 3" title="Teks diatas background gambar">
            <a:hlinkClick r:id="" action="ppaction://media"/>
            <a:extLst>
              <a:ext uri="{FF2B5EF4-FFF2-40B4-BE49-F238E27FC236}">
                <a16:creationId xmlns:a16="http://schemas.microsoft.com/office/drawing/2014/main" id="{8E6D19C8-031E-34B5-2E66-F0D9037D199C}"/>
              </a:ext>
            </a:extLst>
          </p:cNvPr>
          <p:cNvPicPr>
            <a:picLocks noRot="1" noChangeAspect="1"/>
          </p:cNvPicPr>
          <p:nvPr>
            <a:videoFile r:link="rId1"/>
          </p:nvPr>
        </p:nvPicPr>
        <p:blipFill>
          <a:blip r:embed="rId3"/>
          <a:stretch>
            <a:fillRect/>
          </a:stretch>
        </p:blipFill>
        <p:spPr>
          <a:xfrm>
            <a:off x="2454592" y="1971206"/>
            <a:ext cx="7282816" cy="4114800"/>
          </a:xfrm>
          <a:prstGeom prst="rect">
            <a:avLst/>
          </a:prstGeom>
        </p:spPr>
      </p:pic>
    </p:spTree>
    <p:extLst>
      <p:ext uri="{BB962C8B-B14F-4D97-AF65-F5344CB8AC3E}">
        <p14:creationId xmlns:p14="http://schemas.microsoft.com/office/powerpoint/2010/main" val="3672750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217</TotalTime>
  <Words>741</Words>
  <Application>Microsoft Office PowerPoint</Application>
  <PresentationFormat>Widescreen</PresentationFormat>
  <Paragraphs>17</Paragraphs>
  <Slides>5</Slides>
  <Notes>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Calibri</vt:lpstr>
      <vt:lpstr>Calibri Light</vt:lpstr>
      <vt:lpstr>Retrospect</vt:lpstr>
      <vt:lpstr>MENU PRESENTASI</vt:lpstr>
      <vt:lpstr>BAB 1 PENDAHULUAN</vt:lpstr>
      <vt:lpstr>BAB 2 MATERI</vt:lpstr>
      <vt:lpstr>BAB 3 KESIMPULAN</vt:lpstr>
      <vt:lpstr>VIDEO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ONY</dc:creator>
  <cp:lastModifiedBy>ONY</cp:lastModifiedBy>
  <cp:revision>16</cp:revision>
  <dcterms:created xsi:type="dcterms:W3CDTF">2026-06-26T06:36:08Z</dcterms:created>
  <dcterms:modified xsi:type="dcterms:W3CDTF">2026-07-14T04:01:08Z</dcterms:modified>
</cp:coreProperties>
</file>