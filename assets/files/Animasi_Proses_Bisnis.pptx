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5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E453A-7DA0-2FE2-6D57-E5351554C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850A7-C252-317A-A36E-37F54EDD4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B97CE-6024-2819-7787-B7152E8D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3B2D84-A5FE-9183-0D97-CAFB5E3B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35B46-0665-2DCD-1193-4834A112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7402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1AE91-378B-1ED6-B6A8-C0D8058E3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C9CDE-2100-DC02-0D0B-5C9A26F4E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544874-0BAD-3E2B-DA27-490C6D14D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429AC-0F2E-B1AF-BC20-79E98A9CE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25D0C-A1DF-85B3-936F-41DD978F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2430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25C34-76F8-7B7B-378B-E2617C4B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CC542-3368-B33E-93EE-63E1A2108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40804C-2A8D-D09F-42C2-4ADFF5C0B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C268FB-8192-08FA-93C5-C82253B24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960F-3F89-67F1-77F9-EE603988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054303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9EF65-3E2F-8473-98D2-3E9B77A34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297D0-E3BE-AC24-EAF0-6EA339A0F7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CEDE2-B518-179A-9B8B-DDE6F7EC3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803D6A-028F-FF85-A323-16758E05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9866A-C22B-E669-45AD-35B397460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0D33C8-E5DF-E0D8-D056-6524D5DF7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81680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2AAE-B865-4FAF-BD90-3CF8047B0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05AC8-8F6B-026E-CEDA-876DCEC53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866532-ADD3-61D0-D843-9796E25E3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E445AB-19C4-2D1B-C499-C41FC53DC3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D9BA1-313E-7954-3A0E-1891D67A5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0E5396-DAF6-E5D9-EC12-CB7B810A3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B1F78-161E-7FD6-DA68-8B1832CD41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5CF541-3F47-201C-AA06-72421C2B3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05547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E8827-7A4E-7241-9823-2B17DD94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8C9C8-1612-2731-F654-6C27C2B93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66A5E-0107-9EC9-F8C9-59C80EE54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E782C-7B79-3B15-117B-6239E04BA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991128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EAA02-7784-14F3-7E77-22A4D83EA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D177F-35B9-5BB0-BBF0-413FC689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3F67C6-EF3B-863B-359C-39828E16E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5534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4F08-2409-4327-5701-9AB04A7F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E749C-0EDC-D8C1-1CDF-20164A390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0A2998-1D71-CD3F-DDBF-E1B853A2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8E2AFC-B484-E3AC-2FC7-0F7A22E58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095369-9582-3BE3-1881-78B0E2D9E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31E2B-1AC1-120A-0F70-04731F44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460446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DADF-981D-7F48-482B-D358A2DFC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7557D0-94CD-4656-34BF-5F202B868E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0A9E79-86F2-3C1F-CE36-CE15D3ED2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448B2E-A6E2-96A1-F59B-56F455B74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A67DE-834D-A8D3-54D0-1AF6644DB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19B86-891F-EA70-EFFF-BA49D203B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66231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2DF01-EB22-CABA-3B3C-7956F7623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247CD6-7464-47CF-77C7-7DE943D35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80206-88E0-98C2-4569-DA73312C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ED72A-D3BA-4CDA-4B01-ABD12FE7B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C3006-50E4-00B5-72B2-1242BB7D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2345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5A37C-E36C-55F2-A680-2823F4563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712F5-3C49-B731-8F34-E8AB99D80C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D6414-4A6C-8B33-3C19-E4FF01224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4B3D9-CFA2-E298-9BB5-08F0A806D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E16F4-47CD-7C2B-7C03-F214CD19D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86630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2DAF98-CBD3-7B0C-146D-339AB0D8A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8098B1-26FA-40CF-DF8A-B1934184D7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027352-398D-FC62-9B7A-BDF5E7D4B6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1E57C9-2898-4A86-BD65-A6AADA69DC43}" type="datetimeFigureOut">
              <a:rPr lang="id-ID" smtClean="0"/>
              <a:t>14/07/2026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DC441-A2CA-6BBB-7DC7-ECDA5EC8A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4EF28-21FE-169B-AF57-79138FF6E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BCEDC-FE0E-414F-8D37-A32F8FC22AC3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508643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E38A4-229F-5773-C08B-4EED05001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76AA8A-B29B-BB25-8585-A857AF75BDE3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id-ID" sz="4000" b="1" dirty="0">
                <a:solidFill>
                  <a:srgbClr val="002060"/>
                </a:solidFill>
                <a:latin typeface="+mj-lt"/>
              </a:rPr>
              <a:t>PROSES BISNIS ANIMASI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73981D-C267-C3EB-4B18-46620D9E324C}"/>
              </a:ext>
            </a:extLst>
          </p:cNvPr>
          <p:cNvSpPr/>
          <p:nvPr/>
        </p:nvSpPr>
        <p:spPr>
          <a:xfrm>
            <a:off x="-2068641" y="2998032"/>
            <a:ext cx="1933731" cy="86943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2000" b="1" dirty="0">
                <a:solidFill>
                  <a:srgbClr val="002060"/>
                </a:solidFill>
              </a:rPr>
              <a:t>PROSPEK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E8DE3FC-46E9-A644-E24A-ACBB809C1106}"/>
              </a:ext>
            </a:extLst>
          </p:cNvPr>
          <p:cNvSpPr/>
          <p:nvPr/>
        </p:nvSpPr>
        <p:spPr>
          <a:xfrm>
            <a:off x="6488658" y="2998032"/>
            <a:ext cx="1933731" cy="86943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2000" b="1" dirty="0">
                <a:solidFill>
                  <a:srgbClr val="002060"/>
                </a:solidFill>
              </a:rPr>
              <a:t>NEGOSIASI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9DD797-FDAF-E2AA-E5E1-392A3120B1F7}"/>
              </a:ext>
            </a:extLst>
          </p:cNvPr>
          <p:cNvSpPr/>
          <p:nvPr/>
        </p:nvSpPr>
        <p:spPr>
          <a:xfrm>
            <a:off x="3663429" y="2998032"/>
            <a:ext cx="1933731" cy="86943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2000" b="1" dirty="0">
                <a:solidFill>
                  <a:srgbClr val="002060"/>
                </a:solidFill>
              </a:rPr>
              <a:t>PENAWARAN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4EAED2B-3038-4019-34C1-7FEE657B87A1}"/>
              </a:ext>
            </a:extLst>
          </p:cNvPr>
          <p:cNvSpPr/>
          <p:nvPr/>
        </p:nvSpPr>
        <p:spPr>
          <a:xfrm>
            <a:off x="9313889" y="2998032"/>
            <a:ext cx="1933731" cy="869430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sz="2000" b="1" dirty="0">
                <a:solidFill>
                  <a:srgbClr val="002060"/>
                </a:solidFill>
              </a:rPr>
              <a:t>DEAL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FAF2313-E296-E5E0-46BC-E0CA31EE06E8}"/>
              </a:ext>
            </a:extLst>
          </p:cNvPr>
          <p:cNvSpPr/>
          <p:nvPr/>
        </p:nvSpPr>
        <p:spPr>
          <a:xfrm>
            <a:off x="3015313" y="3104837"/>
            <a:ext cx="404734" cy="655820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sz="2000" b="1">
              <a:solidFill>
                <a:srgbClr val="002060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BB1BB413-63C3-9831-E788-E71EFF5AE899}"/>
              </a:ext>
            </a:extLst>
          </p:cNvPr>
          <p:cNvSpPr/>
          <p:nvPr/>
        </p:nvSpPr>
        <p:spPr>
          <a:xfrm>
            <a:off x="5840542" y="3104837"/>
            <a:ext cx="404734" cy="655820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sz="2000" b="1">
              <a:solidFill>
                <a:srgbClr val="002060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FA42955-E6C5-D876-5948-48242D66EFD4}"/>
              </a:ext>
            </a:extLst>
          </p:cNvPr>
          <p:cNvSpPr/>
          <p:nvPr/>
        </p:nvSpPr>
        <p:spPr>
          <a:xfrm>
            <a:off x="8665771" y="3104837"/>
            <a:ext cx="404734" cy="655820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d-ID" sz="2000" b="1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955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2.96296E-6 L 0.22305 -0.0004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4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autoRev="1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1000" fill="hold"/>
                                        <p:tgtEl>
                                          <p:spTgt spid="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9" grpId="1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Warna Profil Perusahaan">
      <a:dk1>
        <a:srgbClr val="333333"/>
      </a:dk1>
      <a:lt1>
        <a:srgbClr val="FFFFFF"/>
      </a:lt1>
      <a:dk2>
        <a:srgbClr val="005A9E"/>
      </a:dk2>
      <a:lt2>
        <a:srgbClr val="F2F2F2"/>
      </a:lt2>
      <a:accent1>
        <a:srgbClr val="005A9E"/>
      </a:accent1>
      <a:accent2>
        <a:srgbClr val="F39C12"/>
      </a:accent2>
      <a:accent3>
        <a:srgbClr val="555555"/>
      </a:accent3>
      <a:accent4>
        <a:srgbClr val="6C757D"/>
      </a:accent4>
      <a:accent5>
        <a:srgbClr val="198754"/>
      </a:accent5>
      <a:accent6>
        <a:srgbClr val="DC3545"/>
      </a:accent6>
      <a:hlink>
        <a:srgbClr val="0D6EFD"/>
      </a:hlink>
      <a:folHlink>
        <a:srgbClr val="6F42C1"/>
      </a:folHlink>
    </a:clrScheme>
    <a:fontScheme name="Font Profil Perusahaan">
      <a:majorFont>
        <a:latin typeface="Aptos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7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PROSES BISNIS ANIMASI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11</cp:revision>
  <dcterms:created xsi:type="dcterms:W3CDTF">2026-06-27T01:48:04Z</dcterms:created>
  <dcterms:modified xsi:type="dcterms:W3CDTF">2026-07-14T06:43:18Z</dcterms:modified>
</cp:coreProperties>
</file>