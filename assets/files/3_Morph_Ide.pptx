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id-ID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5555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78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18A9CE-F193-3A35-66C8-D27D8AE20D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36681BE-D08D-00BB-C8E1-6DC6D03E53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id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406F0E-E446-1543-658A-319F742C89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1963D1-593A-43BF-8347-20539A7EE1EC}" type="datetimeFigureOut">
              <a:rPr lang="id-ID" smtClean="0"/>
              <a:t>15/07/2026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71A852-E317-6B46-2B6F-60E689C9A2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0D111F-5137-29F9-20FF-259DEB199E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86C5A5-18D4-4278-8F18-A6DEB4D1F1F4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8804116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AC1438-C72E-365E-5188-330225D2A9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28EB70-A071-4A6A-4F3B-B22F9444DC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14EBC4-8D18-F107-BBB1-4A7E2B4F95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1963D1-593A-43BF-8347-20539A7EE1EC}" type="datetimeFigureOut">
              <a:rPr lang="id-ID" smtClean="0"/>
              <a:t>15/07/2026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AA2F65-6A0D-58CB-0AEA-DDC2ACBFA7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12E2B9-5CC8-E969-2BD5-4CEA247F5A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86C5A5-18D4-4278-8F18-A6DEB4D1F1F4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41249149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369285-7FDB-ECE6-C837-1DC24C6235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88FFC6-62BE-A1CF-DEAA-0DE9E8219B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1F0E9A-BB37-42FC-B64E-FAC464CF31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1963D1-593A-43BF-8347-20539A7EE1EC}" type="datetimeFigureOut">
              <a:rPr lang="id-ID" smtClean="0"/>
              <a:t>15/07/2026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39923B-2B2A-B4DB-0512-DE0599FF88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2F42D8-CFCE-ACBA-5E67-31B8D08EA3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86C5A5-18D4-4278-8F18-A6DEB4D1F1F4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5114397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8A6206-F759-68B3-9D63-A46A0007E5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79FD7A-C4E8-613A-0C1E-0102C795895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EB5BD7-4D4D-690B-DCA8-6430500EC7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B7AA95-E7D3-90B4-BBB3-199F4250F5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1963D1-593A-43BF-8347-20539A7EE1EC}" type="datetimeFigureOut">
              <a:rPr lang="id-ID" smtClean="0"/>
              <a:t>15/07/2026</a:t>
            </a:fld>
            <a:endParaRPr lang="id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C4CFE6-BD9A-0028-460C-D80ECC3264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9AF2AF-E71A-3911-5BFD-FABF9729DE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86C5A5-18D4-4278-8F18-A6DEB4D1F1F4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5750075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6A242-E885-E01E-2668-26D72ADF18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A6243A-C599-162D-AC64-5A8D7141E4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43C2014-9F62-BB30-AF13-74AA649820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28ACE13-B292-4D8F-AE27-A17DBC87264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B4AC90-3365-CCEE-62DD-D91374D6841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E535BE6-9077-968E-A961-8E311BBABA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1963D1-593A-43BF-8347-20539A7EE1EC}" type="datetimeFigureOut">
              <a:rPr lang="id-ID" smtClean="0"/>
              <a:t>15/07/2026</a:t>
            </a:fld>
            <a:endParaRPr lang="id-ID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DFD11BB-FFE2-48BD-38B0-DB6EB63D43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E89F73E-9DE6-7561-A5AF-9142359A50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86C5A5-18D4-4278-8F18-A6DEB4D1F1F4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4013422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7D88AE-5A7B-5C38-83CB-67181B25B4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EBC6858-FED8-4152-CB4D-847E48CAE0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1963D1-593A-43BF-8347-20539A7EE1EC}" type="datetimeFigureOut">
              <a:rPr lang="id-ID" smtClean="0"/>
              <a:t>15/07/2026</a:t>
            </a:fld>
            <a:endParaRPr lang="id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058382C-68A2-686F-D8BA-BFDFE0369A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1C638A-13F5-338B-0601-31171CFF38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86C5A5-18D4-4278-8F18-A6DEB4D1F1F4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2946350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F7C3613-DF33-A31E-C9A5-09437737C7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1963D1-593A-43BF-8347-20539A7EE1EC}" type="datetimeFigureOut">
              <a:rPr lang="id-ID" smtClean="0"/>
              <a:t>15/07/2026</a:t>
            </a:fld>
            <a:endParaRPr lang="id-ID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17B58F1-00FE-0884-84E1-B08B10CE9B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3B0857-69D3-7B6F-95F9-F24865AC48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86C5A5-18D4-4278-8F18-A6DEB4D1F1F4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3635789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60FB10-84F1-E591-90EA-A388C94D16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014CB9-39C9-0268-D6E0-4680BC667A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2B0165-3FAD-C246-B5EE-7D81DC95E7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B4828E-7342-ACB8-17BC-EE42C01CF2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1963D1-593A-43BF-8347-20539A7EE1EC}" type="datetimeFigureOut">
              <a:rPr lang="id-ID" smtClean="0"/>
              <a:t>15/07/2026</a:t>
            </a:fld>
            <a:endParaRPr lang="id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9DBCA6-8773-9C54-60D3-1E353991F4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FFBBD5-4ED7-0B5A-AB8F-5EE7DB3DDF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86C5A5-18D4-4278-8F18-A6DEB4D1F1F4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8650436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5A4431-7124-D701-786F-BCDA3B95C1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597AD40-99CA-6009-36F8-DF3FFED9C95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d-ID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17C541-8677-0CB7-9764-FBB65F3E90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E44702-CB77-261D-BE37-FCA8D98319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1963D1-593A-43BF-8347-20539A7EE1EC}" type="datetimeFigureOut">
              <a:rPr lang="id-ID" smtClean="0"/>
              <a:t>15/07/2026</a:t>
            </a:fld>
            <a:endParaRPr lang="id-ID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3299FD-F944-B576-BB15-0C79D459B7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17E000-6A70-0CCD-BF4F-FB40CE8C74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86C5A5-18D4-4278-8F18-A6DEB4D1F1F4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1759000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99B15A-6DF8-DC7F-31BA-69253CDC44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97E8DB-019C-78E2-8FEF-D111872235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6CB6AD-2F9F-6B51-458E-FC582FBA9F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1963D1-593A-43BF-8347-20539A7EE1EC}" type="datetimeFigureOut">
              <a:rPr lang="id-ID" smtClean="0"/>
              <a:t>15/07/2026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00A8E6-94E5-6638-6637-888F14F521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2DFB38-F8D1-836B-F55B-31F476C6F2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86C5A5-18D4-4278-8F18-A6DEB4D1F1F4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5730354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AE64280-98AB-5D0A-243F-FA8D72913EB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36A8AD4-5885-5CBA-00F9-142A434A85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448894-4EB1-2248-C178-87D6A390D3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1963D1-593A-43BF-8347-20539A7EE1EC}" type="datetimeFigureOut">
              <a:rPr lang="id-ID" smtClean="0"/>
              <a:t>15/07/2026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406142-63C7-8777-84DE-9D408D3D24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4B5FB0-499D-CDF3-9398-BE864724A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86C5A5-18D4-4278-8F18-A6DEB4D1F1F4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8358088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D47D960-FB1F-1450-0189-7182F25CE9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id-ID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729EA3-C992-D4C0-D1A2-7593F01C83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71B107-7303-684A-DC68-2E2AB204734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61963D1-593A-43BF-8347-20539A7EE1EC}" type="datetimeFigureOut">
              <a:rPr lang="id-ID" smtClean="0"/>
              <a:t>15/07/2026</a:t>
            </a:fld>
            <a:endParaRPr lang="id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80AE91-F686-7586-4300-471D5C0529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d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CD6F23-2A2D-FA1B-411C-FFBC6ECE93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286C5A5-18D4-4278-8F18-A6DEB4D1F1F4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6170243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d-ID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6C37F8D-C8DB-ED22-8FD0-EA656F766C73}"/>
              </a:ext>
            </a:extLst>
          </p:cNvPr>
          <p:cNvSpPr txBox="1"/>
          <p:nvPr/>
        </p:nvSpPr>
        <p:spPr>
          <a:xfrm>
            <a:off x="657523" y="500576"/>
            <a:ext cx="2510624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600" b="1" dirty="0">
                <a:solidFill>
                  <a:srgbClr val="002060"/>
                </a:solidFill>
                <a:latin typeface="Arial Black" panose="020B0A04020102020204" pitchFamily="34" charset="0"/>
              </a:rPr>
              <a:t>IDE</a:t>
            </a:r>
            <a:endParaRPr lang="id-ID" sz="9600" b="1" dirty="0">
              <a:solidFill>
                <a:srgbClr val="002060"/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40389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B2DA4A-1B92-F0AD-56FA-075EC729B8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05BF129-519A-2A63-8D8A-CE8F42F11A98}"/>
              </a:ext>
            </a:extLst>
          </p:cNvPr>
          <p:cNvSpPr txBox="1"/>
          <p:nvPr/>
        </p:nvSpPr>
        <p:spPr>
          <a:xfrm>
            <a:off x="10085638" y="425625"/>
            <a:ext cx="105670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solidFill>
                  <a:srgbClr val="7030A0"/>
                </a:solidFill>
                <a:latin typeface="Arial Black" panose="020B0A04020102020204" pitchFamily="34" charset="0"/>
              </a:rPr>
              <a:t>IDE</a:t>
            </a:r>
            <a:endParaRPr lang="id-ID" sz="3600" b="1" dirty="0">
              <a:solidFill>
                <a:srgbClr val="7030A0"/>
              </a:solidFill>
              <a:latin typeface="Arial Black" panose="020B0A040201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6254608-B121-B032-4562-A2A488A15437}"/>
              </a:ext>
            </a:extLst>
          </p:cNvPr>
          <p:cNvSpPr txBox="1"/>
          <p:nvPr/>
        </p:nvSpPr>
        <p:spPr>
          <a:xfrm>
            <a:off x="6471037" y="1071956"/>
            <a:ext cx="467647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id-ID" sz="2000" dirty="0">
                <a:solidFill>
                  <a:srgbClr val="555555"/>
                </a:solidFill>
              </a:rPr>
              <a:t>"Sebuah gagasan yang mengubah dunia"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5DC44E8-5772-5578-4194-AB7062DEDA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64305" y="748790"/>
            <a:ext cx="8747839" cy="5831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07885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9</Words>
  <Application>Microsoft Office PowerPoint</Application>
  <PresentationFormat>Widescreen</PresentationFormat>
  <Paragraphs>3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Arial Black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ONY</dc:creator>
  <cp:lastModifiedBy>ONY</cp:lastModifiedBy>
  <cp:revision>3</cp:revision>
  <dcterms:created xsi:type="dcterms:W3CDTF">2026-06-27T01:58:11Z</dcterms:created>
  <dcterms:modified xsi:type="dcterms:W3CDTF">2026-07-15T01:16:41Z</dcterms:modified>
</cp:coreProperties>
</file>