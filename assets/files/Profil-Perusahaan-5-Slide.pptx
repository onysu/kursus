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BA302D-7849-488F-85E0-E61E59429140}" type="doc">
      <dgm:prSet loTypeId="urn:microsoft.com/office/officeart/2005/8/layout/orgChart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id-ID"/>
        </a:p>
      </dgm:t>
    </dgm:pt>
    <dgm:pt modelId="{3E73C421-6307-4738-8EA6-731E90E02BD9}">
      <dgm:prSet phldrT="[Text]"/>
      <dgm:spPr/>
      <dgm:t>
        <a:bodyPr/>
        <a:lstStyle/>
        <a:p>
          <a:r>
            <a:rPr lang="id-ID" b="0" i="0" dirty="0"/>
            <a:t>Direktur Utama</a:t>
          </a:r>
          <a:endParaRPr lang="id-ID" dirty="0"/>
        </a:p>
      </dgm:t>
    </dgm:pt>
    <dgm:pt modelId="{7A930C57-84A7-4455-96D1-0C3861288398}" type="parTrans" cxnId="{96BB36A5-29A2-4913-96F1-53A628F38CB8}">
      <dgm:prSet/>
      <dgm:spPr/>
      <dgm:t>
        <a:bodyPr/>
        <a:lstStyle/>
        <a:p>
          <a:endParaRPr lang="id-ID"/>
        </a:p>
      </dgm:t>
    </dgm:pt>
    <dgm:pt modelId="{58477D8B-2D48-4177-B1DC-D68DB600EC55}" type="sibTrans" cxnId="{96BB36A5-29A2-4913-96F1-53A628F38CB8}">
      <dgm:prSet/>
      <dgm:spPr/>
      <dgm:t>
        <a:bodyPr/>
        <a:lstStyle/>
        <a:p>
          <a:endParaRPr lang="id-ID"/>
        </a:p>
      </dgm:t>
    </dgm:pt>
    <dgm:pt modelId="{70F38198-7923-4C41-BED4-8D6EDBAEFDF7}" type="asst">
      <dgm:prSet phldrT="[Text]"/>
      <dgm:spPr/>
      <dgm:t>
        <a:bodyPr/>
        <a:lstStyle/>
        <a:p>
          <a:r>
            <a:rPr lang="id-ID" b="0" i="0" dirty="0"/>
            <a:t>Manager </a:t>
          </a:r>
          <a:endParaRPr lang="id-ID" dirty="0"/>
        </a:p>
      </dgm:t>
    </dgm:pt>
    <dgm:pt modelId="{978C135A-78CD-46EC-B372-9D1233ADD348}" type="parTrans" cxnId="{7530BF80-23B2-41DA-A41F-8F1D26EDFC3E}">
      <dgm:prSet/>
      <dgm:spPr/>
      <dgm:t>
        <a:bodyPr/>
        <a:lstStyle/>
        <a:p>
          <a:endParaRPr lang="id-ID"/>
        </a:p>
      </dgm:t>
    </dgm:pt>
    <dgm:pt modelId="{CE8252D6-C979-493E-A74D-AC8D8E941A4D}" type="sibTrans" cxnId="{7530BF80-23B2-41DA-A41F-8F1D26EDFC3E}">
      <dgm:prSet/>
      <dgm:spPr/>
      <dgm:t>
        <a:bodyPr/>
        <a:lstStyle/>
        <a:p>
          <a:endParaRPr lang="id-ID"/>
        </a:p>
      </dgm:t>
    </dgm:pt>
    <dgm:pt modelId="{2F4E69BF-DA35-4AF2-9188-046F0FB52CF7}">
      <dgm:prSet phldrT="[Text]"/>
      <dgm:spPr/>
      <dgm:t>
        <a:bodyPr/>
        <a:lstStyle/>
        <a:p>
          <a:r>
            <a:rPr lang="id-ID" b="0" i="0" dirty="0"/>
            <a:t>Staff</a:t>
          </a:r>
          <a:endParaRPr lang="id-ID" dirty="0"/>
        </a:p>
      </dgm:t>
    </dgm:pt>
    <dgm:pt modelId="{E4FACA16-4BA8-48B1-95C0-0933D96F2033}" type="parTrans" cxnId="{D8127028-F647-4F13-8350-07B54F70C01E}">
      <dgm:prSet/>
      <dgm:spPr/>
      <dgm:t>
        <a:bodyPr/>
        <a:lstStyle/>
        <a:p>
          <a:endParaRPr lang="id-ID"/>
        </a:p>
      </dgm:t>
    </dgm:pt>
    <dgm:pt modelId="{89BEA6DF-34DE-4E4F-8B34-805C83B60C6C}" type="sibTrans" cxnId="{D8127028-F647-4F13-8350-07B54F70C01E}">
      <dgm:prSet/>
      <dgm:spPr/>
      <dgm:t>
        <a:bodyPr/>
        <a:lstStyle/>
        <a:p>
          <a:endParaRPr lang="id-ID"/>
        </a:p>
      </dgm:t>
    </dgm:pt>
    <dgm:pt modelId="{BC2502FE-AA90-486E-8F44-BED4AB20C6F3}">
      <dgm:prSet phldrT="[Text]"/>
      <dgm:spPr/>
      <dgm:t>
        <a:bodyPr/>
        <a:lstStyle/>
        <a:p>
          <a:r>
            <a:rPr lang="id-ID" b="0" i="0" dirty="0"/>
            <a:t>Staff</a:t>
          </a:r>
          <a:endParaRPr lang="id-ID" dirty="0"/>
        </a:p>
      </dgm:t>
    </dgm:pt>
    <dgm:pt modelId="{BB9C94EC-C0A6-4145-A1AF-AB11B96B61FD}" type="parTrans" cxnId="{ACFD7AAE-7B98-49D3-9865-8AE700E53D27}">
      <dgm:prSet/>
      <dgm:spPr/>
      <dgm:t>
        <a:bodyPr/>
        <a:lstStyle/>
        <a:p>
          <a:endParaRPr lang="id-ID"/>
        </a:p>
      </dgm:t>
    </dgm:pt>
    <dgm:pt modelId="{C6E1F6D2-ADDE-4E0C-AE60-B9667874DBD1}" type="sibTrans" cxnId="{ACFD7AAE-7B98-49D3-9865-8AE700E53D27}">
      <dgm:prSet/>
      <dgm:spPr/>
      <dgm:t>
        <a:bodyPr/>
        <a:lstStyle/>
        <a:p>
          <a:endParaRPr lang="id-ID"/>
        </a:p>
      </dgm:t>
    </dgm:pt>
    <dgm:pt modelId="{33BABA36-213F-409F-9F59-CC89D86A1110}">
      <dgm:prSet phldrT="[Text]"/>
      <dgm:spPr/>
      <dgm:t>
        <a:bodyPr/>
        <a:lstStyle/>
        <a:p>
          <a:r>
            <a:rPr lang="id-ID" b="0" i="0" dirty="0"/>
            <a:t>Staff</a:t>
          </a:r>
          <a:endParaRPr lang="id-ID" dirty="0"/>
        </a:p>
      </dgm:t>
    </dgm:pt>
    <dgm:pt modelId="{D3A713A0-4F3B-4722-82C8-7196ADCEF8D2}" type="parTrans" cxnId="{13580966-7EC0-4B43-BB6B-E469773D5471}">
      <dgm:prSet/>
      <dgm:spPr/>
      <dgm:t>
        <a:bodyPr/>
        <a:lstStyle/>
        <a:p>
          <a:endParaRPr lang="id-ID"/>
        </a:p>
      </dgm:t>
    </dgm:pt>
    <dgm:pt modelId="{518F192D-3AB1-4579-A1DF-06940A3FEC9A}" type="sibTrans" cxnId="{13580966-7EC0-4B43-BB6B-E469773D5471}">
      <dgm:prSet/>
      <dgm:spPr/>
      <dgm:t>
        <a:bodyPr/>
        <a:lstStyle/>
        <a:p>
          <a:endParaRPr lang="id-ID"/>
        </a:p>
      </dgm:t>
    </dgm:pt>
    <dgm:pt modelId="{A165302B-79EE-4E00-9B8A-C73C04B28CED}" type="pres">
      <dgm:prSet presAssocID="{BCBA302D-7849-488F-85E0-E61E5942914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3115F903-EC05-4118-9B94-086F8B8F3DB8}" type="pres">
      <dgm:prSet presAssocID="{3E73C421-6307-4738-8EA6-731E90E02BD9}" presName="hierRoot1" presStyleCnt="0">
        <dgm:presLayoutVars>
          <dgm:hierBranch val="init"/>
        </dgm:presLayoutVars>
      </dgm:prSet>
      <dgm:spPr/>
    </dgm:pt>
    <dgm:pt modelId="{EFB857A4-2887-45F7-BDFE-8B52E4A027A7}" type="pres">
      <dgm:prSet presAssocID="{3E73C421-6307-4738-8EA6-731E90E02BD9}" presName="rootComposite1" presStyleCnt="0"/>
      <dgm:spPr/>
    </dgm:pt>
    <dgm:pt modelId="{EF55FC9C-7DBF-481C-96A1-8C964319660C}" type="pres">
      <dgm:prSet presAssocID="{3E73C421-6307-4738-8EA6-731E90E02BD9}" presName="rootText1" presStyleLbl="node0" presStyleIdx="0" presStyleCnt="1">
        <dgm:presLayoutVars>
          <dgm:chPref val="3"/>
        </dgm:presLayoutVars>
      </dgm:prSet>
      <dgm:spPr/>
    </dgm:pt>
    <dgm:pt modelId="{72A540BD-D622-4A45-BD00-19A179415CD5}" type="pres">
      <dgm:prSet presAssocID="{3E73C421-6307-4738-8EA6-731E90E02BD9}" presName="rootConnector1" presStyleLbl="node1" presStyleIdx="0" presStyleCnt="0"/>
      <dgm:spPr/>
    </dgm:pt>
    <dgm:pt modelId="{09A4BC66-FEF0-4277-AD32-29715FF0509C}" type="pres">
      <dgm:prSet presAssocID="{3E73C421-6307-4738-8EA6-731E90E02BD9}" presName="hierChild2" presStyleCnt="0"/>
      <dgm:spPr/>
    </dgm:pt>
    <dgm:pt modelId="{765E50A2-ECA8-4FE9-A135-8544A98A9F5B}" type="pres">
      <dgm:prSet presAssocID="{E4FACA16-4BA8-48B1-95C0-0933D96F2033}" presName="Name37" presStyleLbl="parChTrans1D2" presStyleIdx="0" presStyleCnt="4"/>
      <dgm:spPr/>
    </dgm:pt>
    <dgm:pt modelId="{601198B5-2340-4700-98A2-649A71FE537C}" type="pres">
      <dgm:prSet presAssocID="{2F4E69BF-DA35-4AF2-9188-046F0FB52CF7}" presName="hierRoot2" presStyleCnt="0">
        <dgm:presLayoutVars>
          <dgm:hierBranch val="init"/>
        </dgm:presLayoutVars>
      </dgm:prSet>
      <dgm:spPr/>
    </dgm:pt>
    <dgm:pt modelId="{AA907682-608E-4C20-8918-488BFD586768}" type="pres">
      <dgm:prSet presAssocID="{2F4E69BF-DA35-4AF2-9188-046F0FB52CF7}" presName="rootComposite" presStyleCnt="0"/>
      <dgm:spPr/>
    </dgm:pt>
    <dgm:pt modelId="{63C6FE78-4FEB-47C8-8D19-B9A895B53934}" type="pres">
      <dgm:prSet presAssocID="{2F4E69BF-DA35-4AF2-9188-046F0FB52CF7}" presName="rootText" presStyleLbl="node2" presStyleIdx="0" presStyleCnt="3">
        <dgm:presLayoutVars>
          <dgm:chPref val="3"/>
        </dgm:presLayoutVars>
      </dgm:prSet>
      <dgm:spPr/>
    </dgm:pt>
    <dgm:pt modelId="{BB784867-0D4B-4838-B817-F080F5D681AA}" type="pres">
      <dgm:prSet presAssocID="{2F4E69BF-DA35-4AF2-9188-046F0FB52CF7}" presName="rootConnector" presStyleLbl="node2" presStyleIdx="0" presStyleCnt="3"/>
      <dgm:spPr/>
    </dgm:pt>
    <dgm:pt modelId="{13F9CF25-98B2-4673-80DF-56195DB9201D}" type="pres">
      <dgm:prSet presAssocID="{2F4E69BF-DA35-4AF2-9188-046F0FB52CF7}" presName="hierChild4" presStyleCnt="0"/>
      <dgm:spPr/>
    </dgm:pt>
    <dgm:pt modelId="{D9ED824C-0C55-4E93-9E15-49BA7A93B5AD}" type="pres">
      <dgm:prSet presAssocID="{2F4E69BF-DA35-4AF2-9188-046F0FB52CF7}" presName="hierChild5" presStyleCnt="0"/>
      <dgm:spPr/>
    </dgm:pt>
    <dgm:pt modelId="{B9A6ADA5-A50C-4DC9-8B40-8FFCAE0CDC1F}" type="pres">
      <dgm:prSet presAssocID="{BB9C94EC-C0A6-4145-A1AF-AB11B96B61FD}" presName="Name37" presStyleLbl="parChTrans1D2" presStyleIdx="1" presStyleCnt="4"/>
      <dgm:spPr/>
    </dgm:pt>
    <dgm:pt modelId="{DAC14B8C-DDA6-46D9-9650-D84F4663A95B}" type="pres">
      <dgm:prSet presAssocID="{BC2502FE-AA90-486E-8F44-BED4AB20C6F3}" presName="hierRoot2" presStyleCnt="0">
        <dgm:presLayoutVars>
          <dgm:hierBranch val="init"/>
        </dgm:presLayoutVars>
      </dgm:prSet>
      <dgm:spPr/>
    </dgm:pt>
    <dgm:pt modelId="{BD039ECB-0CEE-41C9-A2DE-A24AD02D816E}" type="pres">
      <dgm:prSet presAssocID="{BC2502FE-AA90-486E-8F44-BED4AB20C6F3}" presName="rootComposite" presStyleCnt="0"/>
      <dgm:spPr/>
    </dgm:pt>
    <dgm:pt modelId="{0858216B-3026-4A8E-A2E6-56F2BF2EE1A3}" type="pres">
      <dgm:prSet presAssocID="{BC2502FE-AA90-486E-8F44-BED4AB20C6F3}" presName="rootText" presStyleLbl="node2" presStyleIdx="1" presStyleCnt="3">
        <dgm:presLayoutVars>
          <dgm:chPref val="3"/>
        </dgm:presLayoutVars>
      </dgm:prSet>
      <dgm:spPr/>
    </dgm:pt>
    <dgm:pt modelId="{9516E1A9-59EC-46F3-8D96-53F36CA44FA6}" type="pres">
      <dgm:prSet presAssocID="{BC2502FE-AA90-486E-8F44-BED4AB20C6F3}" presName="rootConnector" presStyleLbl="node2" presStyleIdx="1" presStyleCnt="3"/>
      <dgm:spPr/>
    </dgm:pt>
    <dgm:pt modelId="{63DF388C-BE72-4F26-8D6B-E3A425E6C2E0}" type="pres">
      <dgm:prSet presAssocID="{BC2502FE-AA90-486E-8F44-BED4AB20C6F3}" presName="hierChild4" presStyleCnt="0"/>
      <dgm:spPr/>
    </dgm:pt>
    <dgm:pt modelId="{6A65D545-373D-4990-BA81-CCE81A5EBFF9}" type="pres">
      <dgm:prSet presAssocID="{BC2502FE-AA90-486E-8F44-BED4AB20C6F3}" presName="hierChild5" presStyleCnt="0"/>
      <dgm:spPr/>
    </dgm:pt>
    <dgm:pt modelId="{1DD20807-1764-469C-B125-B0C3569F1A42}" type="pres">
      <dgm:prSet presAssocID="{D3A713A0-4F3B-4722-82C8-7196ADCEF8D2}" presName="Name37" presStyleLbl="parChTrans1D2" presStyleIdx="2" presStyleCnt="4"/>
      <dgm:spPr/>
    </dgm:pt>
    <dgm:pt modelId="{3F40A3D1-E135-493C-8E49-C791328D2D8C}" type="pres">
      <dgm:prSet presAssocID="{33BABA36-213F-409F-9F59-CC89D86A1110}" presName="hierRoot2" presStyleCnt="0">
        <dgm:presLayoutVars>
          <dgm:hierBranch val="init"/>
        </dgm:presLayoutVars>
      </dgm:prSet>
      <dgm:spPr/>
    </dgm:pt>
    <dgm:pt modelId="{DF462496-7E82-4815-B472-4B63A6397FA2}" type="pres">
      <dgm:prSet presAssocID="{33BABA36-213F-409F-9F59-CC89D86A1110}" presName="rootComposite" presStyleCnt="0"/>
      <dgm:spPr/>
    </dgm:pt>
    <dgm:pt modelId="{7F85635C-07DC-43BD-96D8-E260EE607379}" type="pres">
      <dgm:prSet presAssocID="{33BABA36-213F-409F-9F59-CC89D86A1110}" presName="rootText" presStyleLbl="node2" presStyleIdx="2" presStyleCnt="3">
        <dgm:presLayoutVars>
          <dgm:chPref val="3"/>
        </dgm:presLayoutVars>
      </dgm:prSet>
      <dgm:spPr/>
    </dgm:pt>
    <dgm:pt modelId="{6FB5B80E-CE63-439A-8C5A-CC3D245656D7}" type="pres">
      <dgm:prSet presAssocID="{33BABA36-213F-409F-9F59-CC89D86A1110}" presName="rootConnector" presStyleLbl="node2" presStyleIdx="2" presStyleCnt="3"/>
      <dgm:spPr/>
    </dgm:pt>
    <dgm:pt modelId="{617DFE0F-C548-4AA2-B291-1C3FD0BBDAB3}" type="pres">
      <dgm:prSet presAssocID="{33BABA36-213F-409F-9F59-CC89D86A1110}" presName="hierChild4" presStyleCnt="0"/>
      <dgm:spPr/>
    </dgm:pt>
    <dgm:pt modelId="{6FFA1986-E70C-4BAB-82B2-5328527780C3}" type="pres">
      <dgm:prSet presAssocID="{33BABA36-213F-409F-9F59-CC89D86A1110}" presName="hierChild5" presStyleCnt="0"/>
      <dgm:spPr/>
    </dgm:pt>
    <dgm:pt modelId="{0170C22A-75B2-48DF-BD1F-DD126CB99FC0}" type="pres">
      <dgm:prSet presAssocID="{3E73C421-6307-4738-8EA6-731E90E02BD9}" presName="hierChild3" presStyleCnt="0"/>
      <dgm:spPr/>
    </dgm:pt>
    <dgm:pt modelId="{2738AEF8-C1FC-4834-8147-5D9CA86FEC55}" type="pres">
      <dgm:prSet presAssocID="{978C135A-78CD-46EC-B372-9D1233ADD348}" presName="Name111" presStyleLbl="parChTrans1D2" presStyleIdx="3" presStyleCnt="4"/>
      <dgm:spPr/>
    </dgm:pt>
    <dgm:pt modelId="{3070B69E-4A9E-43FB-9B36-2B628480A8E7}" type="pres">
      <dgm:prSet presAssocID="{70F38198-7923-4C41-BED4-8D6EDBAEFDF7}" presName="hierRoot3" presStyleCnt="0">
        <dgm:presLayoutVars>
          <dgm:hierBranch val="init"/>
        </dgm:presLayoutVars>
      </dgm:prSet>
      <dgm:spPr/>
    </dgm:pt>
    <dgm:pt modelId="{AB09E26E-56CA-4FD1-9D5A-AB991C229EB8}" type="pres">
      <dgm:prSet presAssocID="{70F38198-7923-4C41-BED4-8D6EDBAEFDF7}" presName="rootComposite3" presStyleCnt="0"/>
      <dgm:spPr/>
    </dgm:pt>
    <dgm:pt modelId="{A0652A54-8DA5-4396-B849-E1DC3716712B}" type="pres">
      <dgm:prSet presAssocID="{70F38198-7923-4C41-BED4-8D6EDBAEFDF7}" presName="rootText3" presStyleLbl="asst1" presStyleIdx="0" presStyleCnt="1">
        <dgm:presLayoutVars>
          <dgm:chPref val="3"/>
        </dgm:presLayoutVars>
      </dgm:prSet>
      <dgm:spPr/>
    </dgm:pt>
    <dgm:pt modelId="{3CC185AB-45FF-46F2-B54C-7FF61F0DF8B5}" type="pres">
      <dgm:prSet presAssocID="{70F38198-7923-4C41-BED4-8D6EDBAEFDF7}" presName="rootConnector3" presStyleLbl="asst1" presStyleIdx="0" presStyleCnt="1"/>
      <dgm:spPr/>
    </dgm:pt>
    <dgm:pt modelId="{4D6AAF2D-F169-4C59-AEFD-771AA72208BB}" type="pres">
      <dgm:prSet presAssocID="{70F38198-7923-4C41-BED4-8D6EDBAEFDF7}" presName="hierChild6" presStyleCnt="0"/>
      <dgm:spPr/>
    </dgm:pt>
    <dgm:pt modelId="{0CDCF00A-E8C6-4E17-80C5-DF725FF079C9}" type="pres">
      <dgm:prSet presAssocID="{70F38198-7923-4C41-BED4-8D6EDBAEFDF7}" presName="hierChild7" presStyleCnt="0"/>
      <dgm:spPr/>
    </dgm:pt>
  </dgm:ptLst>
  <dgm:cxnLst>
    <dgm:cxn modelId="{E1171E1E-AEA4-424C-8EF7-2BF758F4BA8A}" type="presOf" srcId="{70F38198-7923-4C41-BED4-8D6EDBAEFDF7}" destId="{A0652A54-8DA5-4396-B849-E1DC3716712B}" srcOrd="0" destOrd="0" presId="urn:microsoft.com/office/officeart/2005/8/layout/orgChart1"/>
    <dgm:cxn modelId="{75C8A224-179D-4F69-9872-9D8F37BFF093}" type="presOf" srcId="{33BABA36-213F-409F-9F59-CC89D86A1110}" destId="{6FB5B80E-CE63-439A-8C5A-CC3D245656D7}" srcOrd="1" destOrd="0" presId="urn:microsoft.com/office/officeart/2005/8/layout/orgChart1"/>
    <dgm:cxn modelId="{D8127028-F647-4F13-8350-07B54F70C01E}" srcId="{3E73C421-6307-4738-8EA6-731E90E02BD9}" destId="{2F4E69BF-DA35-4AF2-9188-046F0FB52CF7}" srcOrd="1" destOrd="0" parTransId="{E4FACA16-4BA8-48B1-95C0-0933D96F2033}" sibTransId="{89BEA6DF-34DE-4E4F-8B34-805C83B60C6C}"/>
    <dgm:cxn modelId="{B32AD52E-53DB-4D29-B88E-19FD98B56718}" type="presOf" srcId="{BCBA302D-7849-488F-85E0-E61E59429140}" destId="{A165302B-79EE-4E00-9B8A-C73C04B28CED}" srcOrd="0" destOrd="0" presId="urn:microsoft.com/office/officeart/2005/8/layout/orgChart1"/>
    <dgm:cxn modelId="{2F9AE036-CC1A-42F1-9606-D2554D8BE891}" type="presOf" srcId="{D3A713A0-4F3B-4722-82C8-7196ADCEF8D2}" destId="{1DD20807-1764-469C-B125-B0C3569F1A42}" srcOrd="0" destOrd="0" presId="urn:microsoft.com/office/officeart/2005/8/layout/orgChart1"/>
    <dgm:cxn modelId="{A046675C-64DB-4FEF-B915-7C294806592A}" type="presOf" srcId="{E4FACA16-4BA8-48B1-95C0-0933D96F2033}" destId="{765E50A2-ECA8-4FE9-A135-8544A98A9F5B}" srcOrd="0" destOrd="0" presId="urn:microsoft.com/office/officeart/2005/8/layout/orgChart1"/>
    <dgm:cxn modelId="{D14F6961-59E4-42F7-AECE-4A7D64EADBDB}" type="presOf" srcId="{3E73C421-6307-4738-8EA6-731E90E02BD9}" destId="{72A540BD-D622-4A45-BD00-19A179415CD5}" srcOrd="1" destOrd="0" presId="urn:microsoft.com/office/officeart/2005/8/layout/orgChart1"/>
    <dgm:cxn modelId="{45F2FA45-7E1A-4C4B-9CC4-26625749CD72}" type="presOf" srcId="{2F4E69BF-DA35-4AF2-9188-046F0FB52CF7}" destId="{BB784867-0D4B-4838-B817-F080F5D681AA}" srcOrd="1" destOrd="0" presId="urn:microsoft.com/office/officeart/2005/8/layout/orgChart1"/>
    <dgm:cxn modelId="{13580966-7EC0-4B43-BB6B-E469773D5471}" srcId="{3E73C421-6307-4738-8EA6-731E90E02BD9}" destId="{33BABA36-213F-409F-9F59-CC89D86A1110}" srcOrd="3" destOrd="0" parTransId="{D3A713A0-4F3B-4722-82C8-7196ADCEF8D2}" sibTransId="{518F192D-3AB1-4579-A1DF-06940A3FEC9A}"/>
    <dgm:cxn modelId="{2CD5E851-0BE6-49A3-80D6-2D3ECD27B87F}" type="presOf" srcId="{BB9C94EC-C0A6-4145-A1AF-AB11B96B61FD}" destId="{B9A6ADA5-A50C-4DC9-8B40-8FFCAE0CDC1F}" srcOrd="0" destOrd="0" presId="urn:microsoft.com/office/officeart/2005/8/layout/orgChart1"/>
    <dgm:cxn modelId="{7530BF80-23B2-41DA-A41F-8F1D26EDFC3E}" srcId="{3E73C421-6307-4738-8EA6-731E90E02BD9}" destId="{70F38198-7923-4C41-BED4-8D6EDBAEFDF7}" srcOrd="0" destOrd="0" parTransId="{978C135A-78CD-46EC-B372-9D1233ADD348}" sibTransId="{CE8252D6-C979-493E-A74D-AC8D8E941A4D}"/>
    <dgm:cxn modelId="{96BB36A5-29A2-4913-96F1-53A628F38CB8}" srcId="{BCBA302D-7849-488F-85E0-E61E59429140}" destId="{3E73C421-6307-4738-8EA6-731E90E02BD9}" srcOrd="0" destOrd="0" parTransId="{7A930C57-84A7-4455-96D1-0C3861288398}" sibTransId="{58477D8B-2D48-4177-B1DC-D68DB600EC55}"/>
    <dgm:cxn modelId="{CDD646A6-A114-46B1-972C-6A78E390D18A}" type="presOf" srcId="{2F4E69BF-DA35-4AF2-9188-046F0FB52CF7}" destId="{63C6FE78-4FEB-47C8-8D19-B9A895B53934}" srcOrd="0" destOrd="0" presId="urn:microsoft.com/office/officeart/2005/8/layout/orgChart1"/>
    <dgm:cxn modelId="{ACFD7AAE-7B98-49D3-9865-8AE700E53D27}" srcId="{3E73C421-6307-4738-8EA6-731E90E02BD9}" destId="{BC2502FE-AA90-486E-8F44-BED4AB20C6F3}" srcOrd="2" destOrd="0" parTransId="{BB9C94EC-C0A6-4145-A1AF-AB11B96B61FD}" sibTransId="{C6E1F6D2-ADDE-4E0C-AE60-B9667874DBD1}"/>
    <dgm:cxn modelId="{42C60DAF-5D61-457B-9055-189BDA760AA8}" type="presOf" srcId="{70F38198-7923-4C41-BED4-8D6EDBAEFDF7}" destId="{3CC185AB-45FF-46F2-B54C-7FF61F0DF8B5}" srcOrd="1" destOrd="0" presId="urn:microsoft.com/office/officeart/2005/8/layout/orgChart1"/>
    <dgm:cxn modelId="{F7C764BD-4323-4EB0-A058-9BFDBD34203C}" type="presOf" srcId="{978C135A-78CD-46EC-B372-9D1233ADD348}" destId="{2738AEF8-C1FC-4834-8147-5D9CA86FEC55}" srcOrd="0" destOrd="0" presId="urn:microsoft.com/office/officeart/2005/8/layout/orgChart1"/>
    <dgm:cxn modelId="{5F3F0BC2-A0D4-4F68-B9C6-17063BC808BA}" type="presOf" srcId="{BC2502FE-AA90-486E-8F44-BED4AB20C6F3}" destId="{0858216B-3026-4A8E-A2E6-56F2BF2EE1A3}" srcOrd="0" destOrd="0" presId="urn:microsoft.com/office/officeart/2005/8/layout/orgChart1"/>
    <dgm:cxn modelId="{5AC510DA-9BF0-4657-8B20-7B0259F2506B}" type="presOf" srcId="{3E73C421-6307-4738-8EA6-731E90E02BD9}" destId="{EF55FC9C-7DBF-481C-96A1-8C964319660C}" srcOrd="0" destOrd="0" presId="urn:microsoft.com/office/officeart/2005/8/layout/orgChart1"/>
    <dgm:cxn modelId="{ADB97FFD-68A3-4472-9EC1-1F0BB92F8673}" type="presOf" srcId="{33BABA36-213F-409F-9F59-CC89D86A1110}" destId="{7F85635C-07DC-43BD-96D8-E260EE607379}" srcOrd="0" destOrd="0" presId="urn:microsoft.com/office/officeart/2005/8/layout/orgChart1"/>
    <dgm:cxn modelId="{A58C32FE-9ACF-4406-8494-E6F6D4D53931}" type="presOf" srcId="{BC2502FE-AA90-486E-8F44-BED4AB20C6F3}" destId="{9516E1A9-59EC-46F3-8D96-53F36CA44FA6}" srcOrd="1" destOrd="0" presId="urn:microsoft.com/office/officeart/2005/8/layout/orgChart1"/>
    <dgm:cxn modelId="{BC69618B-5D3F-4E52-A962-930AB52E9897}" type="presParOf" srcId="{A165302B-79EE-4E00-9B8A-C73C04B28CED}" destId="{3115F903-EC05-4118-9B94-086F8B8F3DB8}" srcOrd="0" destOrd="0" presId="urn:microsoft.com/office/officeart/2005/8/layout/orgChart1"/>
    <dgm:cxn modelId="{CA07F3F7-4491-405B-BBF4-52713FF69D94}" type="presParOf" srcId="{3115F903-EC05-4118-9B94-086F8B8F3DB8}" destId="{EFB857A4-2887-45F7-BDFE-8B52E4A027A7}" srcOrd="0" destOrd="0" presId="urn:microsoft.com/office/officeart/2005/8/layout/orgChart1"/>
    <dgm:cxn modelId="{D26E3C3E-AFAB-4B0E-9F86-4BB4CCE0568C}" type="presParOf" srcId="{EFB857A4-2887-45F7-BDFE-8B52E4A027A7}" destId="{EF55FC9C-7DBF-481C-96A1-8C964319660C}" srcOrd="0" destOrd="0" presId="urn:microsoft.com/office/officeart/2005/8/layout/orgChart1"/>
    <dgm:cxn modelId="{5440F1BF-B532-4698-A25C-21394F68BAAA}" type="presParOf" srcId="{EFB857A4-2887-45F7-BDFE-8B52E4A027A7}" destId="{72A540BD-D622-4A45-BD00-19A179415CD5}" srcOrd="1" destOrd="0" presId="urn:microsoft.com/office/officeart/2005/8/layout/orgChart1"/>
    <dgm:cxn modelId="{1C8B4EBD-632F-40EB-9589-0CFB539A19C6}" type="presParOf" srcId="{3115F903-EC05-4118-9B94-086F8B8F3DB8}" destId="{09A4BC66-FEF0-4277-AD32-29715FF0509C}" srcOrd="1" destOrd="0" presId="urn:microsoft.com/office/officeart/2005/8/layout/orgChart1"/>
    <dgm:cxn modelId="{42D1E68F-9DFF-428E-8C78-40F6BB1F00AB}" type="presParOf" srcId="{09A4BC66-FEF0-4277-AD32-29715FF0509C}" destId="{765E50A2-ECA8-4FE9-A135-8544A98A9F5B}" srcOrd="0" destOrd="0" presId="urn:microsoft.com/office/officeart/2005/8/layout/orgChart1"/>
    <dgm:cxn modelId="{1464E54A-770B-4A2E-BEFA-5AB09D485AC5}" type="presParOf" srcId="{09A4BC66-FEF0-4277-AD32-29715FF0509C}" destId="{601198B5-2340-4700-98A2-649A71FE537C}" srcOrd="1" destOrd="0" presId="urn:microsoft.com/office/officeart/2005/8/layout/orgChart1"/>
    <dgm:cxn modelId="{9AAD3CE6-A9CE-4EDC-B45B-034BD8A659D7}" type="presParOf" srcId="{601198B5-2340-4700-98A2-649A71FE537C}" destId="{AA907682-608E-4C20-8918-488BFD586768}" srcOrd="0" destOrd="0" presId="urn:microsoft.com/office/officeart/2005/8/layout/orgChart1"/>
    <dgm:cxn modelId="{FFBCA3B4-FCB7-415E-AFE9-7B9E2E1FA58D}" type="presParOf" srcId="{AA907682-608E-4C20-8918-488BFD586768}" destId="{63C6FE78-4FEB-47C8-8D19-B9A895B53934}" srcOrd="0" destOrd="0" presId="urn:microsoft.com/office/officeart/2005/8/layout/orgChart1"/>
    <dgm:cxn modelId="{094DB9F4-C212-4E42-B96F-C27B2CBE145D}" type="presParOf" srcId="{AA907682-608E-4C20-8918-488BFD586768}" destId="{BB784867-0D4B-4838-B817-F080F5D681AA}" srcOrd="1" destOrd="0" presId="urn:microsoft.com/office/officeart/2005/8/layout/orgChart1"/>
    <dgm:cxn modelId="{F0226C13-A30F-461A-B517-F0B035A1FC5A}" type="presParOf" srcId="{601198B5-2340-4700-98A2-649A71FE537C}" destId="{13F9CF25-98B2-4673-80DF-56195DB9201D}" srcOrd="1" destOrd="0" presId="urn:microsoft.com/office/officeart/2005/8/layout/orgChart1"/>
    <dgm:cxn modelId="{C29278B3-F754-4AB5-B1C8-221FF3C6B370}" type="presParOf" srcId="{601198B5-2340-4700-98A2-649A71FE537C}" destId="{D9ED824C-0C55-4E93-9E15-49BA7A93B5AD}" srcOrd="2" destOrd="0" presId="urn:microsoft.com/office/officeart/2005/8/layout/orgChart1"/>
    <dgm:cxn modelId="{BB28EB87-8275-413A-843F-63F8A2947A1E}" type="presParOf" srcId="{09A4BC66-FEF0-4277-AD32-29715FF0509C}" destId="{B9A6ADA5-A50C-4DC9-8B40-8FFCAE0CDC1F}" srcOrd="2" destOrd="0" presId="urn:microsoft.com/office/officeart/2005/8/layout/orgChart1"/>
    <dgm:cxn modelId="{D1937734-787A-4776-8770-5D162A4A8C6F}" type="presParOf" srcId="{09A4BC66-FEF0-4277-AD32-29715FF0509C}" destId="{DAC14B8C-DDA6-46D9-9650-D84F4663A95B}" srcOrd="3" destOrd="0" presId="urn:microsoft.com/office/officeart/2005/8/layout/orgChart1"/>
    <dgm:cxn modelId="{5C3045C5-4B51-41FD-97D0-25DA648D6392}" type="presParOf" srcId="{DAC14B8C-DDA6-46D9-9650-D84F4663A95B}" destId="{BD039ECB-0CEE-41C9-A2DE-A24AD02D816E}" srcOrd="0" destOrd="0" presId="urn:microsoft.com/office/officeart/2005/8/layout/orgChart1"/>
    <dgm:cxn modelId="{1047A26F-6BA8-4EE7-BE7E-BE7BCD2B6279}" type="presParOf" srcId="{BD039ECB-0CEE-41C9-A2DE-A24AD02D816E}" destId="{0858216B-3026-4A8E-A2E6-56F2BF2EE1A3}" srcOrd="0" destOrd="0" presId="urn:microsoft.com/office/officeart/2005/8/layout/orgChart1"/>
    <dgm:cxn modelId="{D2B92109-A20E-4530-9853-157C6F9EC6E7}" type="presParOf" srcId="{BD039ECB-0CEE-41C9-A2DE-A24AD02D816E}" destId="{9516E1A9-59EC-46F3-8D96-53F36CA44FA6}" srcOrd="1" destOrd="0" presId="urn:microsoft.com/office/officeart/2005/8/layout/orgChart1"/>
    <dgm:cxn modelId="{6F365BDA-B0B0-4CA6-B3CC-E1427216FE80}" type="presParOf" srcId="{DAC14B8C-DDA6-46D9-9650-D84F4663A95B}" destId="{63DF388C-BE72-4F26-8D6B-E3A425E6C2E0}" srcOrd="1" destOrd="0" presId="urn:microsoft.com/office/officeart/2005/8/layout/orgChart1"/>
    <dgm:cxn modelId="{CE7CC7EB-EEDC-4748-B531-C45B19DB00C2}" type="presParOf" srcId="{DAC14B8C-DDA6-46D9-9650-D84F4663A95B}" destId="{6A65D545-373D-4990-BA81-CCE81A5EBFF9}" srcOrd="2" destOrd="0" presId="urn:microsoft.com/office/officeart/2005/8/layout/orgChart1"/>
    <dgm:cxn modelId="{B31AE7B1-312A-4C56-BA52-ADC4F6953CDC}" type="presParOf" srcId="{09A4BC66-FEF0-4277-AD32-29715FF0509C}" destId="{1DD20807-1764-469C-B125-B0C3569F1A42}" srcOrd="4" destOrd="0" presId="urn:microsoft.com/office/officeart/2005/8/layout/orgChart1"/>
    <dgm:cxn modelId="{59F70A22-28F5-4D4D-8DAC-3CEB2C33A5B5}" type="presParOf" srcId="{09A4BC66-FEF0-4277-AD32-29715FF0509C}" destId="{3F40A3D1-E135-493C-8E49-C791328D2D8C}" srcOrd="5" destOrd="0" presId="urn:microsoft.com/office/officeart/2005/8/layout/orgChart1"/>
    <dgm:cxn modelId="{40213DB5-BFF5-4843-9EE0-1BE135142BC4}" type="presParOf" srcId="{3F40A3D1-E135-493C-8E49-C791328D2D8C}" destId="{DF462496-7E82-4815-B472-4B63A6397FA2}" srcOrd="0" destOrd="0" presId="urn:microsoft.com/office/officeart/2005/8/layout/orgChart1"/>
    <dgm:cxn modelId="{67149602-B905-4C21-8445-7F127B35DAAD}" type="presParOf" srcId="{DF462496-7E82-4815-B472-4B63A6397FA2}" destId="{7F85635C-07DC-43BD-96D8-E260EE607379}" srcOrd="0" destOrd="0" presId="urn:microsoft.com/office/officeart/2005/8/layout/orgChart1"/>
    <dgm:cxn modelId="{7E2B0781-F3A1-4C65-9989-3FDC5A5EDAC5}" type="presParOf" srcId="{DF462496-7E82-4815-B472-4B63A6397FA2}" destId="{6FB5B80E-CE63-439A-8C5A-CC3D245656D7}" srcOrd="1" destOrd="0" presId="urn:microsoft.com/office/officeart/2005/8/layout/orgChart1"/>
    <dgm:cxn modelId="{C29C2461-88B6-4E41-B9D0-BFDBAEE53359}" type="presParOf" srcId="{3F40A3D1-E135-493C-8E49-C791328D2D8C}" destId="{617DFE0F-C548-4AA2-B291-1C3FD0BBDAB3}" srcOrd="1" destOrd="0" presId="urn:microsoft.com/office/officeart/2005/8/layout/orgChart1"/>
    <dgm:cxn modelId="{75F7EF39-6A93-4EA2-B27F-B5103D5DC0A4}" type="presParOf" srcId="{3F40A3D1-E135-493C-8E49-C791328D2D8C}" destId="{6FFA1986-E70C-4BAB-82B2-5328527780C3}" srcOrd="2" destOrd="0" presId="urn:microsoft.com/office/officeart/2005/8/layout/orgChart1"/>
    <dgm:cxn modelId="{D0A67FF6-C4B1-41E1-8C86-39DA7D093CEE}" type="presParOf" srcId="{3115F903-EC05-4118-9B94-086F8B8F3DB8}" destId="{0170C22A-75B2-48DF-BD1F-DD126CB99FC0}" srcOrd="2" destOrd="0" presId="urn:microsoft.com/office/officeart/2005/8/layout/orgChart1"/>
    <dgm:cxn modelId="{6F1A42B4-6D1A-43E2-9278-C7445FCDD9A4}" type="presParOf" srcId="{0170C22A-75B2-48DF-BD1F-DD126CB99FC0}" destId="{2738AEF8-C1FC-4834-8147-5D9CA86FEC55}" srcOrd="0" destOrd="0" presId="urn:microsoft.com/office/officeart/2005/8/layout/orgChart1"/>
    <dgm:cxn modelId="{3FABE77A-1BB2-429E-A4CD-6B4ADA8DB2BE}" type="presParOf" srcId="{0170C22A-75B2-48DF-BD1F-DD126CB99FC0}" destId="{3070B69E-4A9E-43FB-9B36-2B628480A8E7}" srcOrd="1" destOrd="0" presId="urn:microsoft.com/office/officeart/2005/8/layout/orgChart1"/>
    <dgm:cxn modelId="{C933FD25-9120-46B6-9087-C0E40EDB7709}" type="presParOf" srcId="{3070B69E-4A9E-43FB-9B36-2B628480A8E7}" destId="{AB09E26E-56CA-4FD1-9D5A-AB991C229EB8}" srcOrd="0" destOrd="0" presId="urn:microsoft.com/office/officeart/2005/8/layout/orgChart1"/>
    <dgm:cxn modelId="{CA7CF62F-A537-443F-A0B0-D9C0A369D2EA}" type="presParOf" srcId="{AB09E26E-56CA-4FD1-9D5A-AB991C229EB8}" destId="{A0652A54-8DA5-4396-B849-E1DC3716712B}" srcOrd="0" destOrd="0" presId="urn:microsoft.com/office/officeart/2005/8/layout/orgChart1"/>
    <dgm:cxn modelId="{3A3764DE-95F1-4563-A02A-14234B3625F6}" type="presParOf" srcId="{AB09E26E-56CA-4FD1-9D5A-AB991C229EB8}" destId="{3CC185AB-45FF-46F2-B54C-7FF61F0DF8B5}" srcOrd="1" destOrd="0" presId="urn:microsoft.com/office/officeart/2005/8/layout/orgChart1"/>
    <dgm:cxn modelId="{320CB007-A9BC-443F-AC08-8048837B1F3E}" type="presParOf" srcId="{3070B69E-4A9E-43FB-9B36-2B628480A8E7}" destId="{4D6AAF2D-F169-4C59-AEFD-771AA72208BB}" srcOrd="1" destOrd="0" presId="urn:microsoft.com/office/officeart/2005/8/layout/orgChart1"/>
    <dgm:cxn modelId="{8FC3B670-8576-4B02-90C3-EBCE0292ED60}" type="presParOf" srcId="{3070B69E-4A9E-43FB-9B36-2B628480A8E7}" destId="{0CDCF00A-E8C6-4E17-80C5-DF725FF079C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38AEF8-C1FC-4834-8147-5D9CA86FEC55}">
      <dsp:nvSpPr>
        <dsp:cNvPr id="0" name=""/>
        <dsp:cNvSpPr/>
      </dsp:nvSpPr>
      <dsp:spPr>
        <a:xfrm>
          <a:off x="3138539" y="1050432"/>
          <a:ext cx="205295" cy="899390"/>
        </a:xfrm>
        <a:custGeom>
          <a:avLst/>
          <a:gdLst/>
          <a:ahLst/>
          <a:cxnLst/>
          <a:rect l="0" t="0" r="0" b="0"/>
          <a:pathLst>
            <a:path>
              <a:moveTo>
                <a:pt x="205295" y="0"/>
              </a:moveTo>
              <a:lnTo>
                <a:pt x="205295" y="899390"/>
              </a:lnTo>
              <a:lnTo>
                <a:pt x="0" y="89939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D20807-1764-469C-B125-B0C3569F1A42}">
      <dsp:nvSpPr>
        <dsp:cNvPr id="0" name=""/>
        <dsp:cNvSpPr/>
      </dsp:nvSpPr>
      <dsp:spPr>
        <a:xfrm>
          <a:off x="3343835" y="1050432"/>
          <a:ext cx="2365787" cy="17987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3485"/>
              </a:lnTo>
              <a:lnTo>
                <a:pt x="2365787" y="1593485"/>
              </a:lnTo>
              <a:lnTo>
                <a:pt x="2365787" y="17987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A6ADA5-A50C-4DC9-8B40-8FFCAE0CDC1F}">
      <dsp:nvSpPr>
        <dsp:cNvPr id="0" name=""/>
        <dsp:cNvSpPr/>
      </dsp:nvSpPr>
      <dsp:spPr>
        <a:xfrm>
          <a:off x="3298115" y="1050432"/>
          <a:ext cx="91440" cy="179878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987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5E50A2-ECA8-4FE9-A135-8544A98A9F5B}">
      <dsp:nvSpPr>
        <dsp:cNvPr id="0" name=""/>
        <dsp:cNvSpPr/>
      </dsp:nvSpPr>
      <dsp:spPr>
        <a:xfrm>
          <a:off x="978047" y="1050432"/>
          <a:ext cx="2365787" cy="1798780"/>
        </a:xfrm>
        <a:custGeom>
          <a:avLst/>
          <a:gdLst/>
          <a:ahLst/>
          <a:cxnLst/>
          <a:rect l="0" t="0" r="0" b="0"/>
          <a:pathLst>
            <a:path>
              <a:moveTo>
                <a:pt x="2365787" y="0"/>
              </a:moveTo>
              <a:lnTo>
                <a:pt x="2365787" y="1593485"/>
              </a:lnTo>
              <a:lnTo>
                <a:pt x="0" y="1593485"/>
              </a:lnTo>
              <a:lnTo>
                <a:pt x="0" y="17987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55FC9C-7DBF-481C-96A1-8C964319660C}">
      <dsp:nvSpPr>
        <dsp:cNvPr id="0" name=""/>
        <dsp:cNvSpPr/>
      </dsp:nvSpPr>
      <dsp:spPr>
        <a:xfrm>
          <a:off x="2366236" y="72834"/>
          <a:ext cx="1955196" cy="97759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300" b="0" i="0" kern="1200" dirty="0"/>
            <a:t>Direktur Utama</a:t>
          </a:r>
          <a:endParaRPr lang="id-ID" sz="3300" kern="1200" dirty="0"/>
        </a:p>
      </dsp:txBody>
      <dsp:txXfrm>
        <a:off x="2366236" y="72834"/>
        <a:ext cx="1955196" cy="977598"/>
      </dsp:txXfrm>
    </dsp:sp>
    <dsp:sp modelId="{63C6FE78-4FEB-47C8-8D19-B9A895B53934}">
      <dsp:nvSpPr>
        <dsp:cNvPr id="0" name=""/>
        <dsp:cNvSpPr/>
      </dsp:nvSpPr>
      <dsp:spPr>
        <a:xfrm>
          <a:off x="449" y="2849213"/>
          <a:ext cx="1955196" cy="97759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300" b="0" i="0" kern="1200" dirty="0"/>
            <a:t>Staff</a:t>
          </a:r>
          <a:endParaRPr lang="id-ID" sz="3300" kern="1200" dirty="0"/>
        </a:p>
      </dsp:txBody>
      <dsp:txXfrm>
        <a:off x="449" y="2849213"/>
        <a:ext cx="1955196" cy="977598"/>
      </dsp:txXfrm>
    </dsp:sp>
    <dsp:sp modelId="{0858216B-3026-4A8E-A2E6-56F2BF2EE1A3}">
      <dsp:nvSpPr>
        <dsp:cNvPr id="0" name=""/>
        <dsp:cNvSpPr/>
      </dsp:nvSpPr>
      <dsp:spPr>
        <a:xfrm>
          <a:off x="2366236" y="2849213"/>
          <a:ext cx="1955196" cy="97759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300" b="0" i="0" kern="1200" dirty="0"/>
            <a:t>Staff</a:t>
          </a:r>
          <a:endParaRPr lang="id-ID" sz="3300" kern="1200" dirty="0"/>
        </a:p>
      </dsp:txBody>
      <dsp:txXfrm>
        <a:off x="2366236" y="2849213"/>
        <a:ext cx="1955196" cy="977598"/>
      </dsp:txXfrm>
    </dsp:sp>
    <dsp:sp modelId="{7F85635C-07DC-43BD-96D8-E260EE607379}">
      <dsp:nvSpPr>
        <dsp:cNvPr id="0" name=""/>
        <dsp:cNvSpPr/>
      </dsp:nvSpPr>
      <dsp:spPr>
        <a:xfrm>
          <a:off x="4732024" y="2849213"/>
          <a:ext cx="1955196" cy="97759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300" b="0" i="0" kern="1200" dirty="0"/>
            <a:t>Staff</a:t>
          </a:r>
          <a:endParaRPr lang="id-ID" sz="3300" kern="1200" dirty="0"/>
        </a:p>
      </dsp:txBody>
      <dsp:txXfrm>
        <a:off x="4732024" y="2849213"/>
        <a:ext cx="1955196" cy="977598"/>
      </dsp:txXfrm>
    </dsp:sp>
    <dsp:sp modelId="{A0652A54-8DA5-4396-B849-E1DC3716712B}">
      <dsp:nvSpPr>
        <dsp:cNvPr id="0" name=""/>
        <dsp:cNvSpPr/>
      </dsp:nvSpPr>
      <dsp:spPr>
        <a:xfrm>
          <a:off x="1183342" y="1461023"/>
          <a:ext cx="1955196" cy="97759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d-ID" sz="3300" b="0" i="0" kern="1200" dirty="0"/>
            <a:t>Manager </a:t>
          </a:r>
          <a:endParaRPr lang="id-ID" sz="3300" kern="1200" dirty="0"/>
        </a:p>
      </dsp:txBody>
      <dsp:txXfrm>
        <a:off x="1183342" y="1461023"/>
        <a:ext cx="1955196" cy="9775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7E4C0-C3AD-4BF0-8C7A-228CBE41A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DAA88-419D-4DBF-94FC-F7121428C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497CD-5281-4F1B-A70E-7D72C667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CB15-DB72-4ABB-BC39-4D1142C87911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06E25-8964-4B01-B660-D593D85AF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B71C7-9236-4507-92B1-D5A46E430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8743F-7395-490E-9639-CA3F86E017B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16070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04DF1-655C-437B-A935-793F03D4B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C346A-E8FC-45A4-AF4D-62A18CD32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649C0-E761-4990-8572-FB4DFDF56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CB15-DB72-4ABB-BC39-4D1142C87911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7F649-508D-4B18-8012-3F6C53F27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2CAD5-C330-49FB-9588-144DCB0CF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8743F-7395-490E-9639-CA3F86E017B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32341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995E1-E9F2-447A-84A0-7DB6D9C61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6B439-3B01-4A3C-90B7-CF6ED4534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98D06-AD88-42F4-85E7-29741B27B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CB15-DB72-4ABB-BC39-4D1142C87911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8F913-F9C0-4594-8E1C-AAEDBCEC5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3C432-B8F6-4053-90E0-F66AC3BD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8743F-7395-490E-9639-CA3F86E017B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96695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FA311-EFCA-42E0-A30D-3E1CADF07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7DD28-1CA5-4510-9EAC-EE3A87DF6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F0A28-66F7-4F01-8E09-C13BBEE41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591B0-9683-42E3-877D-B34C890B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CB15-DB72-4ABB-BC39-4D1142C87911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F5B7C-4B53-4584-A2B3-657795544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2770A-F897-4817-AF51-4080DA861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8743F-7395-490E-9639-CA3F86E017B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8031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05C8D-DD6B-46DE-8BD8-657A760F6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AE236-E990-4A29-A305-C9843204E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5F6D4-45D5-443B-9C3B-911038105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25BB3-F298-4C59-979D-236B6DCEC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7273B1-7E33-4B31-B4B9-C02EAF6B4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91C24E-4E52-44A4-B2FD-EFAE1D508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CB15-DB72-4ABB-BC39-4D1142C87911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43DF64-75B9-43D6-9F3B-608AC0717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6E5989-617B-43C3-9B13-78DB2B30B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8743F-7395-490E-9639-CA3F86E017B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88137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885D5-6A23-4DB0-99B9-905951A18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1EAE07-D436-4522-AF68-2A694C47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CB15-DB72-4ABB-BC39-4D1142C87911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D5F0FF-7272-4F9F-91D8-95EAEB2F4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8CFF7A-FEFA-456E-8EC4-4D5041363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8743F-7395-490E-9639-CA3F86E017B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6786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F5AD9-2E65-4BF0-9061-345F27207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CB15-DB72-4ABB-BC39-4D1142C87911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A917CB-9712-4D1A-9749-C469CF9BC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3DA11-A202-4DC8-B1BB-1709845BC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8743F-7395-490E-9639-CA3F86E017B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80691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15D24-9AAF-4E98-ADF9-79AA96E2E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C2352-A08B-4797-AB2C-F8C82DC9C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14321-6882-4AAF-AE5C-D93AD907A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85171-05B5-41AC-93AE-11068205F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CB15-DB72-4ABB-BC39-4D1142C87911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3F0B9-2EFF-4D51-8B9B-BB08790D2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CB2DEB-3F70-4FAF-970B-171B536CB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8743F-7395-490E-9639-CA3F86E017B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3457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877D6-EAAE-4689-BC6A-7F8E61CEF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07C76D-3410-4B73-BDC5-386D68476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61E95-D723-4BA4-9A77-F1EF35C09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5EF0C-8CB9-4C0D-A939-F0E033699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CB15-DB72-4ABB-BC39-4D1142C87911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54319-39C4-4D4C-84C0-9FF2CA92B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72F68-76ED-4EEB-A407-E81A85B68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8743F-7395-490E-9639-CA3F86E017B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50883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EFAB-6CB0-403D-9641-B70CE44A2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E7C47-C843-41CE-94F8-9FB5733AC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6330A-512C-4A5C-B715-3541F1C87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CB15-DB72-4ABB-BC39-4D1142C87911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FEA30-528C-46BD-AE42-F216A25E4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0FB19-8D50-4B9B-928B-AF3E851E2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8743F-7395-490E-9639-CA3F86E017B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9987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5B388-2375-4F50-9768-5C2E0447AA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40CC9-1F63-4AD8-A0E7-F87A4517F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4F179-6C5A-4CAE-8649-E42ED7D16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7CB15-DB72-4ABB-BC39-4D1142C87911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D7936-D11E-49F9-88BB-EA1B7CEFF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738AA-459D-4427-9AFD-0FF2A20FF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8743F-7395-490E-9639-CA3F86E017B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8574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54CBF3-F5D8-46F0-87E0-4ECB5B0C5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E71A4-AB3F-4C60-9F8C-1B417F7E0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7FAFB-9CBE-40A9-89CA-78C8497158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7CB15-DB72-4ABB-BC39-4D1142C87911}" type="datetimeFigureOut">
              <a:rPr lang="id-ID" smtClean="0"/>
              <a:t>24/06/2026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D67C9-B00D-4DB6-9F69-5DF7ED4CA0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42DCA-A61B-4EB8-8B50-097F067D4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8743F-7395-490E-9639-CA3F86E017B7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38834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9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495EEEA-7A5D-418F-80C9-6E1DF6E205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00" y="1023353"/>
            <a:ext cx="4811293" cy="4811293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C42F9A-C83D-4743-8FE6-2DAB37B2F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2503113"/>
            <a:ext cx="5183188" cy="658906"/>
          </a:xfrm>
        </p:spPr>
        <p:txBody>
          <a:bodyPr>
            <a:normAutofit/>
          </a:bodyPr>
          <a:lstStyle/>
          <a:p>
            <a:r>
              <a:rPr lang="id-ID" sz="3600" b="1" i="0" dirty="0">
                <a:solidFill>
                  <a:srgbClr val="212529"/>
                </a:solidFill>
                <a:effectLst/>
                <a:latin typeface="Segoe UI" panose="020B0502040204020203" pitchFamily="34" charset="0"/>
              </a:rPr>
              <a:t>NAMA PERUSAHAAN</a:t>
            </a:r>
            <a:endParaRPr lang="id-ID" sz="36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C44031D-46FC-443E-AE20-24D21D00ED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3162019"/>
            <a:ext cx="5183188" cy="5339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d-ID" sz="2400" b="0" i="0" dirty="0">
                <a:solidFill>
                  <a:srgbClr val="212529"/>
                </a:solidFill>
                <a:effectLst/>
                <a:latin typeface="Segoe UI" panose="020B0502040204020203" pitchFamily="34" charset="0"/>
              </a:rPr>
              <a:t>Profil Perusahaan 202</a:t>
            </a:r>
            <a:r>
              <a:rPr lang="en-US" sz="2400" b="0" i="0" dirty="0">
                <a:solidFill>
                  <a:srgbClr val="212529"/>
                </a:solidFill>
                <a:effectLst/>
                <a:latin typeface="Segoe UI" panose="020B0502040204020203" pitchFamily="34" charset="0"/>
              </a:rPr>
              <a:t>6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3018576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78401-9D77-49A5-8020-1F107213E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966"/>
          </a:xfrm>
        </p:spPr>
        <p:txBody>
          <a:bodyPr/>
          <a:lstStyle/>
          <a:p>
            <a:pPr algn="ctr"/>
            <a:r>
              <a:rPr lang="id-ID" b="1" dirty="0">
                <a:solidFill>
                  <a:srgbClr val="002060"/>
                </a:solidFill>
              </a:rPr>
              <a:t>VISI &amp; MISI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AEAF7-CC47-4FB3-984E-C5A8E4023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93988"/>
            <a:ext cx="10515600" cy="9579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VISI</a:t>
            </a:r>
            <a:endParaRPr lang="en-US" sz="2000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id-ID" sz="2000" dirty="0">
                <a:solidFill>
                  <a:srgbClr val="7030A0"/>
                </a:solidFill>
              </a:rPr>
              <a:t>Menjadi pribadi yang terus berkembang, berprestasi, dan memberikan manfaat bagi lingkungan sekitar.</a:t>
            </a:r>
          </a:p>
        </p:txBody>
      </p:sp>
      <p:pic>
        <p:nvPicPr>
          <p:cNvPr id="5" name="Graphic 4" descr="Bullseye with solid fill">
            <a:extLst>
              <a:ext uri="{FF2B5EF4-FFF2-40B4-BE49-F238E27FC236}">
                <a16:creationId xmlns:a16="http://schemas.microsoft.com/office/drawing/2014/main" id="{1B12DF1F-56ED-401D-BA88-3A237FECA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40306" y="1435099"/>
            <a:ext cx="914400" cy="914400"/>
          </a:xfrm>
          <a:prstGeom prst="rect">
            <a:avLst/>
          </a:prstGeom>
        </p:spPr>
      </p:pic>
      <p:pic>
        <p:nvPicPr>
          <p:cNvPr id="7" name="Graphic 6" descr="Star with solid fill">
            <a:extLst>
              <a:ext uri="{FF2B5EF4-FFF2-40B4-BE49-F238E27FC236}">
                <a16:creationId xmlns:a16="http://schemas.microsoft.com/office/drawing/2014/main" id="{DA68C3A9-0235-457D-8696-93A83634E7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1435099"/>
            <a:ext cx="914400" cy="914400"/>
          </a:xfrm>
          <a:prstGeom prst="rect">
            <a:avLst/>
          </a:prstGeom>
        </p:spPr>
      </p:pic>
      <p:pic>
        <p:nvPicPr>
          <p:cNvPr id="9" name="Graphic 8" descr="Upward trend with solid fill">
            <a:extLst>
              <a:ext uri="{FF2B5EF4-FFF2-40B4-BE49-F238E27FC236}">
                <a16:creationId xmlns:a16="http://schemas.microsoft.com/office/drawing/2014/main" id="{81C609A6-0427-43E4-A566-464A00A2E7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37294" y="1421652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05600B-B194-4B1A-A488-BC17448898FD}"/>
              </a:ext>
            </a:extLst>
          </p:cNvPr>
          <p:cNvSpPr txBox="1"/>
          <p:nvPr/>
        </p:nvSpPr>
        <p:spPr>
          <a:xfrm>
            <a:off x="838200" y="4003583"/>
            <a:ext cx="1051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b="1" dirty="0">
                <a:solidFill>
                  <a:srgbClr val="7030A0"/>
                </a:solidFill>
              </a:rPr>
              <a:t>MISI</a:t>
            </a:r>
            <a:endParaRPr lang="en-US" b="1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 dirty="0">
                <a:solidFill>
                  <a:srgbClr val="7030A0"/>
                </a:solidFill>
              </a:rPr>
              <a:t>Belajar dan meningkatkan kemampuan setiap hari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dirty="0">
                <a:solidFill>
                  <a:srgbClr val="7030A0"/>
                </a:solidFill>
              </a:rPr>
              <a:t>Mengembangkan kreativitas dalam berbagai bidang.</a:t>
            </a:r>
            <a:endParaRPr lang="fi-FI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>
                <a:solidFill>
                  <a:srgbClr val="7030A0"/>
                </a:solidFill>
              </a:rPr>
              <a:t>Menjalin hubungan baik dengan teman dan lingkungan.</a:t>
            </a:r>
            <a:endParaRPr lang="fi-FI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>
                <a:solidFill>
                  <a:srgbClr val="7030A0"/>
                </a:solidFill>
              </a:rPr>
              <a:t>Berusaha mencapai target akademik maupun non-akademik.</a:t>
            </a:r>
            <a:endParaRPr lang="fi-FI" dirty="0">
              <a:solidFill>
                <a:srgbClr val="7030A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d-ID" dirty="0">
                <a:solidFill>
                  <a:srgbClr val="7030A0"/>
                </a:solidFill>
              </a:rPr>
              <a:t>Menjadi pribadi yang disiplin, bertanggung jawab, dan jujur.</a:t>
            </a:r>
          </a:p>
        </p:txBody>
      </p:sp>
    </p:spTree>
    <p:extLst>
      <p:ext uri="{BB962C8B-B14F-4D97-AF65-F5344CB8AC3E}">
        <p14:creationId xmlns:p14="http://schemas.microsoft.com/office/powerpoint/2010/main" val="2899314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9BDF-83F9-4FDA-BCDD-A878900FF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 i="0" dirty="0">
                <a:solidFill>
                  <a:srgbClr val="002060"/>
                </a:solidFill>
                <a:effectLst/>
                <a:latin typeface="Segoe UI" panose="020B0502040204020203" pitchFamily="34" charset="0"/>
              </a:rPr>
              <a:t>STRUKTUR ORGANISASI</a:t>
            </a:r>
            <a:endParaRPr lang="id-ID" dirty="0">
              <a:solidFill>
                <a:srgbClr val="002060"/>
              </a:solidFill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B834E47-AE3A-4A4E-8FCC-F62C2B57B2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6718788"/>
              </p:ext>
            </p:extLst>
          </p:nvPr>
        </p:nvGraphicFramePr>
        <p:xfrm>
          <a:off x="2752165" y="1690689"/>
          <a:ext cx="6687670" cy="38996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10348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4F3E1-8273-43E2-858F-4DEC7545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 i="0" dirty="0">
                <a:solidFill>
                  <a:srgbClr val="002060"/>
                </a:solidFill>
                <a:effectLst/>
                <a:latin typeface="Segoe UI" panose="020B0502040204020203" pitchFamily="34" charset="0"/>
              </a:rPr>
              <a:t>PRODUK &amp; LAYANAN</a:t>
            </a:r>
            <a:endParaRPr lang="id-ID" dirty="0">
              <a:solidFill>
                <a:srgbClr val="002060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FC333E-ADA9-4A82-9EC4-98BED455D168}"/>
              </a:ext>
            </a:extLst>
          </p:cNvPr>
          <p:cNvSpPr/>
          <p:nvPr/>
        </p:nvSpPr>
        <p:spPr>
          <a:xfrm>
            <a:off x="2407024" y="1842247"/>
            <a:ext cx="3751730" cy="20305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000" b="1" dirty="0"/>
              <a:t>Laptop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2817034-DFA9-4301-95B6-9AB570AAAF40}"/>
              </a:ext>
            </a:extLst>
          </p:cNvPr>
          <p:cNvSpPr/>
          <p:nvPr/>
        </p:nvSpPr>
        <p:spPr>
          <a:xfrm>
            <a:off x="6347012" y="1842247"/>
            <a:ext cx="3751730" cy="20305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000" b="1" dirty="0"/>
              <a:t>Smartphone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33442C-37F4-433D-B779-33DA56BD3EBF}"/>
              </a:ext>
            </a:extLst>
          </p:cNvPr>
          <p:cNvSpPr/>
          <p:nvPr/>
        </p:nvSpPr>
        <p:spPr>
          <a:xfrm>
            <a:off x="2407024" y="4114800"/>
            <a:ext cx="3751730" cy="20305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r"/>
            <a:r>
              <a:rPr lang="id-ID" sz="2000" b="1" dirty="0"/>
              <a:t>Servis Komputer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8D54B4-1508-489D-9984-062A54F196C0}"/>
              </a:ext>
            </a:extLst>
          </p:cNvPr>
          <p:cNvSpPr/>
          <p:nvPr/>
        </p:nvSpPr>
        <p:spPr>
          <a:xfrm>
            <a:off x="6347012" y="4114800"/>
            <a:ext cx="3751730" cy="203050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0" rIns="0" rtlCol="0" anchor="ctr"/>
          <a:lstStyle/>
          <a:p>
            <a:r>
              <a:rPr lang="id-ID" sz="2000" b="1" dirty="0"/>
              <a:t>Pelatihan</a:t>
            </a:r>
            <a:endParaRPr lang="en-US" sz="2000" b="1" dirty="0"/>
          </a:p>
          <a:p>
            <a:r>
              <a:rPr lang="id-ID" sz="2000" b="1" dirty="0"/>
              <a:t>Komputer</a:t>
            </a:r>
          </a:p>
        </p:txBody>
      </p:sp>
      <p:pic>
        <p:nvPicPr>
          <p:cNvPr id="10" name="Graphic 9" descr="Internet with solid fill">
            <a:extLst>
              <a:ext uri="{FF2B5EF4-FFF2-40B4-BE49-F238E27FC236}">
                <a16:creationId xmlns:a16="http://schemas.microsoft.com/office/drawing/2014/main" id="{75501A5C-C077-4296-A062-D7615A1E0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86635" y="2400300"/>
            <a:ext cx="914400" cy="914400"/>
          </a:xfrm>
          <a:prstGeom prst="rect">
            <a:avLst/>
          </a:prstGeom>
        </p:spPr>
      </p:pic>
      <p:pic>
        <p:nvPicPr>
          <p:cNvPr id="12" name="Graphic 11" descr="Smart Phone with solid fill">
            <a:extLst>
              <a:ext uri="{FF2B5EF4-FFF2-40B4-BE49-F238E27FC236}">
                <a16:creationId xmlns:a16="http://schemas.microsoft.com/office/drawing/2014/main" id="{7AFD7BF0-7BF8-464B-9653-1F1C1EC92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8365" y="2440642"/>
            <a:ext cx="914400" cy="914400"/>
          </a:xfrm>
          <a:prstGeom prst="rect">
            <a:avLst/>
          </a:prstGeom>
        </p:spPr>
      </p:pic>
      <p:pic>
        <p:nvPicPr>
          <p:cNvPr id="14" name="Graphic 13" descr="Tools with solid fill">
            <a:extLst>
              <a:ext uri="{FF2B5EF4-FFF2-40B4-BE49-F238E27FC236}">
                <a16:creationId xmlns:a16="http://schemas.microsoft.com/office/drawing/2014/main" id="{8FAB88D0-B06A-4252-B397-B30E7755BA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00083" y="4672853"/>
            <a:ext cx="914400" cy="914400"/>
          </a:xfrm>
          <a:prstGeom prst="rect">
            <a:avLst/>
          </a:prstGeom>
        </p:spPr>
      </p:pic>
      <p:pic>
        <p:nvPicPr>
          <p:cNvPr id="16" name="Graphic 15" descr="Graduation cap with solid fill">
            <a:extLst>
              <a:ext uri="{FF2B5EF4-FFF2-40B4-BE49-F238E27FC236}">
                <a16:creationId xmlns:a16="http://schemas.microsoft.com/office/drawing/2014/main" id="{D1D0A9A0-C374-4B21-84A8-4A4E99F4ED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64311" y="467285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43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E348-0999-4233-8A5B-5387DDE2B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 b="1" dirty="0">
                <a:solidFill>
                  <a:srgbClr val="002060"/>
                </a:solidFill>
              </a:rPr>
              <a:t>TERIMA KASIH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A5A39C-669C-4152-B74F-0B4CAD21102F}"/>
              </a:ext>
            </a:extLst>
          </p:cNvPr>
          <p:cNvSpPr txBox="1"/>
          <p:nvPr/>
        </p:nvSpPr>
        <p:spPr>
          <a:xfrm>
            <a:off x="1195754" y="1885071"/>
            <a:ext cx="10016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i="1"/>
              <a:t>"Semoga presentasi ini memberikan gambaran yang bermanfaat. Saya siap menerima pertanyaan dan masukan."</a:t>
            </a:r>
            <a:endParaRPr lang="id-ID" i="1" dirty="0"/>
          </a:p>
        </p:txBody>
      </p:sp>
      <p:pic>
        <p:nvPicPr>
          <p:cNvPr id="5" name="Graphic 4" descr="Envelope with solid fill">
            <a:extLst>
              <a:ext uri="{FF2B5EF4-FFF2-40B4-BE49-F238E27FC236}">
                <a16:creationId xmlns:a16="http://schemas.microsoft.com/office/drawing/2014/main" id="{FE606EE9-DA59-4115-B000-99E419CED2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0357" y="2971800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4A38B5-69D2-4B67-B74B-DCC0BADA395F}"/>
              </a:ext>
            </a:extLst>
          </p:cNvPr>
          <p:cNvSpPr txBox="1"/>
          <p:nvPr/>
        </p:nvSpPr>
        <p:spPr>
          <a:xfrm>
            <a:off x="2686929" y="3244334"/>
            <a:ext cx="186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info@contoh.com</a:t>
            </a:r>
          </a:p>
        </p:txBody>
      </p:sp>
      <p:pic>
        <p:nvPicPr>
          <p:cNvPr id="8" name="Graphic 7" descr="Receiver with solid fill">
            <a:extLst>
              <a:ext uri="{FF2B5EF4-FFF2-40B4-BE49-F238E27FC236}">
                <a16:creationId xmlns:a16="http://schemas.microsoft.com/office/drawing/2014/main" id="{B2111908-5068-49EF-BC6B-8673202B44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0357" y="3886200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697CAA-5154-41B4-9B82-4E6026AB2ECA}"/>
              </a:ext>
            </a:extLst>
          </p:cNvPr>
          <p:cNvSpPr txBox="1"/>
          <p:nvPr/>
        </p:nvSpPr>
        <p:spPr>
          <a:xfrm>
            <a:off x="2686929" y="4158734"/>
            <a:ext cx="1729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0812-3456-7890</a:t>
            </a:r>
          </a:p>
        </p:txBody>
      </p:sp>
      <p:pic>
        <p:nvPicPr>
          <p:cNvPr id="11" name="Graphic 10" descr="Internet with solid fill">
            <a:extLst>
              <a:ext uri="{FF2B5EF4-FFF2-40B4-BE49-F238E27FC236}">
                <a16:creationId xmlns:a16="http://schemas.microsoft.com/office/drawing/2014/main" id="{F97F9770-0591-41B1-8530-9A59957BB5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0357" y="4985211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1F81D0-0142-4BD3-8EED-CAC742318F66}"/>
              </a:ext>
            </a:extLst>
          </p:cNvPr>
          <p:cNvSpPr txBox="1"/>
          <p:nvPr/>
        </p:nvSpPr>
        <p:spPr>
          <a:xfrm>
            <a:off x="2686929" y="5073134"/>
            <a:ext cx="1840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www.contoh.com</a:t>
            </a:r>
          </a:p>
        </p:txBody>
      </p:sp>
    </p:spTree>
    <p:extLst>
      <p:ext uri="{BB962C8B-B14F-4D97-AF65-F5344CB8AC3E}">
        <p14:creationId xmlns:p14="http://schemas.microsoft.com/office/powerpoint/2010/main" val="340070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110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Office Theme</vt:lpstr>
      <vt:lpstr>PowerPoint Presentation</vt:lpstr>
      <vt:lpstr>VISI &amp; MISI</vt:lpstr>
      <vt:lpstr>STRUKTUR ORGANISASI</vt:lpstr>
      <vt:lpstr>PRODUK &amp; LAYANAN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ONY</dc:creator>
  <cp:lastModifiedBy>ONY</cp:lastModifiedBy>
  <cp:revision>4</cp:revision>
  <dcterms:created xsi:type="dcterms:W3CDTF">2026-06-24T15:24:56Z</dcterms:created>
  <dcterms:modified xsi:type="dcterms:W3CDTF">2026-06-24T15:48:02Z</dcterms:modified>
</cp:coreProperties>
</file>