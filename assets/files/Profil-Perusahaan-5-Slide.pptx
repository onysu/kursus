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BA302D-7849-488F-85E0-E61E59429140}" type="doc">
      <dgm:prSet loTypeId="urn:microsoft.com/office/officeart/2005/8/layout/orgChart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id-ID"/>
        </a:p>
      </dgm:t>
    </dgm:pt>
    <dgm:pt modelId="{3E73C421-6307-4738-8EA6-731E90E02BD9}">
      <dgm:prSet phldrT="[Text]" custT="1"/>
      <dgm:spPr/>
      <dgm:t>
        <a:bodyPr/>
        <a:lstStyle/>
        <a:p>
          <a:r>
            <a:rPr lang="id-ID" sz="2400" b="1" i="0" dirty="0"/>
            <a:t>Direktur Utama</a:t>
          </a:r>
          <a:endParaRPr lang="id-ID" sz="2400" b="1" dirty="0"/>
        </a:p>
      </dgm:t>
    </dgm:pt>
    <dgm:pt modelId="{7A930C57-84A7-4455-96D1-0C3861288398}" type="parTrans" cxnId="{96BB36A5-29A2-4913-96F1-53A628F38CB8}">
      <dgm:prSet/>
      <dgm:spPr/>
      <dgm:t>
        <a:bodyPr/>
        <a:lstStyle/>
        <a:p>
          <a:endParaRPr lang="id-ID" sz="1200" b="1"/>
        </a:p>
      </dgm:t>
    </dgm:pt>
    <dgm:pt modelId="{58477D8B-2D48-4177-B1DC-D68DB600EC55}" type="sibTrans" cxnId="{96BB36A5-29A2-4913-96F1-53A628F38CB8}">
      <dgm:prSet/>
      <dgm:spPr/>
      <dgm:t>
        <a:bodyPr/>
        <a:lstStyle/>
        <a:p>
          <a:endParaRPr lang="id-ID" sz="1200" b="1"/>
        </a:p>
      </dgm:t>
    </dgm:pt>
    <dgm:pt modelId="{70F38198-7923-4C41-BED4-8D6EDBAEFDF7}" type="asst">
      <dgm:prSet phldrT="[Text]" custT="1"/>
      <dgm:spPr/>
      <dgm:t>
        <a:bodyPr/>
        <a:lstStyle/>
        <a:p>
          <a:r>
            <a:rPr lang="id-ID" sz="2400" b="1" i="0" dirty="0"/>
            <a:t>Manager </a:t>
          </a:r>
          <a:endParaRPr lang="id-ID" sz="2400" b="1" dirty="0"/>
        </a:p>
      </dgm:t>
    </dgm:pt>
    <dgm:pt modelId="{978C135A-78CD-46EC-B372-9D1233ADD348}" type="parTrans" cxnId="{7530BF80-23B2-41DA-A41F-8F1D26EDFC3E}">
      <dgm:prSet/>
      <dgm:spPr/>
      <dgm:t>
        <a:bodyPr/>
        <a:lstStyle/>
        <a:p>
          <a:endParaRPr lang="id-ID" sz="1200" b="1"/>
        </a:p>
      </dgm:t>
    </dgm:pt>
    <dgm:pt modelId="{CE8252D6-C979-493E-A74D-AC8D8E941A4D}" type="sibTrans" cxnId="{7530BF80-23B2-41DA-A41F-8F1D26EDFC3E}">
      <dgm:prSet/>
      <dgm:spPr/>
      <dgm:t>
        <a:bodyPr/>
        <a:lstStyle/>
        <a:p>
          <a:endParaRPr lang="id-ID" sz="1200" b="1"/>
        </a:p>
      </dgm:t>
    </dgm:pt>
    <dgm:pt modelId="{2F4E69BF-DA35-4AF2-9188-046F0FB52CF7}">
      <dgm:prSet phldrT="[Text]" custT="1"/>
      <dgm:spPr/>
      <dgm:t>
        <a:bodyPr/>
        <a:lstStyle/>
        <a:p>
          <a:r>
            <a:rPr lang="id-ID" sz="2400" b="1" i="0" dirty="0"/>
            <a:t>Staff</a:t>
          </a:r>
          <a:endParaRPr lang="id-ID" sz="2400" b="1" dirty="0"/>
        </a:p>
      </dgm:t>
    </dgm:pt>
    <dgm:pt modelId="{E4FACA16-4BA8-48B1-95C0-0933D96F2033}" type="parTrans" cxnId="{D8127028-F647-4F13-8350-07B54F70C01E}">
      <dgm:prSet/>
      <dgm:spPr/>
      <dgm:t>
        <a:bodyPr/>
        <a:lstStyle/>
        <a:p>
          <a:endParaRPr lang="id-ID" sz="1200" b="1"/>
        </a:p>
      </dgm:t>
    </dgm:pt>
    <dgm:pt modelId="{89BEA6DF-34DE-4E4F-8B34-805C83B60C6C}" type="sibTrans" cxnId="{D8127028-F647-4F13-8350-07B54F70C01E}">
      <dgm:prSet/>
      <dgm:spPr/>
      <dgm:t>
        <a:bodyPr/>
        <a:lstStyle/>
        <a:p>
          <a:endParaRPr lang="id-ID" sz="1200" b="1"/>
        </a:p>
      </dgm:t>
    </dgm:pt>
    <dgm:pt modelId="{BC2502FE-AA90-486E-8F44-BED4AB20C6F3}">
      <dgm:prSet phldrT="[Text]" custT="1"/>
      <dgm:spPr/>
      <dgm:t>
        <a:bodyPr/>
        <a:lstStyle/>
        <a:p>
          <a:r>
            <a:rPr lang="id-ID" sz="2400" b="1" i="0" dirty="0"/>
            <a:t>Staff</a:t>
          </a:r>
          <a:endParaRPr lang="id-ID" sz="2400" b="1" dirty="0"/>
        </a:p>
      </dgm:t>
    </dgm:pt>
    <dgm:pt modelId="{BB9C94EC-C0A6-4145-A1AF-AB11B96B61FD}" type="parTrans" cxnId="{ACFD7AAE-7B98-49D3-9865-8AE700E53D27}">
      <dgm:prSet/>
      <dgm:spPr/>
      <dgm:t>
        <a:bodyPr/>
        <a:lstStyle/>
        <a:p>
          <a:endParaRPr lang="id-ID" sz="1200" b="1"/>
        </a:p>
      </dgm:t>
    </dgm:pt>
    <dgm:pt modelId="{C6E1F6D2-ADDE-4E0C-AE60-B9667874DBD1}" type="sibTrans" cxnId="{ACFD7AAE-7B98-49D3-9865-8AE700E53D27}">
      <dgm:prSet/>
      <dgm:spPr/>
      <dgm:t>
        <a:bodyPr/>
        <a:lstStyle/>
        <a:p>
          <a:endParaRPr lang="id-ID" sz="1200" b="1"/>
        </a:p>
      </dgm:t>
    </dgm:pt>
    <dgm:pt modelId="{33BABA36-213F-409F-9F59-CC89D86A1110}">
      <dgm:prSet phldrT="[Text]" custT="1"/>
      <dgm:spPr/>
      <dgm:t>
        <a:bodyPr/>
        <a:lstStyle/>
        <a:p>
          <a:r>
            <a:rPr lang="id-ID" sz="2400" b="1" i="0" dirty="0"/>
            <a:t>Staff</a:t>
          </a:r>
          <a:endParaRPr lang="id-ID" sz="2400" b="1" dirty="0"/>
        </a:p>
      </dgm:t>
    </dgm:pt>
    <dgm:pt modelId="{D3A713A0-4F3B-4722-82C8-7196ADCEF8D2}" type="parTrans" cxnId="{13580966-7EC0-4B43-BB6B-E469773D5471}">
      <dgm:prSet/>
      <dgm:spPr/>
      <dgm:t>
        <a:bodyPr/>
        <a:lstStyle/>
        <a:p>
          <a:endParaRPr lang="id-ID" sz="1200" b="1"/>
        </a:p>
      </dgm:t>
    </dgm:pt>
    <dgm:pt modelId="{518F192D-3AB1-4579-A1DF-06940A3FEC9A}" type="sibTrans" cxnId="{13580966-7EC0-4B43-BB6B-E469773D5471}">
      <dgm:prSet/>
      <dgm:spPr/>
      <dgm:t>
        <a:bodyPr/>
        <a:lstStyle/>
        <a:p>
          <a:endParaRPr lang="id-ID" sz="1200" b="1"/>
        </a:p>
      </dgm:t>
    </dgm:pt>
    <dgm:pt modelId="{A165302B-79EE-4E00-9B8A-C73C04B28CED}" type="pres">
      <dgm:prSet presAssocID="{BCBA302D-7849-488F-85E0-E61E5942914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115F903-EC05-4118-9B94-086F8B8F3DB8}" type="pres">
      <dgm:prSet presAssocID="{3E73C421-6307-4738-8EA6-731E90E02BD9}" presName="hierRoot1" presStyleCnt="0">
        <dgm:presLayoutVars>
          <dgm:hierBranch val="init"/>
        </dgm:presLayoutVars>
      </dgm:prSet>
      <dgm:spPr/>
    </dgm:pt>
    <dgm:pt modelId="{EFB857A4-2887-45F7-BDFE-8B52E4A027A7}" type="pres">
      <dgm:prSet presAssocID="{3E73C421-6307-4738-8EA6-731E90E02BD9}" presName="rootComposite1" presStyleCnt="0"/>
      <dgm:spPr/>
    </dgm:pt>
    <dgm:pt modelId="{EF55FC9C-7DBF-481C-96A1-8C964319660C}" type="pres">
      <dgm:prSet presAssocID="{3E73C421-6307-4738-8EA6-731E90E02BD9}" presName="rootText1" presStyleLbl="node0" presStyleIdx="0" presStyleCnt="1">
        <dgm:presLayoutVars>
          <dgm:chPref val="3"/>
        </dgm:presLayoutVars>
      </dgm:prSet>
      <dgm:spPr/>
    </dgm:pt>
    <dgm:pt modelId="{72A540BD-D622-4A45-BD00-19A179415CD5}" type="pres">
      <dgm:prSet presAssocID="{3E73C421-6307-4738-8EA6-731E90E02BD9}" presName="rootConnector1" presStyleLbl="node1" presStyleIdx="0" presStyleCnt="0"/>
      <dgm:spPr/>
    </dgm:pt>
    <dgm:pt modelId="{09A4BC66-FEF0-4277-AD32-29715FF0509C}" type="pres">
      <dgm:prSet presAssocID="{3E73C421-6307-4738-8EA6-731E90E02BD9}" presName="hierChild2" presStyleCnt="0"/>
      <dgm:spPr/>
    </dgm:pt>
    <dgm:pt modelId="{765E50A2-ECA8-4FE9-A135-8544A98A9F5B}" type="pres">
      <dgm:prSet presAssocID="{E4FACA16-4BA8-48B1-95C0-0933D96F2033}" presName="Name37" presStyleLbl="parChTrans1D2" presStyleIdx="0" presStyleCnt="4"/>
      <dgm:spPr/>
    </dgm:pt>
    <dgm:pt modelId="{601198B5-2340-4700-98A2-649A71FE537C}" type="pres">
      <dgm:prSet presAssocID="{2F4E69BF-DA35-4AF2-9188-046F0FB52CF7}" presName="hierRoot2" presStyleCnt="0">
        <dgm:presLayoutVars>
          <dgm:hierBranch val="init"/>
        </dgm:presLayoutVars>
      </dgm:prSet>
      <dgm:spPr/>
    </dgm:pt>
    <dgm:pt modelId="{AA907682-608E-4C20-8918-488BFD586768}" type="pres">
      <dgm:prSet presAssocID="{2F4E69BF-DA35-4AF2-9188-046F0FB52CF7}" presName="rootComposite" presStyleCnt="0"/>
      <dgm:spPr/>
    </dgm:pt>
    <dgm:pt modelId="{63C6FE78-4FEB-47C8-8D19-B9A895B53934}" type="pres">
      <dgm:prSet presAssocID="{2F4E69BF-DA35-4AF2-9188-046F0FB52CF7}" presName="rootText" presStyleLbl="node2" presStyleIdx="0" presStyleCnt="3">
        <dgm:presLayoutVars>
          <dgm:chPref val="3"/>
        </dgm:presLayoutVars>
      </dgm:prSet>
      <dgm:spPr/>
    </dgm:pt>
    <dgm:pt modelId="{BB784867-0D4B-4838-B817-F080F5D681AA}" type="pres">
      <dgm:prSet presAssocID="{2F4E69BF-DA35-4AF2-9188-046F0FB52CF7}" presName="rootConnector" presStyleLbl="node2" presStyleIdx="0" presStyleCnt="3"/>
      <dgm:spPr/>
    </dgm:pt>
    <dgm:pt modelId="{13F9CF25-98B2-4673-80DF-56195DB9201D}" type="pres">
      <dgm:prSet presAssocID="{2F4E69BF-DA35-4AF2-9188-046F0FB52CF7}" presName="hierChild4" presStyleCnt="0"/>
      <dgm:spPr/>
    </dgm:pt>
    <dgm:pt modelId="{D9ED824C-0C55-4E93-9E15-49BA7A93B5AD}" type="pres">
      <dgm:prSet presAssocID="{2F4E69BF-DA35-4AF2-9188-046F0FB52CF7}" presName="hierChild5" presStyleCnt="0"/>
      <dgm:spPr/>
    </dgm:pt>
    <dgm:pt modelId="{B9A6ADA5-A50C-4DC9-8B40-8FFCAE0CDC1F}" type="pres">
      <dgm:prSet presAssocID="{BB9C94EC-C0A6-4145-A1AF-AB11B96B61FD}" presName="Name37" presStyleLbl="parChTrans1D2" presStyleIdx="1" presStyleCnt="4"/>
      <dgm:spPr/>
    </dgm:pt>
    <dgm:pt modelId="{DAC14B8C-DDA6-46D9-9650-D84F4663A95B}" type="pres">
      <dgm:prSet presAssocID="{BC2502FE-AA90-486E-8F44-BED4AB20C6F3}" presName="hierRoot2" presStyleCnt="0">
        <dgm:presLayoutVars>
          <dgm:hierBranch val="init"/>
        </dgm:presLayoutVars>
      </dgm:prSet>
      <dgm:spPr/>
    </dgm:pt>
    <dgm:pt modelId="{BD039ECB-0CEE-41C9-A2DE-A24AD02D816E}" type="pres">
      <dgm:prSet presAssocID="{BC2502FE-AA90-486E-8F44-BED4AB20C6F3}" presName="rootComposite" presStyleCnt="0"/>
      <dgm:spPr/>
    </dgm:pt>
    <dgm:pt modelId="{0858216B-3026-4A8E-A2E6-56F2BF2EE1A3}" type="pres">
      <dgm:prSet presAssocID="{BC2502FE-AA90-486E-8F44-BED4AB20C6F3}" presName="rootText" presStyleLbl="node2" presStyleIdx="1" presStyleCnt="3">
        <dgm:presLayoutVars>
          <dgm:chPref val="3"/>
        </dgm:presLayoutVars>
      </dgm:prSet>
      <dgm:spPr/>
    </dgm:pt>
    <dgm:pt modelId="{9516E1A9-59EC-46F3-8D96-53F36CA44FA6}" type="pres">
      <dgm:prSet presAssocID="{BC2502FE-AA90-486E-8F44-BED4AB20C6F3}" presName="rootConnector" presStyleLbl="node2" presStyleIdx="1" presStyleCnt="3"/>
      <dgm:spPr/>
    </dgm:pt>
    <dgm:pt modelId="{63DF388C-BE72-4F26-8D6B-E3A425E6C2E0}" type="pres">
      <dgm:prSet presAssocID="{BC2502FE-AA90-486E-8F44-BED4AB20C6F3}" presName="hierChild4" presStyleCnt="0"/>
      <dgm:spPr/>
    </dgm:pt>
    <dgm:pt modelId="{6A65D545-373D-4990-BA81-CCE81A5EBFF9}" type="pres">
      <dgm:prSet presAssocID="{BC2502FE-AA90-486E-8F44-BED4AB20C6F3}" presName="hierChild5" presStyleCnt="0"/>
      <dgm:spPr/>
    </dgm:pt>
    <dgm:pt modelId="{1DD20807-1764-469C-B125-B0C3569F1A42}" type="pres">
      <dgm:prSet presAssocID="{D3A713A0-4F3B-4722-82C8-7196ADCEF8D2}" presName="Name37" presStyleLbl="parChTrans1D2" presStyleIdx="2" presStyleCnt="4"/>
      <dgm:spPr/>
    </dgm:pt>
    <dgm:pt modelId="{3F40A3D1-E135-493C-8E49-C791328D2D8C}" type="pres">
      <dgm:prSet presAssocID="{33BABA36-213F-409F-9F59-CC89D86A1110}" presName="hierRoot2" presStyleCnt="0">
        <dgm:presLayoutVars>
          <dgm:hierBranch val="init"/>
        </dgm:presLayoutVars>
      </dgm:prSet>
      <dgm:spPr/>
    </dgm:pt>
    <dgm:pt modelId="{DF462496-7E82-4815-B472-4B63A6397FA2}" type="pres">
      <dgm:prSet presAssocID="{33BABA36-213F-409F-9F59-CC89D86A1110}" presName="rootComposite" presStyleCnt="0"/>
      <dgm:spPr/>
    </dgm:pt>
    <dgm:pt modelId="{7F85635C-07DC-43BD-96D8-E260EE607379}" type="pres">
      <dgm:prSet presAssocID="{33BABA36-213F-409F-9F59-CC89D86A1110}" presName="rootText" presStyleLbl="node2" presStyleIdx="2" presStyleCnt="3">
        <dgm:presLayoutVars>
          <dgm:chPref val="3"/>
        </dgm:presLayoutVars>
      </dgm:prSet>
      <dgm:spPr/>
    </dgm:pt>
    <dgm:pt modelId="{6FB5B80E-CE63-439A-8C5A-CC3D245656D7}" type="pres">
      <dgm:prSet presAssocID="{33BABA36-213F-409F-9F59-CC89D86A1110}" presName="rootConnector" presStyleLbl="node2" presStyleIdx="2" presStyleCnt="3"/>
      <dgm:spPr/>
    </dgm:pt>
    <dgm:pt modelId="{617DFE0F-C548-4AA2-B291-1C3FD0BBDAB3}" type="pres">
      <dgm:prSet presAssocID="{33BABA36-213F-409F-9F59-CC89D86A1110}" presName="hierChild4" presStyleCnt="0"/>
      <dgm:spPr/>
    </dgm:pt>
    <dgm:pt modelId="{6FFA1986-E70C-4BAB-82B2-5328527780C3}" type="pres">
      <dgm:prSet presAssocID="{33BABA36-213F-409F-9F59-CC89D86A1110}" presName="hierChild5" presStyleCnt="0"/>
      <dgm:spPr/>
    </dgm:pt>
    <dgm:pt modelId="{0170C22A-75B2-48DF-BD1F-DD126CB99FC0}" type="pres">
      <dgm:prSet presAssocID="{3E73C421-6307-4738-8EA6-731E90E02BD9}" presName="hierChild3" presStyleCnt="0"/>
      <dgm:spPr/>
    </dgm:pt>
    <dgm:pt modelId="{2738AEF8-C1FC-4834-8147-5D9CA86FEC55}" type="pres">
      <dgm:prSet presAssocID="{978C135A-78CD-46EC-B372-9D1233ADD348}" presName="Name111" presStyleLbl="parChTrans1D2" presStyleIdx="3" presStyleCnt="4"/>
      <dgm:spPr/>
    </dgm:pt>
    <dgm:pt modelId="{3070B69E-4A9E-43FB-9B36-2B628480A8E7}" type="pres">
      <dgm:prSet presAssocID="{70F38198-7923-4C41-BED4-8D6EDBAEFDF7}" presName="hierRoot3" presStyleCnt="0">
        <dgm:presLayoutVars>
          <dgm:hierBranch val="init"/>
        </dgm:presLayoutVars>
      </dgm:prSet>
      <dgm:spPr/>
    </dgm:pt>
    <dgm:pt modelId="{AB09E26E-56CA-4FD1-9D5A-AB991C229EB8}" type="pres">
      <dgm:prSet presAssocID="{70F38198-7923-4C41-BED4-8D6EDBAEFDF7}" presName="rootComposite3" presStyleCnt="0"/>
      <dgm:spPr/>
    </dgm:pt>
    <dgm:pt modelId="{A0652A54-8DA5-4396-B849-E1DC3716712B}" type="pres">
      <dgm:prSet presAssocID="{70F38198-7923-4C41-BED4-8D6EDBAEFDF7}" presName="rootText3" presStyleLbl="asst1" presStyleIdx="0" presStyleCnt="1">
        <dgm:presLayoutVars>
          <dgm:chPref val="3"/>
        </dgm:presLayoutVars>
      </dgm:prSet>
      <dgm:spPr/>
    </dgm:pt>
    <dgm:pt modelId="{3CC185AB-45FF-46F2-B54C-7FF61F0DF8B5}" type="pres">
      <dgm:prSet presAssocID="{70F38198-7923-4C41-BED4-8D6EDBAEFDF7}" presName="rootConnector3" presStyleLbl="asst1" presStyleIdx="0" presStyleCnt="1"/>
      <dgm:spPr/>
    </dgm:pt>
    <dgm:pt modelId="{4D6AAF2D-F169-4C59-AEFD-771AA72208BB}" type="pres">
      <dgm:prSet presAssocID="{70F38198-7923-4C41-BED4-8D6EDBAEFDF7}" presName="hierChild6" presStyleCnt="0"/>
      <dgm:spPr/>
    </dgm:pt>
    <dgm:pt modelId="{0CDCF00A-E8C6-4E17-80C5-DF725FF079C9}" type="pres">
      <dgm:prSet presAssocID="{70F38198-7923-4C41-BED4-8D6EDBAEFDF7}" presName="hierChild7" presStyleCnt="0"/>
      <dgm:spPr/>
    </dgm:pt>
  </dgm:ptLst>
  <dgm:cxnLst>
    <dgm:cxn modelId="{E1171E1E-AEA4-424C-8EF7-2BF758F4BA8A}" type="presOf" srcId="{70F38198-7923-4C41-BED4-8D6EDBAEFDF7}" destId="{A0652A54-8DA5-4396-B849-E1DC3716712B}" srcOrd="0" destOrd="0" presId="urn:microsoft.com/office/officeart/2005/8/layout/orgChart1"/>
    <dgm:cxn modelId="{75C8A224-179D-4F69-9872-9D8F37BFF093}" type="presOf" srcId="{33BABA36-213F-409F-9F59-CC89D86A1110}" destId="{6FB5B80E-CE63-439A-8C5A-CC3D245656D7}" srcOrd="1" destOrd="0" presId="urn:microsoft.com/office/officeart/2005/8/layout/orgChart1"/>
    <dgm:cxn modelId="{D8127028-F647-4F13-8350-07B54F70C01E}" srcId="{3E73C421-6307-4738-8EA6-731E90E02BD9}" destId="{2F4E69BF-DA35-4AF2-9188-046F0FB52CF7}" srcOrd="1" destOrd="0" parTransId="{E4FACA16-4BA8-48B1-95C0-0933D96F2033}" sibTransId="{89BEA6DF-34DE-4E4F-8B34-805C83B60C6C}"/>
    <dgm:cxn modelId="{B32AD52E-53DB-4D29-B88E-19FD98B56718}" type="presOf" srcId="{BCBA302D-7849-488F-85E0-E61E59429140}" destId="{A165302B-79EE-4E00-9B8A-C73C04B28CED}" srcOrd="0" destOrd="0" presId="urn:microsoft.com/office/officeart/2005/8/layout/orgChart1"/>
    <dgm:cxn modelId="{2F9AE036-CC1A-42F1-9606-D2554D8BE891}" type="presOf" srcId="{D3A713A0-4F3B-4722-82C8-7196ADCEF8D2}" destId="{1DD20807-1764-469C-B125-B0C3569F1A42}" srcOrd="0" destOrd="0" presId="urn:microsoft.com/office/officeart/2005/8/layout/orgChart1"/>
    <dgm:cxn modelId="{A046675C-64DB-4FEF-B915-7C294806592A}" type="presOf" srcId="{E4FACA16-4BA8-48B1-95C0-0933D96F2033}" destId="{765E50A2-ECA8-4FE9-A135-8544A98A9F5B}" srcOrd="0" destOrd="0" presId="urn:microsoft.com/office/officeart/2005/8/layout/orgChart1"/>
    <dgm:cxn modelId="{D14F6961-59E4-42F7-AECE-4A7D64EADBDB}" type="presOf" srcId="{3E73C421-6307-4738-8EA6-731E90E02BD9}" destId="{72A540BD-D622-4A45-BD00-19A179415CD5}" srcOrd="1" destOrd="0" presId="urn:microsoft.com/office/officeart/2005/8/layout/orgChart1"/>
    <dgm:cxn modelId="{45F2FA45-7E1A-4C4B-9CC4-26625749CD72}" type="presOf" srcId="{2F4E69BF-DA35-4AF2-9188-046F0FB52CF7}" destId="{BB784867-0D4B-4838-B817-F080F5D681AA}" srcOrd="1" destOrd="0" presId="urn:microsoft.com/office/officeart/2005/8/layout/orgChart1"/>
    <dgm:cxn modelId="{13580966-7EC0-4B43-BB6B-E469773D5471}" srcId="{3E73C421-6307-4738-8EA6-731E90E02BD9}" destId="{33BABA36-213F-409F-9F59-CC89D86A1110}" srcOrd="3" destOrd="0" parTransId="{D3A713A0-4F3B-4722-82C8-7196ADCEF8D2}" sibTransId="{518F192D-3AB1-4579-A1DF-06940A3FEC9A}"/>
    <dgm:cxn modelId="{2CD5E851-0BE6-49A3-80D6-2D3ECD27B87F}" type="presOf" srcId="{BB9C94EC-C0A6-4145-A1AF-AB11B96B61FD}" destId="{B9A6ADA5-A50C-4DC9-8B40-8FFCAE0CDC1F}" srcOrd="0" destOrd="0" presId="urn:microsoft.com/office/officeart/2005/8/layout/orgChart1"/>
    <dgm:cxn modelId="{7530BF80-23B2-41DA-A41F-8F1D26EDFC3E}" srcId="{3E73C421-6307-4738-8EA6-731E90E02BD9}" destId="{70F38198-7923-4C41-BED4-8D6EDBAEFDF7}" srcOrd="0" destOrd="0" parTransId="{978C135A-78CD-46EC-B372-9D1233ADD348}" sibTransId="{CE8252D6-C979-493E-A74D-AC8D8E941A4D}"/>
    <dgm:cxn modelId="{96BB36A5-29A2-4913-96F1-53A628F38CB8}" srcId="{BCBA302D-7849-488F-85E0-E61E59429140}" destId="{3E73C421-6307-4738-8EA6-731E90E02BD9}" srcOrd="0" destOrd="0" parTransId="{7A930C57-84A7-4455-96D1-0C3861288398}" sibTransId="{58477D8B-2D48-4177-B1DC-D68DB600EC55}"/>
    <dgm:cxn modelId="{CDD646A6-A114-46B1-972C-6A78E390D18A}" type="presOf" srcId="{2F4E69BF-DA35-4AF2-9188-046F0FB52CF7}" destId="{63C6FE78-4FEB-47C8-8D19-B9A895B53934}" srcOrd="0" destOrd="0" presId="urn:microsoft.com/office/officeart/2005/8/layout/orgChart1"/>
    <dgm:cxn modelId="{ACFD7AAE-7B98-49D3-9865-8AE700E53D27}" srcId="{3E73C421-6307-4738-8EA6-731E90E02BD9}" destId="{BC2502FE-AA90-486E-8F44-BED4AB20C6F3}" srcOrd="2" destOrd="0" parTransId="{BB9C94EC-C0A6-4145-A1AF-AB11B96B61FD}" sibTransId="{C6E1F6D2-ADDE-4E0C-AE60-B9667874DBD1}"/>
    <dgm:cxn modelId="{42C60DAF-5D61-457B-9055-189BDA760AA8}" type="presOf" srcId="{70F38198-7923-4C41-BED4-8D6EDBAEFDF7}" destId="{3CC185AB-45FF-46F2-B54C-7FF61F0DF8B5}" srcOrd="1" destOrd="0" presId="urn:microsoft.com/office/officeart/2005/8/layout/orgChart1"/>
    <dgm:cxn modelId="{F7C764BD-4323-4EB0-A058-9BFDBD34203C}" type="presOf" srcId="{978C135A-78CD-46EC-B372-9D1233ADD348}" destId="{2738AEF8-C1FC-4834-8147-5D9CA86FEC55}" srcOrd="0" destOrd="0" presId="urn:microsoft.com/office/officeart/2005/8/layout/orgChart1"/>
    <dgm:cxn modelId="{5F3F0BC2-A0D4-4F68-B9C6-17063BC808BA}" type="presOf" srcId="{BC2502FE-AA90-486E-8F44-BED4AB20C6F3}" destId="{0858216B-3026-4A8E-A2E6-56F2BF2EE1A3}" srcOrd="0" destOrd="0" presId="urn:microsoft.com/office/officeart/2005/8/layout/orgChart1"/>
    <dgm:cxn modelId="{5AC510DA-9BF0-4657-8B20-7B0259F2506B}" type="presOf" srcId="{3E73C421-6307-4738-8EA6-731E90E02BD9}" destId="{EF55FC9C-7DBF-481C-96A1-8C964319660C}" srcOrd="0" destOrd="0" presId="urn:microsoft.com/office/officeart/2005/8/layout/orgChart1"/>
    <dgm:cxn modelId="{ADB97FFD-68A3-4472-9EC1-1F0BB92F8673}" type="presOf" srcId="{33BABA36-213F-409F-9F59-CC89D86A1110}" destId="{7F85635C-07DC-43BD-96D8-E260EE607379}" srcOrd="0" destOrd="0" presId="urn:microsoft.com/office/officeart/2005/8/layout/orgChart1"/>
    <dgm:cxn modelId="{A58C32FE-9ACF-4406-8494-E6F6D4D53931}" type="presOf" srcId="{BC2502FE-AA90-486E-8F44-BED4AB20C6F3}" destId="{9516E1A9-59EC-46F3-8D96-53F36CA44FA6}" srcOrd="1" destOrd="0" presId="urn:microsoft.com/office/officeart/2005/8/layout/orgChart1"/>
    <dgm:cxn modelId="{BC69618B-5D3F-4E52-A962-930AB52E9897}" type="presParOf" srcId="{A165302B-79EE-4E00-9B8A-C73C04B28CED}" destId="{3115F903-EC05-4118-9B94-086F8B8F3DB8}" srcOrd="0" destOrd="0" presId="urn:microsoft.com/office/officeart/2005/8/layout/orgChart1"/>
    <dgm:cxn modelId="{CA07F3F7-4491-405B-BBF4-52713FF69D94}" type="presParOf" srcId="{3115F903-EC05-4118-9B94-086F8B8F3DB8}" destId="{EFB857A4-2887-45F7-BDFE-8B52E4A027A7}" srcOrd="0" destOrd="0" presId="urn:microsoft.com/office/officeart/2005/8/layout/orgChart1"/>
    <dgm:cxn modelId="{D26E3C3E-AFAB-4B0E-9F86-4BB4CCE0568C}" type="presParOf" srcId="{EFB857A4-2887-45F7-BDFE-8B52E4A027A7}" destId="{EF55FC9C-7DBF-481C-96A1-8C964319660C}" srcOrd="0" destOrd="0" presId="urn:microsoft.com/office/officeart/2005/8/layout/orgChart1"/>
    <dgm:cxn modelId="{5440F1BF-B532-4698-A25C-21394F68BAAA}" type="presParOf" srcId="{EFB857A4-2887-45F7-BDFE-8B52E4A027A7}" destId="{72A540BD-D622-4A45-BD00-19A179415CD5}" srcOrd="1" destOrd="0" presId="urn:microsoft.com/office/officeart/2005/8/layout/orgChart1"/>
    <dgm:cxn modelId="{1C8B4EBD-632F-40EB-9589-0CFB539A19C6}" type="presParOf" srcId="{3115F903-EC05-4118-9B94-086F8B8F3DB8}" destId="{09A4BC66-FEF0-4277-AD32-29715FF0509C}" srcOrd="1" destOrd="0" presId="urn:microsoft.com/office/officeart/2005/8/layout/orgChart1"/>
    <dgm:cxn modelId="{42D1E68F-9DFF-428E-8C78-40F6BB1F00AB}" type="presParOf" srcId="{09A4BC66-FEF0-4277-AD32-29715FF0509C}" destId="{765E50A2-ECA8-4FE9-A135-8544A98A9F5B}" srcOrd="0" destOrd="0" presId="urn:microsoft.com/office/officeart/2005/8/layout/orgChart1"/>
    <dgm:cxn modelId="{1464E54A-770B-4A2E-BEFA-5AB09D485AC5}" type="presParOf" srcId="{09A4BC66-FEF0-4277-AD32-29715FF0509C}" destId="{601198B5-2340-4700-98A2-649A71FE537C}" srcOrd="1" destOrd="0" presId="urn:microsoft.com/office/officeart/2005/8/layout/orgChart1"/>
    <dgm:cxn modelId="{9AAD3CE6-A9CE-4EDC-B45B-034BD8A659D7}" type="presParOf" srcId="{601198B5-2340-4700-98A2-649A71FE537C}" destId="{AA907682-608E-4C20-8918-488BFD586768}" srcOrd="0" destOrd="0" presId="urn:microsoft.com/office/officeart/2005/8/layout/orgChart1"/>
    <dgm:cxn modelId="{FFBCA3B4-FCB7-415E-AFE9-7B9E2E1FA58D}" type="presParOf" srcId="{AA907682-608E-4C20-8918-488BFD586768}" destId="{63C6FE78-4FEB-47C8-8D19-B9A895B53934}" srcOrd="0" destOrd="0" presId="urn:microsoft.com/office/officeart/2005/8/layout/orgChart1"/>
    <dgm:cxn modelId="{094DB9F4-C212-4E42-B96F-C27B2CBE145D}" type="presParOf" srcId="{AA907682-608E-4C20-8918-488BFD586768}" destId="{BB784867-0D4B-4838-B817-F080F5D681AA}" srcOrd="1" destOrd="0" presId="urn:microsoft.com/office/officeart/2005/8/layout/orgChart1"/>
    <dgm:cxn modelId="{F0226C13-A30F-461A-B517-F0B035A1FC5A}" type="presParOf" srcId="{601198B5-2340-4700-98A2-649A71FE537C}" destId="{13F9CF25-98B2-4673-80DF-56195DB9201D}" srcOrd="1" destOrd="0" presId="urn:microsoft.com/office/officeart/2005/8/layout/orgChart1"/>
    <dgm:cxn modelId="{C29278B3-F754-4AB5-B1C8-221FF3C6B370}" type="presParOf" srcId="{601198B5-2340-4700-98A2-649A71FE537C}" destId="{D9ED824C-0C55-4E93-9E15-49BA7A93B5AD}" srcOrd="2" destOrd="0" presId="urn:microsoft.com/office/officeart/2005/8/layout/orgChart1"/>
    <dgm:cxn modelId="{BB28EB87-8275-413A-843F-63F8A2947A1E}" type="presParOf" srcId="{09A4BC66-FEF0-4277-AD32-29715FF0509C}" destId="{B9A6ADA5-A50C-4DC9-8B40-8FFCAE0CDC1F}" srcOrd="2" destOrd="0" presId="urn:microsoft.com/office/officeart/2005/8/layout/orgChart1"/>
    <dgm:cxn modelId="{D1937734-787A-4776-8770-5D162A4A8C6F}" type="presParOf" srcId="{09A4BC66-FEF0-4277-AD32-29715FF0509C}" destId="{DAC14B8C-DDA6-46D9-9650-D84F4663A95B}" srcOrd="3" destOrd="0" presId="urn:microsoft.com/office/officeart/2005/8/layout/orgChart1"/>
    <dgm:cxn modelId="{5C3045C5-4B51-41FD-97D0-25DA648D6392}" type="presParOf" srcId="{DAC14B8C-DDA6-46D9-9650-D84F4663A95B}" destId="{BD039ECB-0CEE-41C9-A2DE-A24AD02D816E}" srcOrd="0" destOrd="0" presId="urn:microsoft.com/office/officeart/2005/8/layout/orgChart1"/>
    <dgm:cxn modelId="{1047A26F-6BA8-4EE7-BE7E-BE7BCD2B6279}" type="presParOf" srcId="{BD039ECB-0CEE-41C9-A2DE-A24AD02D816E}" destId="{0858216B-3026-4A8E-A2E6-56F2BF2EE1A3}" srcOrd="0" destOrd="0" presId="urn:microsoft.com/office/officeart/2005/8/layout/orgChart1"/>
    <dgm:cxn modelId="{D2B92109-A20E-4530-9853-157C6F9EC6E7}" type="presParOf" srcId="{BD039ECB-0CEE-41C9-A2DE-A24AD02D816E}" destId="{9516E1A9-59EC-46F3-8D96-53F36CA44FA6}" srcOrd="1" destOrd="0" presId="urn:microsoft.com/office/officeart/2005/8/layout/orgChart1"/>
    <dgm:cxn modelId="{6F365BDA-B0B0-4CA6-B3CC-E1427216FE80}" type="presParOf" srcId="{DAC14B8C-DDA6-46D9-9650-D84F4663A95B}" destId="{63DF388C-BE72-4F26-8D6B-E3A425E6C2E0}" srcOrd="1" destOrd="0" presId="urn:microsoft.com/office/officeart/2005/8/layout/orgChart1"/>
    <dgm:cxn modelId="{CE7CC7EB-EEDC-4748-B531-C45B19DB00C2}" type="presParOf" srcId="{DAC14B8C-DDA6-46D9-9650-D84F4663A95B}" destId="{6A65D545-373D-4990-BA81-CCE81A5EBFF9}" srcOrd="2" destOrd="0" presId="urn:microsoft.com/office/officeart/2005/8/layout/orgChart1"/>
    <dgm:cxn modelId="{B31AE7B1-312A-4C56-BA52-ADC4F6953CDC}" type="presParOf" srcId="{09A4BC66-FEF0-4277-AD32-29715FF0509C}" destId="{1DD20807-1764-469C-B125-B0C3569F1A42}" srcOrd="4" destOrd="0" presId="urn:microsoft.com/office/officeart/2005/8/layout/orgChart1"/>
    <dgm:cxn modelId="{59F70A22-28F5-4D4D-8DAC-3CEB2C33A5B5}" type="presParOf" srcId="{09A4BC66-FEF0-4277-AD32-29715FF0509C}" destId="{3F40A3D1-E135-493C-8E49-C791328D2D8C}" srcOrd="5" destOrd="0" presId="urn:microsoft.com/office/officeart/2005/8/layout/orgChart1"/>
    <dgm:cxn modelId="{40213DB5-BFF5-4843-9EE0-1BE135142BC4}" type="presParOf" srcId="{3F40A3D1-E135-493C-8E49-C791328D2D8C}" destId="{DF462496-7E82-4815-B472-4B63A6397FA2}" srcOrd="0" destOrd="0" presId="urn:microsoft.com/office/officeart/2005/8/layout/orgChart1"/>
    <dgm:cxn modelId="{67149602-B905-4C21-8445-7F127B35DAAD}" type="presParOf" srcId="{DF462496-7E82-4815-B472-4B63A6397FA2}" destId="{7F85635C-07DC-43BD-96D8-E260EE607379}" srcOrd="0" destOrd="0" presId="urn:microsoft.com/office/officeart/2005/8/layout/orgChart1"/>
    <dgm:cxn modelId="{7E2B0781-F3A1-4C65-9989-3FDC5A5EDAC5}" type="presParOf" srcId="{DF462496-7E82-4815-B472-4B63A6397FA2}" destId="{6FB5B80E-CE63-439A-8C5A-CC3D245656D7}" srcOrd="1" destOrd="0" presId="urn:microsoft.com/office/officeart/2005/8/layout/orgChart1"/>
    <dgm:cxn modelId="{C29C2461-88B6-4E41-B9D0-BFDBAEE53359}" type="presParOf" srcId="{3F40A3D1-E135-493C-8E49-C791328D2D8C}" destId="{617DFE0F-C548-4AA2-B291-1C3FD0BBDAB3}" srcOrd="1" destOrd="0" presId="urn:microsoft.com/office/officeart/2005/8/layout/orgChart1"/>
    <dgm:cxn modelId="{75F7EF39-6A93-4EA2-B27F-B5103D5DC0A4}" type="presParOf" srcId="{3F40A3D1-E135-493C-8E49-C791328D2D8C}" destId="{6FFA1986-E70C-4BAB-82B2-5328527780C3}" srcOrd="2" destOrd="0" presId="urn:microsoft.com/office/officeart/2005/8/layout/orgChart1"/>
    <dgm:cxn modelId="{D0A67FF6-C4B1-41E1-8C86-39DA7D093CEE}" type="presParOf" srcId="{3115F903-EC05-4118-9B94-086F8B8F3DB8}" destId="{0170C22A-75B2-48DF-BD1F-DD126CB99FC0}" srcOrd="2" destOrd="0" presId="urn:microsoft.com/office/officeart/2005/8/layout/orgChart1"/>
    <dgm:cxn modelId="{6F1A42B4-6D1A-43E2-9278-C7445FCDD9A4}" type="presParOf" srcId="{0170C22A-75B2-48DF-BD1F-DD126CB99FC0}" destId="{2738AEF8-C1FC-4834-8147-5D9CA86FEC55}" srcOrd="0" destOrd="0" presId="urn:microsoft.com/office/officeart/2005/8/layout/orgChart1"/>
    <dgm:cxn modelId="{3FABE77A-1BB2-429E-A4CD-6B4ADA8DB2BE}" type="presParOf" srcId="{0170C22A-75B2-48DF-BD1F-DD126CB99FC0}" destId="{3070B69E-4A9E-43FB-9B36-2B628480A8E7}" srcOrd="1" destOrd="0" presId="urn:microsoft.com/office/officeart/2005/8/layout/orgChart1"/>
    <dgm:cxn modelId="{C933FD25-9120-46B6-9087-C0E40EDB7709}" type="presParOf" srcId="{3070B69E-4A9E-43FB-9B36-2B628480A8E7}" destId="{AB09E26E-56CA-4FD1-9D5A-AB991C229EB8}" srcOrd="0" destOrd="0" presId="urn:microsoft.com/office/officeart/2005/8/layout/orgChart1"/>
    <dgm:cxn modelId="{CA7CF62F-A537-443F-A0B0-D9C0A369D2EA}" type="presParOf" srcId="{AB09E26E-56CA-4FD1-9D5A-AB991C229EB8}" destId="{A0652A54-8DA5-4396-B849-E1DC3716712B}" srcOrd="0" destOrd="0" presId="urn:microsoft.com/office/officeart/2005/8/layout/orgChart1"/>
    <dgm:cxn modelId="{3A3764DE-95F1-4563-A02A-14234B3625F6}" type="presParOf" srcId="{AB09E26E-56CA-4FD1-9D5A-AB991C229EB8}" destId="{3CC185AB-45FF-46F2-B54C-7FF61F0DF8B5}" srcOrd="1" destOrd="0" presId="urn:microsoft.com/office/officeart/2005/8/layout/orgChart1"/>
    <dgm:cxn modelId="{320CB007-A9BC-443F-AC08-8048837B1F3E}" type="presParOf" srcId="{3070B69E-4A9E-43FB-9B36-2B628480A8E7}" destId="{4D6AAF2D-F169-4C59-AEFD-771AA72208BB}" srcOrd="1" destOrd="0" presId="urn:microsoft.com/office/officeart/2005/8/layout/orgChart1"/>
    <dgm:cxn modelId="{8FC3B670-8576-4B02-90C3-EBCE0292ED60}" type="presParOf" srcId="{3070B69E-4A9E-43FB-9B36-2B628480A8E7}" destId="{0CDCF00A-E8C6-4E17-80C5-DF725FF079C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38AEF8-C1FC-4834-8147-5D9CA86FEC55}">
      <dsp:nvSpPr>
        <dsp:cNvPr id="0" name=""/>
        <dsp:cNvSpPr/>
      </dsp:nvSpPr>
      <dsp:spPr>
        <a:xfrm>
          <a:off x="3138539" y="1050432"/>
          <a:ext cx="205295" cy="899390"/>
        </a:xfrm>
        <a:custGeom>
          <a:avLst/>
          <a:gdLst/>
          <a:ahLst/>
          <a:cxnLst/>
          <a:rect l="0" t="0" r="0" b="0"/>
          <a:pathLst>
            <a:path>
              <a:moveTo>
                <a:pt x="205295" y="0"/>
              </a:moveTo>
              <a:lnTo>
                <a:pt x="205295" y="899390"/>
              </a:lnTo>
              <a:lnTo>
                <a:pt x="0" y="899390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D20807-1764-469C-B125-B0C3569F1A42}">
      <dsp:nvSpPr>
        <dsp:cNvPr id="0" name=""/>
        <dsp:cNvSpPr/>
      </dsp:nvSpPr>
      <dsp:spPr>
        <a:xfrm>
          <a:off x="3343835" y="1050432"/>
          <a:ext cx="2365787" cy="17987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3485"/>
              </a:lnTo>
              <a:lnTo>
                <a:pt x="2365787" y="1593485"/>
              </a:lnTo>
              <a:lnTo>
                <a:pt x="2365787" y="1798780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A6ADA5-A50C-4DC9-8B40-8FFCAE0CDC1F}">
      <dsp:nvSpPr>
        <dsp:cNvPr id="0" name=""/>
        <dsp:cNvSpPr/>
      </dsp:nvSpPr>
      <dsp:spPr>
        <a:xfrm>
          <a:off x="3298115" y="1050432"/>
          <a:ext cx="91440" cy="179878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98780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5E50A2-ECA8-4FE9-A135-8544A98A9F5B}">
      <dsp:nvSpPr>
        <dsp:cNvPr id="0" name=""/>
        <dsp:cNvSpPr/>
      </dsp:nvSpPr>
      <dsp:spPr>
        <a:xfrm>
          <a:off x="978047" y="1050432"/>
          <a:ext cx="2365787" cy="1798780"/>
        </a:xfrm>
        <a:custGeom>
          <a:avLst/>
          <a:gdLst/>
          <a:ahLst/>
          <a:cxnLst/>
          <a:rect l="0" t="0" r="0" b="0"/>
          <a:pathLst>
            <a:path>
              <a:moveTo>
                <a:pt x="2365787" y="0"/>
              </a:moveTo>
              <a:lnTo>
                <a:pt x="2365787" y="1593485"/>
              </a:lnTo>
              <a:lnTo>
                <a:pt x="0" y="1593485"/>
              </a:lnTo>
              <a:lnTo>
                <a:pt x="0" y="1798780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55FC9C-7DBF-481C-96A1-8C964319660C}">
      <dsp:nvSpPr>
        <dsp:cNvPr id="0" name=""/>
        <dsp:cNvSpPr/>
      </dsp:nvSpPr>
      <dsp:spPr>
        <a:xfrm>
          <a:off x="2366236" y="72834"/>
          <a:ext cx="1955196" cy="97759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Direktur Utama</a:t>
          </a:r>
          <a:endParaRPr lang="id-ID" sz="2400" b="1" kern="1200" dirty="0"/>
        </a:p>
      </dsp:txBody>
      <dsp:txXfrm>
        <a:off x="2366236" y="72834"/>
        <a:ext cx="1955196" cy="977598"/>
      </dsp:txXfrm>
    </dsp:sp>
    <dsp:sp modelId="{63C6FE78-4FEB-47C8-8D19-B9A895B53934}">
      <dsp:nvSpPr>
        <dsp:cNvPr id="0" name=""/>
        <dsp:cNvSpPr/>
      </dsp:nvSpPr>
      <dsp:spPr>
        <a:xfrm>
          <a:off x="449" y="2849213"/>
          <a:ext cx="1955196" cy="97759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Staff</a:t>
          </a:r>
          <a:endParaRPr lang="id-ID" sz="2400" b="1" kern="1200" dirty="0"/>
        </a:p>
      </dsp:txBody>
      <dsp:txXfrm>
        <a:off x="449" y="2849213"/>
        <a:ext cx="1955196" cy="977598"/>
      </dsp:txXfrm>
    </dsp:sp>
    <dsp:sp modelId="{0858216B-3026-4A8E-A2E6-56F2BF2EE1A3}">
      <dsp:nvSpPr>
        <dsp:cNvPr id="0" name=""/>
        <dsp:cNvSpPr/>
      </dsp:nvSpPr>
      <dsp:spPr>
        <a:xfrm>
          <a:off x="2366236" y="2849213"/>
          <a:ext cx="1955196" cy="97759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Staff</a:t>
          </a:r>
          <a:endParaRPr lang="id-ID" sz="2400" b="1" kern="1200" dirty="0"/>
        </a:p>
      </dsp:txBody>
      <dsp:txXfrm>
        <a:off x="2366236" y="2849213"/>
        <a:ext cx="1955196" cy="977598"/>
      </dsp:txXfrm>
    </dsp:sp>
    <dsp:sp modelId="{7F85635C-07DC-43BD-96D8-E260EE607379}">
      <dsp:nvSpPr>
        <dsp:cNvPr id="0" name=""/>
        <dsp:cNvSpPr/>
      </dsp:nvSpPr>
      <dsp:spPr>
        <a:xfrm>
          <a:off x="4732024" y="2849213"/>
          <a:ext cx="1955196" cy="97759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Staff</a:t>
          </a:r>
          <a:endParaRPr lang="id-ID" sz="2400" b="1" kern="1200" dirty="0"/>
        </a:p>
      </dsp:txBody>
      <dsp:txXfrm>
        <a:off x="4732024" y="2849213"/>
        <a:ext cx="1955196" cy="977598"/>
      </dsp:txXfrm>
    </dsp:sp>
    <dsp:sp modelId="{A0652A54-8DA5-4396-B849-E1DC3716712B}">
      <dsp:nvSpPr>
        <dsp:cNvPr id="0" name=""/>
        <dsp:cNvSpPr/>
      </dsp:nvSpPr>
      <dsp:spPr>
        <a:xfrm>
          <a:off x="1183342" y="1461023"/>
          <a:ext cx="1955196" cy="97759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400" b="1" i="0" kern="1200" dirty="0"/>
            <a:t>Manager </a:t>
          </a:r>
          <a:endParaRPr lang="id-ID" sz="2400" b="1" kern="1200" dirty="0"/>
        </a:p>
      </dsp:txBody>
      <dsp:txXfrm>
        <a:off x="1183342" y="1461023"/>
        <a:ext cx="1955196" cy="9775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14C79-84A3-F8B6-999F-B12D20E9F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7738D2-8688-EEE2-ADD2-6B124B64E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D1FAC-EAF2-A94A-CF15-4D16F5E5E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E8E79-1F82-A8EC-779C-001B434A3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64C51D-B6F3-C776-A03F-21F561263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59134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926D8-CC8C-0C0D-0B1B-D9942C098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FE42A-F695-7325-9319-883F14ECF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C2922E-6ABF-0AC8-A4DB-6DF4B68E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62A14-4541-6D0B-52A5-E42E865E5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E1A6F-B269-C237-691A-9370D52DF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04699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5EAD1-6CD0-6358-5209-BFFEE696E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3446C2-4FEE-8978-AD91-47C7B4E94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B7937-7850-079C-3BC4-EE44C895C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D17229-1C5C-1649-EABB-5E5FECFAE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88DD0-595A-9123-4CA5-3B3B0BA41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1778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1A93-3D24-745D-5704-B103DE5C9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E8A92-2E17-7316-5230-19833E94ED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C67E37-061C-3E82-52F6-D586417B3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674861-E1CC-A2FF-8766-F3ADB3DDD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F038E-2F92-BDE2-EF7D-84E7CE8D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27F878-68F3-CC62-D113-8230C7A8F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98636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D2650-62C3-479C-0DAE-65107053A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84A63-134E-749D-E50E-C5AF1C221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FFCA2-2026-FDB4-D89B-B4E431876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AE0A8-7BE2-DB20-AA1D-5B4565383C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22D73-0217-9EC5-2FFA-132E4CC28F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FEB132-9203-35A7-FD5F-023448D5B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6E6927-5DA7-1A99-8223-FFA235AF1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3E473B-CE63-B4DB-A010-4ECAA1FA2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12030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C908-0E8C-7B20-B907-A34294AB4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3B8396-5837-F5BB-B737-9BC3AEC38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C008C4-E94C-C928-E199-31941D5A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BED59C-6076-EB12-1E8B-7E00454EC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61710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57DA9-1F07-060B-4E0C-54E653538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041A37-8663-5C88-71F8-C8C13017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82E9F-630D-3499-BB7C-CEC78E6B4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0489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ABEC7-201D-632E-8DE5-2BCEE0782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4FD72-E3E0-B931-7CFB-1C8777E65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40B26-16EF-0155-B10E-BC580BD800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2F38C-2690-91B3-1FB1-48D245B5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632B8F-4867-769B-AE27-8CE80F76C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FDCDA-4D32-51E1-036D-483E6E495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9896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CAD85-6286-B674-4BDE-3EC956AE9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DD264-FF64-710C-07C7-BB6405F13B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11D816-0725-B761-408A-D6EC3A683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A1406-E812-C271-85ED-6F0777FDA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78FF31-D078-AF34-420E-7018B4FF9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11E4D-4C4F-EF2E-5476-C81FC7F4C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8835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50D10-14B4-414A-11A7-3C755F5F2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EBA8D2-ECF9-69CA-27B0-582E36F57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A1F90-E6FA-82B7-44F8-59E76D385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A91FC-93AE-BC27-3DC5-04D18A822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6119FF-AD92-CC99-334C-75F78D429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3673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C3724C-C792-5FE3-493F-A108F69A6E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C0D63-5C5E-0D5D-82A6-F6C04C8C14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ADDA1-13BC-46FC-619B-CBF7382BB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CFD46-C09B-3406-4051-CC3F23EB3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AFCA1-209C-1E88-A9AF-835E5F337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7041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11801A-A1E2-33C8-CAEF-E16C0F619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3101B3-2DE2-DB04-BFD3-7BFA688F2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A2B856-A08A-81D7-C383-E0C72A53B9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7CB15-DB72-4ABB-BC39-4D1142C87911}" type="datetimeFigureOut">
              <a:rPr lang="id-ID" smtClean="0"/>
              <a:t>13/07/2026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D9E5C-85D4-D9AD-73D9-09CC1A635D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3FDE8-F0D4-C7E3-0848-BD2584F15A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58743F-7395-490E-9639-CA3F86E017B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24774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AB322-EAE7-623A-11C0-CCF40A2E9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9927" y="2708853"/>
            <a:ext cx="6022544" cy="720147"/>
          </a:xfrm>
        </p:spPr>
        <p:txBody>
          <a:bodyPr>
            <a:normAutofit fontScale="90000"/>
          </a:bodyPr>
          <a:lstStyle/>
          <a:p>
            <a:r>
              <a:rPr lang="id-ID" sz="4000" b="1" dirty="0">
                <a:solidFill>
                  <a:srgbClr val="002060"/>
                </a:solidFill>
              </a:rPr>
              <a:t>PT MAJU JAYA INDONESIA</a:t>
            </a:r>
            <a:endParaRPr lang="id-ID" sz="4000" dirty="0">
              <a:solidFill>
                <a:srgbClr val="002060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C42F9A-C83D-4743-8FE6-2DAB37B2FD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9927" y="3429001"/>
            <a:ext cx="6022544" cy="583274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4"/>
                </a:solidFill>
              </a:rPr>
              <a:t>Profil Perusahaan 2026</a:t>
            </a:r>
            <a:endParaRPr lang="id-ID" sz="3600" dirty="0">
              <a:solidFill>
                <a:schemeClr val="accent4"/>
              </a:solidFill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495EEEA-7A5D-418F-80C9-6E1DF6E20555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8" t="15292" r="11028" b="15292"/>
          <a:stretch>
            <a:fillRect/>
          </a:stretch>
        </p:blipFill>
        <p:spPr>
          <a:xfrm>
            <a:off x="1209529" y="1759527"/>
            <a:ext cx="3750398" cy="333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76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78401-9D77-49A5-8020-1F107213E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3600" b="1" dirty="0">
                <a:solidFill>
                  <a:srgbClr val="002060"/>
                </a:solidFill>
              </a:rPr>
              <a:t>VISI &amp; MISI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AEAF7-CC47-4FB3-984E-C5A8E402375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272145" y="1580869"/>
            <a:ext cx="7620382" cy="957262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030A0"/>
                </a:solidFill>
              </a:rPr>
              <a:t>VISI</a:t>
            </a:r>
            <a:endParaRPr lang="en-US" sz="2000" dirty="0">
              <a:solidFill>
                <a:srgbClr val="7030A0"/>
              </a:solidFill>
            </a:endParaRPr>
          </a:p>
          <a:p>
            <a:pPr marL="0" indent="0" algn="ctr">
              <a:buNone/>
            </a:pPr>
            <a:r>
              <a:rPr lang="id-ID" sz="1900" i="1" dirty="0">
                <a:solidFill>
                  <a:srgbClr val="7030A0"/>
                </a:solidFill>
              </a:rPr>
              <a:t>Menjadi pribadi yang terus berkembang, berprestasi, dan memberikan manfaat bagi lingkungan sekitar.</a:t>
            </a:r>
          </a:p>
        </p:txBody>
      </p:sp>
      <p:pic>
        <p:nvPicPr>
          <p:cNvPr id="6" name="Graphic 5" descr="Wheelchair with solid fill">
            <a:extLst>
              <a:ext uri="{FF2B5EF4-FFF2-40B4-BE49-F238E27FC236}">
                <a16:creationId xmlns:a16="http://schemas.microsoft.com/office/drawing/2014/main" id="{B7C862D0-FA2F-67D6-4FB2-B24CC5BC36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15085" y="3018502"/>
            <a:ext cx="660556" cy="660556"/>
          </a:xfrm>
          <a:prstGeom prst="rect">
            <a:avLst/>
          </a:prstGeom>
        </p:spPr>
      </p:pic>
      <p:pic>
        <p:nvPicPr>
          <p:cNvPr id="11" name="Graphic 10" descr="Lightbulb and gear with solid fill">
            <a:extLst>
              <a:ext uri="{FF2B5EF4-FFF2-40B4-BE49-F238E27FC236}">
                <a16:creationId xmlns:a16="http://schemas.microsoft.com/office/drawing/2014/main" id="{E0087868-1621-8242-69FA-7DADCD49D3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5085" y="3659094"/>
            <a:ext cx="660556" cy="660556"/>
          </a:xfrm>
          <a:prstGeom prst="rect">
            <a:avLst/>
          </a:prstGeom>
        </p:spPr>
      </p:pic>
      <p:pic>
        <p:nvPicPr>
          <p:cNvPr id="13" name="Graphic 12" descr="Open hand with plant with solid fill">
            <a:extLst>
              <a:ext uri="{FF2B5EF4-FFF2-40B4-BE49-F238E27FC236}">
                <a16:creationId xmlns:a16="http://schemas.microsoft.com/office/drawing/2014/main" id="{D9B3BCEB-B846-BCF0-25FE-849D6A852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15085" y="4299686"/>
            <a:ext cx="660556" cy="660556"/>
          </a:xfrm>
          <a:prstGeom prst="rect">
            <a:avLst/>
          </a:prstGeom>
        </p:spPr>
      </p:pic>
      <p:pic>
        <p:nvPicPr>
          <p:cNvPr id="15" name="Graphic 14" descr="Bullseye with solid fill">
            <a:extLst>
              <a:ext uri="{FF2B5EF4-FFF2-40B4-BE49-F238E27FC236}">
                <a16:creationId xmlns:a16="http://schemas.microsoft.com/office/drawing/2014/main" id="{6A4B4432-B550-AD47-D1B2-EB327F157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15085" y="4940278"/>
            <a:ext cx="660556" cy="660556"/>
          </a:xfrm>
          <a:prstGeom prst="rect">
            <a:avLst/>
          </a:prstGeom>
        </p:spPr>
      </p:pic>
      <p:pic>
        <p:nvPicPr>
          <p:cNvPr id="17" name="Graphic 16" descr="Business Growth with solid fill">
            <a:extLst>
              <a:ext uri="{FF2B5EF4-FFF2-40B4-BE49-F238E27FC236}">
                <a16:creationId xmlns:a16="http://schemas.microsoft.com/office/drawing/2014/main" id="{22D1A8FB-2F62-121D-33FA-32544A1125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15085" y="5580870"/>
            <a:ext cx="660556" cy="66055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A40457E-9C97-1EFE-CAE7-8AD87429F7E3}"/>
              </a:ext>
            </a:extLst>
          </p:cNvPr>
          <p:cNvSpPr txBox="1"/>
          <p:nvPr/>
        </p:nvSpPr>
        <p:spPr>
          <a:xfrm>
            <a:off x="4018547" y="3163727"/>
            <a:ext cx="4933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002060"/>
                </a:solidFill>
              </a:rPr>
              <a:t>Belajar dan meningkatkan kemampuan setiap hari</a:t>
            </a:r>
            <a:r>
              <a:rPr lang="en-US" dirty="0">
                <a:solidFill>
                  <a:srgbClr val="002060"/>
                </a:solidFill>
              </a:rPr>
              <a:t>.</a:t>
            </a:r>
            <a:endParaRPr lang="id-ID" dirty="0">
              <a:solidFill>
                <a:srgbClr val="00206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7787EF-2F89-BE67-F1B7-BA4423E14CAE}"/>
              </a:ext>
            </a:extLst>
          </p:cNvPr>
          <p:cNvSpPr txBox="1"/>
          <p:nvPr/>
        </p:nvSpPr>
        <p:spPr>
          <a:xfrm>
            <a:off x="4018547" y="3804706"/>
            <a:ext cx="5094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002060"/>
                </a:solidFill>
              </a:rPr>
              <a:t>Mengembangkan kreativitas dalam berbagai bidang.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2498CD-5A5B-3365-BBE6-FE0A402B5D75}"/>
              </a:ext>
            </a:extLst>
          </p:cNvPr>
          <p:cNvSpPr txBox="1"/>
          <p:nvPr/>
        </p:nvSpPr>
        <p:spPr>
          <a:xfrm>
            <a:off x="4018547" y="4445298"/>
            <a:ext cx="5398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002060"/>
                </a:solidFill>
              </a:rPr>
              <a:t>Menjalin hubungan baik dengan teman dan lingkungan.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C89640-51E3-D715-D51D-097A8F701CD7}"/>
              </a:ext>
            </a:extLst>
          </p:cNvPr>
          <p:cNvSpPr txBox="1"/>
          <p:nvPr/>
        </p:nvSpPr>
        <p:spPr>
          <a:xfrm>
            <a:off x="4018547" y="5085890"/>
            <a:ext cx="5873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002060"/>
                </a:solidFill>
              </a:rPr>
              <a:t>Berusaha mencapai target akademik maupun non-akademik.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1CFAA3-DBD3-E742-8634-25D748362A4B}"/>
              </a:ext>
            </a:extLst>
          </p:cNvPr>
          <p:cNvSpPr txBox="1"/>
          <p:nvPr/>
        </p:nvSpPr>
        <p:spPr>
          <a:xfrm>
            <a:off x="4018547" y="5726482"/>
            <a:ext cx="5792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002060"/>
                </a:solidFill>
              </a:rPr>
              <a:t>Menjadi pribadi yang disiplin, bertanggung jawab, dan jujur.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B65A34-5837-BD07-F712-A96C71F23B42}"/>
              </a:ext>
            </a:extLst>
          </p:cNvPr>
          <p:cNvSpPr txBox="1"/>
          <p:nvPr/>
        </p:nvSpPr>
        <p:spPr>
          <a:xfrm>
            <a:off x="838200" y="2594474"/>
            <a:ext cx="105156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rgbClr val="7030A0"/>
                </a:solidFill>
              </a:rPr>
              <a:t>MISI</a:t>
            </a:r>
            <a:endParaRPr lang="id-ID" sz="26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9314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59BDF-83F9-4FDA-BCDD-A878900FF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3600" b="1" i="0" dirty="0">
                <a:solidFill>
                  <a:srgbClr val="002060"/>
                </a:solidFill>
                <a:effectLst/>
              </a:rPr>
              <a:t>STRUKTUR ORGANISASI</a:t>
            </a:r>
            <a:endParaRPr lang="id-ID" sz="3600" dirty="0">
              <a:solidFill>
                <a:srgbClr val="002060"/>
              </a:solidFill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B834E47-AE3A-4A4E-8FCC-F62C2B57B2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2338998"/>
              </p:ext>
            </p:extLst>
          </p:nvPr>
        </p:nvGraphicFramePr>
        <p:xfrm>
          <a:off x="2752165" y="1690689"/>
          <a:ext cx="6687670" cy="38996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0348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4F3E1-8273-43E2-858F-4DEC75450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3600" b="1" i="0" dirty="0">
                <a:solidFill>
                  <a:srgbClr val="002060"/>
                </a:solidFill>
                <a:effectLst/>
              </a:rPr>
              <a:t>PRODUK</a:t>
            </a:r>
            <a:r>
              <a:rPr lang="id-ID" sz="36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 &amp; LAYANAN</a:t>
            </a:r>
            <a:endParaRPr lang="id-ID" sz="3600" dirty="0">
              <a:solidFill>
                <a:srgbClr val="00206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FC333E-ADA9-4A82-9EC4-98BED455D168}"/>
              </a:ext>
            </a:extLst>
          </p:cNvPr>
          <p:cNvSpPr/>
          <p:nvPr/>
        </p:nvSpPr>
        <p:spPr>
          <a:xfrm>
            <a:off x="2407024" y="1842247"/>
            <a:ext cx="3751730" cy="2030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b="1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817034-DFA9-4301-95B6-9AB570AAAF40}"/>
              </a:ext>
            </a:extLst>
          </p:cNvPr>
          <p:cNvSpPr/>
          <p:nvPr/>
        </p:nvSpPr>
        <p:spPr>
          <a:xfrm>
            <a:off x="6347012" y="1842247"/>
            <a:ext cx="3751730" cy="2030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b="1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33442C-37F4-433D-B779-33DA56BD3EBF}"/>
              </a:ext>
            </a:extLst>
          </p:cNvPr>
          <p:cNvSpPr/>
          <p:nvPr/>
        </p:nvSpPr>
        <p:spPr>
          <a:xfrm>
            <a:off x="2407024" y="4114800"/>
            <a:ext cx="3751730" cy="2030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360000" rtlCol="0" anchor="ctr"/>
          <a:lstStyle/>
          <a:p>
            <a:pPr algn="r"/>
            <a:endParaRPr lang="id-ID" sz="2000" b="1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54B4-1508-489D-9984-062A54F196C0}"/>
              </a:ext>
            </a:extLst>
          </p:cNvPr>
          <p:cNvSpPr/>
          <p:nvPr/>
        </p:nvSpPr>
        <p:spPr>
          <a:xfrm>
            <a:off x="6347012" y="4114800"/>
            <a:ext cx="3751730" cy="2030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0" rIns="0" rtlCol="0" anchor="ctr"/>
          <a:lstStyle/>
          <a:p>
            <a:endParaRPr lang="id-ID" sz="2000" b="1" dirty="0"/>
          </a:p>
        </p:txBody>
      </p:sp>
      <p:pic>
        <p:nvPicPr>
          <p:cNvPr id="10" name="Graphic 9" descr="Internet with solid fill">
            <a:extLst>
              <a:ext uri="{FF2B5EF4-FFF2-40B4-BE49-F238E27FC236}">
                <a16:creationId xmlns:a16="http://schemas.microsoft.com/office/drawing/2014/main" id="{75501A5C-C077-4296-A062-D7615A1E05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77988" y="2444103"/>
            <a:ext cx="914400" cy="914400"/>
          </a:xfrm>
          <a:prstGeom prst="rect">
            <a:avLst/>
          </a:prstGeom>
        </p:spPr>
      </p:pic>
      <p:pic>
        <p:nvPicPr>
          <p:cNvPr id="12" name="Graphic 11" descr="Smart Phone with solid fill">
            <a:extLst>
              <a:ext uri="{FF2B5EF4-FFF2-40B4-BE49-F238E27FC236}">
                <a16:creationId xmlns:a16="http://schemas.microsoft.com/office/drawing/2014/main" id="{7AFD7BF0-7BF8-464B-9653-1F1C1EC92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6623" y="2445543"/>
            <a:ext cx="914400" cy="914400"/>
          </a:xfrm>
          <a:prstGeom prst="rect">
            <a:avLst/>
          </a:prstGeom>
        </p:spPr>
      </p:pic>
      <p:pic>
        <p:nvPicPr>
          <p:cNvPr id="14" name="Graphic 13" descr="Tools with solid fill">
            <a:extLst>
              <a:ext uri="{FF2B5EF4-FFF2-40B4-BE49-F238E27FC236}">
                <a16:creationId xmlns:a16="http://schemas.microsoft.com/office/drawing/2014/main" id="{8FAB88D0-B06A-4252-B397-B30E7755BA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4248" y="4770052"/>
            <a:ext cx="720000" cy="720000"/>
          </a:xfrm>
          <a:prstGeom prst="rect">
            <a:avLst/>
          </a:prstGeom>
        </p:spPr>
      </p:pic>
      <p:pic>
        <p:nvPicPr>
          <p:cNvPr id="16" name="Graphic 15" descr="Graduation cap with solid fill">
            <a:extLst>
              <a:ext uri="{FF2B5EF4-FFF2-40B4-BE49-F238E27FC236}">
                <a16:creationId xmlns:a16="http://schemas.microsoft.com/office/drawing/2014/main" id="{D1D0A9A0-C374-4B21-84A8-4A4E99F4ED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64311" y="4672853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EA0133-F7CD-68B7-3231-1974C0E73FC3}"/>
              </a:ext>
            </a:extLst>
          </p:cNvPr>
          <p:cNvSpPr txBox="1"/>
          <p:nvPr/>
        </p:nvSpPr>
        <p:spPr>
          <a:xfrm>
            <a:off x="4092388" y="2588781"/>
            <a:ext cx="1065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b="1" dirty="0">
                <a:solidFill>
                  <a:schemeClr val="bg1"/>
                </a:solidFill>
              </a:rPr>
              <a:t>Laptop</a:t>
            </a:r>
            <a:endParaRPr lang="id-ID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5168F3-4E34-C620-5E5D-C5F0A92831FF}"/>
              </a:ext>
            </a:extLst>
          </p:cNvPr>
          <p:cNvSpPr txBox="1"/>
          <p:nvPr/>
        </p:nvSpPr>
        <p:spPr>
          <a:xfrm>
            <a:off x="7741023" y="2626667"/>
            <a:ext cx="1765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b="1" dirty="0">
                <a:solidFill>
                  <a:schemeClr val="bg1"/>
                </a:solidFill>
              </a:rPr>
              <a:t>Smartphone</a:t>
            </a:r>
            <a:endParaRPr lang="id-ID" sz="24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2B9EE0-86FA-A7EE-7287-3505F62BDC03}"/>
              </a:ext>
            </a:extLst>
          </p:cNvPr>
          <p:cNvSpPr txBox="1"/>
          <p:nvPr/>
        </p:nvSpPr>
        <p:spPr>
          <a:xfrm>
            <a:off x="3662897" y="4899220"/>
            <a:ext cx="2288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b="1" dirty="0">
                <a:solidFill>
                  <a:schemeClr val="bg1"/>
                </a:solidFill>
              </a:rPr>
              <a:t>Servis Komputer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FC67D-9DBA-B3A6-3C96-898D96D47F72}"/>
              </a:ext>
            </a:extLst>
          </p:cNvPr>
          <p:cNvSpPr txBox="1"/>
          <p:nvPr/>
        </p:nvSpPr>
        <p:spPr>
          <a:xfrm>
            <a:off x="7892859" y="4714553"/>
            <a:ext cx="14615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b="1" dirty="0">
                <a:solidFill>
                  <a:schemeClr val="bg1"/>
                </a:solidFill>
              </a:rPr>
              <a:t>Pelatihan</a:t>
            </a:r>
          </a:p>
          <a:p>
            <a:r>
              <a:rPr lang="id-ID" sz="2400" b="1" dirty="0">
                <a:solidFill>
                  <a:schemeClr val="bg1"/>
                </a:solidFill>
              </a:rPr>
              <a:t>Komputer</a:t>
            </a:r>
          </a:p>
        </p:txBody>
      </p:sp>
    </p:spTree>
    <p:extLst>
      <p:ext uri="{BB962C8B-B14F-4D97-AF65-F5344CB8AC3E}">
        <p14:creationId xmlns:p14="http://schemas.microsoft.com/office/powerpoint/2010/main" val="1942743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FE348-0999-4233-8A5B-5387DDE2B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002060"/>
                </a:solidFill>
              </a:rPr>
              <a:t>TERIMA KASIH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A5A39C-669C-4152-B74F-0B4CAD21102F}"/>
              </a:ext>
            </a:extLst>
          </p:cNvPr>
          <p:cNvSpPr txBox="1"/>
          <p:nvPr/>
        </p:nvSpPr>
        <p:spPr>
          <a:xfrm>
            <a:off x="838200" y="1885071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i="1" dirty="0"/>
              <a:t>"Semoga presentasi ini memberikan gambaran yang bermanfaat. Saya siap menerima pertanyaan dan masukan."</a:t>
            </a:r>
          </a:p>
        </p:txBody>
      </p:sp>
      <p:pic>
        <p:nvPicPr>
          <p:cNvPr id="5" name="Graphic 4" descr="Envelope with solid fill">
            <a:extLst>
              <a:ext uri="{FF2B5EF4-FFF2-40B4-BE49-F238E27FC236}">
                <a16:creationId xmlns:a16="http://schemas.microsoft.com/office/drawing/2014/main" id="{FE606EE9-DA59-4115-B000-99E419CED2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2211" y="3065839"/>
            <a:ext cx="720000" cy="72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4A38B5-69D2-4B67-B74B-DCC0BADA395F}"/>
              </a:ext>
            </a:extLst>
          </p:cNvPr>
          <p:cNvSpPr txBox="1"/>
          <p:nvPr/>
        </p:nvSpPr>
        <p:spPr>
          <a:xfrm>
            <a:off x="5374848" y="3241173"/>
            <a:ext cx="1867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info@contoh.com</a:t>
            </a:r>
          </a:p>
        </p:txBody>
      </p:sp>
      <p:pic>
        <p:nvPicPr>
          <p:cNvPr id="8" name="Graphic 7" descr="Receiver with solid fill">
            <a:extLst>
              <a:ext uri="{FF2B5EF4-FFF2-40B4-BE49-F238E27FC236}">
                <a16:creationId xmlns:a16="http://schemas.microsoft.com/office/drawing/2014/main" id="{B2111908-5068-49EF-BC6B-8673202B44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211" y="3933997"/>
            <a:ext cx="720000" cy="7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697CAA-5154-41B4-9B82-4E6026AB2ECA}"/>
              </a:ext>
            </a:extLst>
          </p:cNvPr>
          <p:cNvSpPr txBox="1"/>
          <p:nvPr/>
        </p:nvSpPr>
        <p:spPr>
          <a:xfrm>
            <a:off x="5374848" y="4109331"/>
            <a:ext cx="1729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0812-3456-7890</a:t>
            </a:r>
          </a:p>
        </p:txBody>
      </p:sp>
      <p:pic>
        <p:nvPicPr>
          <p:cNvPr id="11" name="Graphic 10" descr="Internet with solid fill">
            <a:extLst>
              <a:ext uri="{FF2B5EF4-FFF2-40B4-BE49-F238E27FC236}">
                <a16:creationId xmlns:a16="http://schemas.microsoft.com/office/drawing/2014/main" id="{F97F9770-0591-41B1-8530-9A59957BB5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2211" y="4802156"/>
            <a:ext cx="720000" cy="72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1F81D0-0142-4BD3-8EED-CAC742318F66}"/>
              </a:ext>
            </a:extLst>
          </p:cNvPr>
          <p:cNvSpPr txBox="1"/>
          <p:nvPr/>
        </p:nvSpPr>
        <p:spPr>
          <a:xfrm>
            <a:off x="5374848" y="4977489"/>
            <a:ext cx="1840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www.contoh.com</a:t>
            </a:r>
          </a:p>
        </p:txBody>
      </p:sp>
    </p:spTree>
    <p:extLst>
      <p:ext uri="{BB962C8B-B14F-4D97-AF65-F5344CB8AC3E}">
        <p14:creationId xmlns:p14="http://schemas.microsoft.com/office/powerpoint/2010/main" val="340070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ont Profil Perusahaan">
      <a:majorFont>
        <a:latin typeface="Aptos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Words>112</Words>
  <Application>Microsoft Office PowerPoint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Segoe UI</vt:lpstr>
      <vt:lpstr>Office Theme</vt:lpstr>
      <vt:lpstr>PT MAJU JAYA INDONESIA</vt:lpstr>
      <vt:lpstr>VISI &amp; MISI</vt:lpstr>
      <vt:lpstr>STRUKTUR ORGANISASI</vt:lpstr>
      <vt:lpstr>PRODUK &amp; LAYANAN</vt:lpstr>
      <vt:lpstr>TERIMA KASIH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ONY</dc:creator>
  <cp:lastModifiedBy>ONY</cp:lastModifiedBy>
  <cp:revision>8</cp:revision>
  <dcterms:created xsi:type="dcterms:W3CDTF">2026-06-24T15:24:56Z</dcterms:created>
  <dcterms:modified xsi:type="dcterms:W3CDTF">2026-07-13T04:57:36Z</dcterms:modified>
</cp:coreProperties>
</file>