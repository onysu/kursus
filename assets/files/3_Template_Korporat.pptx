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F2BBB-0518-3358-E134-0C0C4A1F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A2D0E-A7D7-A379-F22B-D25E9754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08EC8-44B6-8F30-8DD8-2C847F4A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151DF-7DF0-0D59-B279-7251D5C6B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869DE-1C09-ECB8-DB41-084AD226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423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ACF6-90D3-A856-8CCD-36D40EB0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6E74C-6D5F-7AAB-09A7-3A6E1993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B24B3-1405-D9AF-789B-1A681504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33C7D-0532-5B7C-7F01-BD16887D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30A1A-EDA9-7045-447F-8F360A59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0125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BFE0-1469-7B07-7D53-439146C5B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04945-F5F3-609B-654A-366BBF968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7A9EF-3020-2EBE-5DCE-CC8540BFD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47937-8836-267E-9A97-BD7F0518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DB0D6-075C-34A9-13B1-89FF0650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081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1A4BE-133B-5C5D-6F0D-8E1EFEEC7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EB5E8-052B-105D-157D-E91F48E7D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265E2-BBF5-6CF4-8AC2-6AA1056B8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DC183-BFFA-DDAA-1D61-DC15EAA7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DE753-C95A-EF12-BA3F-59FB0AB5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61D48-0C5D-FCDC-7A3D-041E54DF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141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0A76D-7237-D2F6-C037-1BAB87BCF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96FE7-D6C7-9D28-C159-C8B12856D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AB243-D4EF-1DEE-D181-06017CBE3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DE3D0-C5D6-7FC0-D81B-219D10EF36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20675-9E23-0481-C90B-9927AD4C6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6F421-DC29-37BD-4C75-E28F1EAD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E45F9F-AD54-649C-AA5D-034ACBF4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6CAFF2-862F-B0D1-6213-A926CB6AA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9246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15FDA-39BA-DE83-30CB-B373B308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0733B-4E24-C43A-A11D-AA9C6D7F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C1C5F-C9AF-70C1-5A88-4A5A470C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32B55-8C98-21A9-0F22-F09424960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29890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3CC05E-06F2-1403-DC07-78AAB8B90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FBE37-CAFE-E29F-802A-1FE4207B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4BC97-BFEA-36B2-05F2-8ECE41964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7160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D67E2-E4C6-AB44-9FC3-7CF60194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2F7D9-45D9-FA8C-3A8D-7B3CABA2A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24FA5F-9678-0A84-2292-6B6492C3C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E579C-ADE4-F21F-31C2-FD2B8480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AC7AB-4854-9870-3B08-8C06A09F1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4A7A5-2AAE-CB41-3F12-D229B584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4064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C3159-07FD-FE86-54DE-1DB71960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12C3CE-6544-984B-2861-AA8E141335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3D2C7-04C4-A5E2-C32F-CDAF07544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54928-2A67-5A5A-1BB7-23D6B546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93B23-20CD-87CB-0819-CBEBB2F4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70AC4-D0AA-AA17-6BA3-7EF49D3F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5273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041C-C2C5-9DA3-A9A4-73E6EC031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23ECF-557E-3734-1973-53009EDAC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4FA52-D84D-39ED-22D4-FD7281FB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2C5F2-9101-2346-AB9F-054F481D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A5998-1301-9CD8-5D2F-53685053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8654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409822-D06C-7A85-5C52-792C956F8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512562-184D-B774-555E-2D838E567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7E7DD-5028-724E-AC68-F38BD5180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E00A3-3361-8BAF-80F8-61EEA64F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75005-1219-6A32-8D30-6EDAA2A0F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02865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k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5700-BC58-1A76-FE67-E464057A9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01262C-AD13-B45A-F62D-AD1D7BC90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2B984-2E69-5040-DE42-E533998EB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0E2FF5-F766-5E42-4A1B-CA72547BD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35524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612655-5723-EEEC-5151-811A938E0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976C7-B4D7-B14B-70C2-0728DD7D3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DD7A5-DBC5-FA20-847B-4FE897E01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4EF64-26B9-4E9E-B3AE-26ABE9C693BC}" type="datetimeFigureOut">
              <a:rPr lang="id-ID" smtClean="0"/>
              <a:t>11/07/2026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98881-258B-7899-7928-BBF667E7A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824F6-C270-7C0A-4FFD-BF8028CD9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23E1E-4B1F-428B-8ED6-AC26AA750C18}" type="slidenum">
              <a:rPr lang="id-ID" smtClean="0"/>
              <a:t>‹#›</a:t>
            </a:fld>
            <a:endParaRPr lang="id-ID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03549D-CE48-E14D-21EC-72EC629D9CE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800" y="379906"/>
            <a:ext cx="1296000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2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3B2A0D-8C6F-BFCF-7D3B-6CCC5FF17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234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arna Korpora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A9E"/>
      </a:accent1>
      <a:accent2>
        <a:srgbClr val="F2F2F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ont Korpora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</cp:revision>
  <dcterms:created xsi:type="dcterms:W3CDTF">2026-07-11T06:07:21Z</dcterms:created>
  <dcterms:modified xsi:type="dcterms:W3CDTF">2026-07-11T06:07:30Z</dcterms:modified>
</cp:coreProperties>
</file>