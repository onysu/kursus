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2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02FEB8-D4D3-4D0F-A218-6AB557840D43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d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50AD82-ED97-4AA6-BB46-7BBFE83B83C7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80497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Selamat pagi. Pada kesempatan kali ini saya akan memperkenalkan SmartBottle, sebuah botol minum pintar yang membantu kita menjaga kesehatan dengan mengingatkan waktu minum.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1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702145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Produk ini memiliki tiga fitur utama. Pertama pengingat minum. Kedua menampilkan suhu air secara real-time. Ketiga baterainya mampu bertahan hingga tujuh hari.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2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848999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Dengan fitur tersebut, pengguna menjadi lebih sehat, hemat biaya, dan turut menjaga lingkungan karena mengurangi penggunaan botol plastik.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3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49632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Berikut salah satu testimoni pelanggan yang telah menggunakan produk ini selama beberapa bulan.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4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258470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d-ID" dirty="0"/>
              <a:t>Demikian presentasi saya. Jika tertarik, SmartBottle dapat dimiliki dengan harga Rp299.000. Terima kasih atas perhatian 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50AD82-ED97-4AA6-BB46-7BBFE83B83C7}" type="slidenum">
              <a:rPr lang="id-ID" smtClean="0"/>
              <a:t>5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68124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F6AF6-D93F-25B0-7B62-D9981B43C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D66F3-00DD-67C6-61D8-B375C2AB1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0C6EB-A540-7666-507A-54B1707D7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937F62-00D0-A54B-E3DA-DA11130D1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F0DC5-ABFA-3834-45FA-13D0AAC5A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71101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4BF7D-2530-2833-9C26-ACE11C4FE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29F3B-FF2D-ED25-F805-D4D01BF0E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2FD88-E2E6-59A7-C8FE-5D8525A5F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2FB45-BADE-A4FA-598D-84C6FC17B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7B4C3-15B0-314A-17E0-1B34A225D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24159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38312-FD13-05B8-7E43-BD2589C22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D147F3-21CE-593B-8750-38CEFE5C1C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35871-9D63-68AC-A982-E1929D08D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E688D-F54C-6BF7-2CE6-4ABA56E78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CB6AB8-11AE-0A98-B0DB-ED9A879D2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3734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3D085-3739-6D0A-B237-613D3BFEB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5B1E1-E368-7710-5530-8C37698C51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E1131-CBFE-316C-38E9-D059DD6754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2B673-CC0F-9925-0835-63B42DBDA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F45B60-A458-0427-3915-E9CA76424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C4B79B-770B-C0B1-483C-AA16B2A7B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713113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97243-72A9-8FED-2496-5F4406ABD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F2100-6086-3685-7EF1-0B47B4EF9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850637-D901-90FC-F994-0B6AA8028E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2775A0-E936-5A87-EA76-D4E058D831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B20BC4-C064-91ED-AFCA-A7981DDE0D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F2A151-8729-3733-980E-96A793DA3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E00360-F7A4-2E9E-97DB-C234C03AB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C08CB4-E5E1-E364-D1DB-9C89D21B3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211804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54D62-0CD0-70A5-72A3-8CB9925F1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938F06-5D6F-026B-41E1-B268402D8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C00307-B98D-B2B1-B4F9-8C235E6FB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61C093-2B6C-04BE-3B41-77C9245C8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81024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D308EF-0695-4E66-4B39-C92743EBD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B091F3-7E2E-9FBF-6A33-E5BDB4D29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C74D7-CA46-E657-2E04-BCE28503D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0422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30BE2-4BD1-2CED-66A3-DEB6E8580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F11E3-9568-A71E-88AF-409140454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39416B-486C-3515-AB43-919B87AFFA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4A9F9D-76CC-F703-C52D-9051EABAC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430EB-3EB3-3E87-052E-CA5F5C26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A643B-8413-EB81-5136-6493A052D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16633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A95D5-6894-95D9-EAB0-AD2B8F5E1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034AAD-FB5F-1B46-4074-C79B1650D3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5D856E-2075-888E-AF7C-7A670F6B65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4FAB7-E070-FB7A-B002-698FE22A0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306FF2-67B0-D552-E2DB-2E4201106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F38E1A-3139-F76F-A411-62B9DF303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56602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D1BEF-EB47-7F21-95FB-89BD6F602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BE718-4980-817E-56D0-92910B2563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2DC19-29F8-BD44-2F59-8B2A114B4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7D5EEE-E175-3422-80ED-314422B53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E1324-99EB-1E50-DB39-67120DB9D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71240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3B62BC-BA46-A5F8-1496-F88AF1FDAE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697270-5A16-85FB-2CCB-A68E0C20CC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6E6F50-C20E-DC45-A4A9-E2B0D6D73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90BE0E-4A6C-161D-C246-73A5F624E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BDB03-1B01-3A21-40D2-EC9F0EE5B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084266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176BCE-CC85-BE5C-2DF0-E4F52923D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23633-E4A2-68D6-3E76-8814A2F64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1EE31-E3CA-C98D-C3ED-C7DA9C2CD1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06140-170B-4E4C-A358-F4BB235C621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86155-2FFE-160C-797B-2CDFB98529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38DC6D-A1E9-BB15-FCB1-E48A9FC5B0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93DBA-D842-4F94-A533-9265A91A2190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930573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mailto:contoh@email.co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90E4D8-819A-1074-7560-DD117D026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4000" b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Smart</a:t>
            </a:r>
            <a:r>
              <a:rPr lang="id-ID" sz="4000" b="1" dirty="0">
                <a:solidFill>
                  <a:srgbClr val="C0000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Bottle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CEEB98-026A-B11C-1A71-3765FF315C1F}"/>
              </a:ext>
            </a:extLst>
          </p:cNvPr>
          <p:cNvSpPr txBox="1"/>
          <p:nvPr/>
        </p:nvSpPr>
        <p:spPr>
          <a:xfrm>
            <a:off x="838200" y="1259003"/>
            <a:ext cx="10515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d-ID" sz="2000" i="1" dirty="0">
                <a:solidFill>
                  <a:schemeClr val="accent6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anose="020F0502020204030204" pitchFamily="34" charset="0"/>
              </a:rPr>
              <a:t>"Botol Minum Pintar untuk Gaya Hidup Sehat"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B7BD92-2F26-0E78-FFCB-593A84C04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655" b="12630"/>
          <a:stretch>
            <a:fillRect/>
          </a:stretch>
        </p:blipFill>
        <p:spPr>
          <a:xfrm>
            <a:off x="2347936" y="1942643"/>
            <a:ext cx="7255403" cy="4550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37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93530-9973-0CF6-FB00-71753FC78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3600" b="1" dirty="0">
                <a:solidFill>
                  <a:srgbClr val="002060"/>
                </a:solidFill>
              </a:rPr>
              <a:t>FITUR UTAMA</a:t>
            </a:r>
          </a:p>
        </p:txBody>
      </p:sp>
      <p:pic>
        <p:nvPicPr>
          <p:cNvPr id="4" name="Graphic 3" descr="Water with solid fill">
            <a:extLst>
              <a:ext uri="{FF2B5EF4-FFF2-40B4-BE49-F238E27FC236}">
                <a16:creationId xmlns:a16="http://schemas.microsoft.com/office/drawing/2014/main" id="{A425D278-491B-8D33-416C-49CC5D9B54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5127" y="1990979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D29820-C8DA-EEB1-4B2D-5745F8036C03}"/>
              </a:ext>
            </a:extLst>
          </p:cNvPr>
          <p:cNvSpPr txBox="1"/>
          <p:nvPr/>
        </p:nvSpPr>
        <p:spPr>
          <a:xfrm>
            <a:off x="5036694" y="2263513"/>
            <a:ext cx="24668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dirty="0">
                <a:solidFill>
                  <a:schemeClr val="accent6">
                    <a:lumMod val="75000"/>
                  </a:schemeClr>
                </a:solidFill>
              </a:rPr>
              <a:t>Pengingat Minum</a:t>
            </a:r>
          </a:p>
        </p:txBody>
      </p:sp>
      <p:pic>
        <p:nvPicPr>
          <p:cNvPr id="7" name="Graphic 6" descr="Thermometer with solid fill">
            <a:extLst>
              <a:ext uri="{FF2B5EF4-FFF2-40B4-BE49-F238E27FC236}">
                <a16:creationId xmlns:a16="http://schemas.microsoft.com/office/drawing/2014/main" id="{A7072D80-20EA-B59A-A1D7-41250EF952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5127" y="3156466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429CA8-990E-2248-C865-00887CC2E422}"/>
              </a:ext>
            </a:extLst>
          </p:cNvPr>
          <p:cNvSpPr txBox="1"/>
          <p:nvPr/>
        </p:nvSpPr>
        <p:spPr>
          <a:xfrm>
            <a:off x="5036694" y="3429000"/>
            <a:ext cx="3162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dirty="0">
                <a:solidFill>
                  <a:schemeClr val="accent6">
                    <a:lumMod val="75000"/>
                  </a:schemeClr>
                </a:solidFill>
              </a:rPr>
              <a:t>Menampilkan Suhu Air</a:t>
            </a:r>
          </a:p>
        </p:txBody>
      </p:sp>
      <p:pic>
        <p:nvPicPr>
          <p:cNvPr id="10" name="Graphic 9" descr="Robot with solid fill">
            <a:extLst>
              <a:ext uri="{FF2B5EF4-FFF2-40B4-BE49-F238E27FC236}">
                <a16:creationId xmlns:a16="http://schemas.microsoft.com/office/drawing/2014/main" id="{41F7A1EB-C7C8-BDB6-6B94-16E9F3B1F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15127" y="4321953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35853B-35FE-C47B-4C1F-A8411609D62F}"/>
              </a:ext>
            </a:extLst>
          </p:cNvPr>
          <p:cNvSpPr txBox="1"/>
          <p:nvPr/>
        </p:nvSpPr>
        <p:spPr>
          <a:xfrm>
            <a:off x="5036694" y="4605730"/>
            <a:ext cx="2823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400" dirty="0">
                <a:solidFill>
                  <a:schemeClr val="accent6">
                    <a:lumMod val="75000"/>
                  </a:schemeClr>
                </a:solidFill>
              </a:rPr>
              <a:t>Baterai Tahan 7 Hari</a:t>
            </a:r>
          </a:p>
        </p:txBody>
      </p:sp>
    </p:spTree>
    <p:extLst>
      <p:ext uri="{BB962C8B-B14F-4D97-AF65-F5344CB8AC3E}">
        <p14:creationId xmlns:p14="http://schemas.microsoft.com/office/powerpoint/2010/main" val="2011971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6B651-003F-EE24-882B-0AAA6F4D9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4000" b="1" dirty="0">
                <a:solidFill>
                  <a:srgbClr val="002060"/>
                </a:solidFill>
              </a:rPr>
              <a:t>MANFAAT PRODUK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3715CF-3218-3B0E-FB9F-EE9A6DD887C3}"/>
              </a:ext>
            </a:extLst>
          </p:cNvPr>
          <p:cNvSpPr txBox="1"/>
          <p:nvPr/>
        </p:nvSpPr>
        <p:spPr>
          <a:xfrm>
            <a:off x="3794312" y="2193149"/>
            <a:ext cx="4661084" cy="2471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sz="2000" dirty="0">
                <a:solidFill>
                  <a:schemeClr val="accent6">
                    <a:lumMod val="50000"/>
                  </a:schemeClr>
                </a:solidFill>
              </a:rPr>
              <a:t>Membantu menjaga hidrasi tubuh </a:t>
            </a:r>
            <a:endParaRPr lang="en-US" sz="2000" dirty="0">
              <a:solidFill>
                <a:schemeClr val="accent6">
                  <a:lumMod val="50000"/>
                </a:schemeClr>
              </a:solidFill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sz="2000" dirty="0">
                <a:solidFill>
                  <a:schemeClr val="accent6">
                    <a:lumMod val="50000"/>
                  </a:schemeClr>
                </a:solidFill>
              </a:rPr>
              <a:t>Praktis dibawa ke mana saja </a:t>
            </a:r>
            <a:endParaRPr lang="en-US" sz="2000" dirty="0">
              <a:solidFill>
                <a:schemeClr val="accent6">
                  <a:lumMod val="50000"/>
                </a:schemeClr>
              </a:solidFill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sz="2000" dirty="0">
                <a:solidFill>
                  <a:schemeClr val="accent6">
                    <a:lumMod val="50000"/>
                  </a:schemeClr>
                </a:solidFill>
              </a:rPr>
              <a:t>Ramah lingkungan </a:t>
            </a:r>
            <a:endParaRPr lang="en-US" sz="2000" dirty="0">
              <a:solidFill>
                <a:schemeClr val="accent6">
                  <a:lumMod val="50000"/>
                </a:schemeClr>
              </a:solidFill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sz="2000" dirty="0">
                <a:solidFill>
                  <a:schemeClr val="accent6">
                    <a:lumMod val="50000"/>
                  </a:schemeClr>
                </a:solidFill>
              </a:rPr>
              <a:t>Mengurangi penggunaan botol plastik</a:t>
            </a:r>
          </a:p>
        </p:txBody>
      </p:sp>
    </p:spTree>
    <p:extLst>
      <p:ext uri="{BB962C8B-B14F-4D97-AF65-F5344CB8AC3E}">
        <p14:creationId xmlns:p14="http://schemas.microsoft.com/office/powerpoint/2010/main" val="1611011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E6EFA-6E30-B5B1-E4F1-15BD06359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id-ID" sz="4000" b="1" dirty="0">
                <a:solidFill>
                  <a:srgbClr val="002060"/>
                </a:solidFill>
              </a:rPr>
              <a:t>TESTIMONI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FD835-69A9-05BC-340E-278F429D6209}"/>
              </a:ext>
            </a:extLst>
          </p:cNvPr>
          <p:cNvSpPr txBox="1"/>
          <p:nvPr/>
        </p:nvSpPr>
        <p:spPr>
          <a:xfrm>
            <a:off x="838200" y="2921168"/>
            <a:ext cx="1051560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i="1" dirty="0">
                <a:solidFill>
                  <a:schemeClr val="bg1">
                    <a:lumMod val="75000"/>
                  </a:schemeClr>
                </a:solidFill>
              </a:rPr>
              <a:t>“</a:t>
            </a:r>
            <a:r>
              <a:rPr lang="id-ID" sz="2400" i="1" dirty="0">
                <a:solidFill>
                  <a:schemeClr val="accent6">
                    <a:lumMod val="50000"/>
                  </a:schemeClr>
                </a:solidFill>
              </a:rPr>
              <a:t>Sejak memakai SmartBottle saya jadi lebih rutin minum air setiap hari</a:t>
            </a:r>
            <a:r>
              <a:rPr lang="id-ID" sz="2400" i="1" dirty="0">
                <a:solidFill>
                  <a:schemeClr val="bg1">
                    <a:lumMod val="75000"/>
                  </a:schemeClr>
                </a:solidFill>
              </a:rPr>
              <a:t>.</a:t>
            </a:r>
            <a:r>
              <a:rPr lang="id-ID" sz="7200" b="1" i="1" dirty="0">
                <a:solidFill>
                  <a:schemeClr val="bg1">
                    <a:lumMod val="75000"/>
                  </a:schemeClr>
                </a:solidFill>
              </a:rPr>
              <a:t>“</a:t>
            </a:r>
            <a:endParaRPr lang="en-US" sz="7200" b="1" i="1" dirty="0">
              <a:solidFill>
                <a:schemeClr val="bg1">
                  <a:lumMod val="75000"/>
                </a:schemeClr>
              </a:solidFill>
            </a:endParaRPr>
          </a:p>
          <a:p>
            <a:pPr algn="ctr"/>
            <a:r>
              <a:rPr lang="id-ID" sz="2000" i="1" dirty="0">
                <a:solidFill>
                  <a:schemeClr val="accent6">
                    <a:lumMod val="50000"/>
                  </a:schemeClr>
                </a:solidFill>
              </a:rPr>
              <a:t>— </a:t>
            </a:r>
            <a:r>
              <a:rPr lang="en-US" sz="2000" i="1" dirty="0">
                <a:solidFill>
                  <a:schemeClr val="accent6">
                    <a:lumMod val="50000"/>
                  </a:schemeClr>
                </a:solidFill>
              </a:rPr>
              <a:t>Andi, Jakarta</a:t>
            </a:r>
            <a:endParaRPr lang="id-ID" sz="2000" i="1" dirty="0">
              <a:solidFill>
                <a:schemeClr val="accent6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2132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A9647-7CFC-22E0-5F59-087FD0A85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id-ID" sz="4000" b="1" dirty="0">
                <a:solidFill>
                  <a:srgbClr val="002060"/>
                </a:solidFill>
              </a:rPr>
              <a:t>DAPATKAN SEKARANG!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3C7BC-701C-2E6D-3A1F-B8ADE5EA6220}"/>
              </a:ext>
            </a:extLst>
          </p:cNvPr>
          <p:cNvSpPr txBox="1"/>
          <p:nvPr/>
        </p:nvSpPr>
        <p:spPr>
          <a:xfrm>
            <a:off x="1679570" y="1896804"/>
            <a:ext cx="13656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2800" b="1" dirty="0">
                <a:solidFill>
                  <a:srgbClr val="7030A0"/>
                </a:solidFill>
              </a:rPr>
              <a:t>HARGA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7088B7-78A9-DDC8-E7A1-1F0B71AD504B}"/>
              </a:ext>
            </a:extLst>
          </p:cNvPr>
          <p:cNvSpPr txBox="1"/>
          <p:nvPr/>
        </p:nvSpPr>
        <p:spPr>
          <a:xfrm>
            <a:off x="2187642" y="2330527"/>
            <a:ext cx="473879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sz="7200" b="1" dirty="0">
                <a:solidFill>
                  <a:srgbClr val="FF0000"/>
                </a:solidFill>
              </a:rPr>
              <a:t>Rp</a:t>
            </a:r>
            <a:r>
              <a:rPr lang="en-US" sz="7200" b="1" dirty="0">
                <a:solidFill>
                  <a:srgbClr val="FF0000"/>
                </a:solidFill>
              </a:rPr>
              <a:t> </a:t>
            </a:r>
            <a:r>
              <a:rPr lang="id-ID" sz="7200" b="1" dirty="0">
                <a:solidFill>
                  <a:srgbClr val="FF0000"/>
                </a:solidFill>
              </a:rPr>
              <a:t>299.000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EDD534-AB62-8CC1-3F7B-8265D889F67B}"/>
              </a:ext>
            </a:extLst>
          </p:cNvPr>
          <p:cNvSpPr txBox="1"/>
          <p:nvPr/>
        </p:nvSpPr>
        <p:spPr>
          <a:xfrm>
            <a:off x="1870997" y="4879664"/>
            <a:ext cx="33228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id-ID" dirty="0">
                <a:solidFill>
                  <a:srgbClr val="002060"/>
                </a:solidFill>
              </a:rPr>
              <a:t>WhatsApp : 0123456789</a:t>
            </a:r>
            <a:endParaRPr lang="en-US" dirty="0">
              <a:solidFill>
                <a:srgbClr val="00206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d-ID" dirty="0">
                <a:solidFill>
                  <a:srgbClr val="002060"/>
                </a:solidFill>
              </a:rPr>
              <a:t>Email : </a:t>
            </a:r>
            <a:r>
              <a:rPr lang="id-ID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contoh@email.</a:t>
            </a:r>
            <a:r>
              <a:rPr lang="id-ID" dirty="0">
                <a:solidFill>
                  <a:srgbClr val="00206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</a:t>
            </a:r>
            <a:endParaRPr lang="en-US" dirty="0">
              <a:solidFill>
                <a:srgbClr val="00206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d-ID" dirty="0">
                <a:solidFill>
                  <a:srgbClr val="002060"/>
                </a:solidFill>
              </a:rPr>
              <a:t>Website : website.com</a:t>
            </a:r>
          </a:p>
        </p:txBody>
      </p:sp>
      <p:sp>
        <p:nvSpPr>
          <p:cNvPr id="13" name="Explosion: 8 Points 12">
            <a:extLst>
              <a:ext uri="{FF2B5EF4-FFF2-40B4-BE49-F238E27FC236}">
                <a16:creationId xmlns:a16="http://schemas.microsoft.com/office/drawing/2014/main" id="{D5FF7DD5-0A36-67D7-B457-2DD136153D2B}"/>
              </a:ext>
            </a:extLst>
          </p:cNvPr>
          <p:cNvSpPr/>
          <p:nvPr/>
        </p:nvSpPr>
        <p:spPr>
          <a:xfrm rot="-1140000">
            <a:off x="6785787" y="2232273"/>
            <a:ext cx="4847040" cy="4246176"/>
          </a:xfrm>
          <a:prstGeom prst="irregularSeal1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PESAN</a:t>
            </a:r>
          </a:p>
          <a:p>
            <a:pPr algn="ctr"/>
            <a:r>
              <a:rPr lang="en-US" sz="3200" b="1" dirty="0"/>
              <a:t>SEKARANG !!!</a:t>
            </a:r>
            <a:endParaRPr lang="id-ID" sz="3200" b="1" dirty="0"/>
          </a:p>
        </p:txBody>
      </p:sp>
    </p:spTree>
    <p:extLst>
      <p:ext uri="{BB962C8B-B14F-4D97-AF65-F5344CB8AC3E}">
        <p14:creationId xmlns:p14="http://schemas.microsoft.com/office/powerpoint/2010/main" val="307009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193</Words>
  <Application>Microsoft Office PowerPoint</Application>
  <PresentationFormat>Widescreen</PresentationFormat>
  <Paragraphs>32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Cambria</vt:lpstr>
      <vt:lpstr>Wingdings</vt:lpstr>
      <vt:lpstr>Office Theme</vt:lpstr>
      <vt:lpstr>SmartBottle</vt:lpstr>
      <vt:lpstr>FITUR UTAMA</vt:lpstr>
      <vt:lpstr>MANFAAT PRODUK</vt:lpstr>
      <vt:lpstr>TESTIMONI</vt:lpstr>
      <vt:lpstr>DAPATKAN SEKARANG!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15</cp:revision>
  <dcterms:created xsi:type="dcterms:W3CDTF">2026-06-27T06:22:34Z</dcterms:created>
  <dcterms:modified xsi:type="dcterms:W3CDTF">2026-07-15T06:18:01Z</dcterms:modified>
</cp:coreProperties>
</file>