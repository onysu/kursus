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id-ID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660"/>
  </p:normalViewPr>
  <p:slideViewPr>
    <p:cSldViewPr snapToGrid="0">
      <p:cViewPr varScale="1">
        <p:scale>
          <a:sx n="64" d="100"/>
          <a:sy n="64" d="100"/>
        </p:scale>
        <p:origin x="978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d-ID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202FEB8-D4D3-4D0F-A218-6AB557840D43}" type="datetimeFigureOut">
              <a:rPr lang="id-ID" smtClean="0"/>
              <a:t>27/06/2026</a:t>
            </a:fld>
            <a:endParaRPr lang="id-ID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d-ID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d-ID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150AD82-ED97-4AA6-BB46-7BBFE83B83C7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10804976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d-ID" dirty="0"/>
              <a:t>Selamat pagi. Pada kesempatan kali ini saya akan memperkenalkan SmartBottle, sebuah botol minum pintar yang membantu kita menjaga kesehatan dengan mengingatkan waktu minum.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50AD82-ED97-4AA6-BB46-7BBFE83B83C7}" type="slidenum">
              <a:rPr lang="id-ID" smtClean="0"/>
              <a:t>1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7021453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d-ID" dirty="0"/>
              <a:t>Produk ini memiliki tiga fitur utama. Pertama pengingat minum. Kedua menampilkan suhu air secara real-time. Ketiga baterainya mampu bertahan hingga tujuh hari.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50AD82-ED97-4AA6-BB46-7BBFE83B83C7}" type="slidenum">
              <a:rPr lang="id-ID" smtClean="0"/>
              <a:t>2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18489999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d-ID" dirty="0"/>
              <a:t>Dengan fitur tersebut, pengguna menjadi lebih sehat, hemat biaya, dan turut menjaga lingkungan karena mengurangi penggunaan botol plastik.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50AD82-ED97-4AA6-BB46-7BBFE83B83C7}" type="slidenum">
              <a:rPr lang="id-ID" smtClean="0"/>
              <a:t>3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44963222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d-ID" dirty="0"/>
              <a:t>Berikut salah satu testimoni pelanggan yang telah menggunakan produk ini selama beberapa bulan.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50AD82-ED97-4AA6-BB46-7BBFE83B83C7}" type="slidenum">
              <a:rPr lang="id-ID" smtClean="0"/>
              <a:t>4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22584701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d-ID" dirty="0"/>
              <a:t>Demikian presentasi saya. Jika tertarik, SmartBottle dapat dimiliki dengan harga Rp299.000. Terima kasih atas perhatian Anda.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50AD82-ED97-4AA6-BB46-7BBFE83B83C7}" type="slidenum">
              <a:rPr lang="id-ID" smtClean="0"/>
              <a:t>5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4681240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4F6AF6-D93F-25B0-7B62-D9981B43C8F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40D66F3-00DD-67C6-61D8-B375C2AB1E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id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20C6EB-A540-7666-507A-54B1707D7A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106140-170B-4E4C-A358-F4BB235C6210}" type="datetimeFigureOut">
              <a:rPr lang="id-ID" smtClean="0"/>
              <a:t>27/06/2026</a:t>
            </a:fld>
            <a:endParaRPr lang="id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937F62-00D0-A54B-E3DA-DA11130D1C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4F0DC5-ABFA-3834-45FA-13D0AAC5A4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E93DBA-D842-4F94-A533-9265A91A2190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711019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F4BF7D-2530-2833-9C26-ACE11C4FE2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C29F3B-FF2D-ED25-F805-D4D01BF0EF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B2FD88-E2E6-59A7-C8FE-5D8525A5F9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106140-170B-4E4C-A358-F4BB235C6210}" type="datetimeFigureOut">
              <a:rPr lang="id-ID" smtClean="0"/>
              <a:t>27/06/2026</a:t>
            </a:fld>
            <a:endParaRPr lang="id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B2FB45-BADE-A4FA-598D-84C6FC17B0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77B4C3-15B0-314A-17E0-1B34A225DF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E93DBA-D842-4F94-A533-9265A91A2190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2241592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E38312-FD13-05B8-7E43-BD2589C225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D147F3-21CE-593B-8750-38CEFE5C1C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F35871-9D63-68AC-A982-E1929D08DC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106140-170B-4E4C-A358-F4BB235C6210}" type="datetimeFigureOut">
              <a:rPr lang="id-ID" smtClean="0"/>
              <a:t>27/06/2026</a:t>
            </a:fld>
            <a:endParaRPr lang="id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8E688D-F54C-6BF7-2CE6-4ABA56E78E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CB6AB8-11AE-0A98-B0DB-ED9A879D27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E93DBA-D842-4F94-A533-9265A91A2190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237345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3D085-3739-6D0A-B237-613D3BFEB3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55B1E1-E368-7710-5530-8C37698C51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0E1131-CBFE-316C-38E9-D059DD6754E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592B673-CC0F-9925-0835-63B42DBDA9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106140-170B-4E4C-A358-F4BB235C6210}" type="datetimeFigureOut">
              <a:rPr lang="id-ID" smtClean="0"/>
              <a:t>27/06/2026</a:t>
            </a:fld>
            <a:endParaRPr lang="id-ID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EF45B60-A458-0427-3915-E9CA764241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C4B79B-770B-C0B1-483C-AA16B2A7B6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E93DBA-D842-4F94-A533-9265A91A2190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17131135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B97243-72A9-8FED-2496-5F4406ABDE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4F2100-6086-3685-7EF1-0B47B4EF9F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4850637-D901-90FC-F994-0B6AA8028E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72775A0-E936-5A87-EA76-D4E058D831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FB20BC4-C064-91ED-AFCA-A7981DDE0DE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8F2A151-8729-3733-980E-96A793DA31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106140-170B-4E4C-A358-F4BB235C6210}" type="datetimeFigureOut">
              <a:rPr lang="id-ID" smtClean="0"/>
              <a:t>27/06/2026</a:t>
            </a:fld>
            <a:endParaRPr lang="id-ID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1E00360-F7A4-2E9E-97DB-C234C03AB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EC08CB4-E5E1-E364-D1DB-9C89D21B36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E93DBA-D842-4F94-A533-9265A91A2190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2118048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54D62-0CD0-70A5-72A3-8CB9925F1D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3938F06-5D6F-026B-41E1-B268402D8A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106140-170B-4E4C-A358-F4BB235C6210}" type="datetimeFigureOut">
              <a:rPr lang="id-ID" smtClean="0"/>
              <a:t>27/06/2026</a:t>
            </a:fld>
            <a:endParaRPr lang="id-ID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8C00307-B98D-B2B1-B4F9-8C235E6FBB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361C093-2B6C-04BE-3B41-77C9245C8F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E93DBA-D842-4F94-A533-9265A91A2190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5810248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2D308EF-0695-4E66-4B39-C92743EBD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106140-170B-4E4C-A358-F4BB235C6210}" type="datetimeFigureOut">
              <a:rPr lang="id-ID" smtClean="0"/>
              <a:t>27/06/2026</a:t>
            </a:fld>
            <a:endParaRPr lang="id-ID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8B091F3-7E2E-9FBF-6A33-E5BDB4D29C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2C74D7-CA46-E657-2E04-BCE28503D9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E93DBA-D842-4F94-A533-9265A91A2190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6042276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D30BE2-4BD1-2CED-66A3-DEB6E8580A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6F11E3-9568-A71E-88AF-4091404547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C39416B-486C-3515-AB43-919B87AFFA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04A9F9D-76CC-F703-C52D-9051EABACC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106140-170B-4E4C-A358-F4BB235C6210}" type="datetimeFigureOut">
              <a:rPr lang="id-ID" smtClean="0"/>
              <a:t>27/06/2026</a:t>
            </a:fld>
            <a:endParaRPr lang="id-ID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6430EB-3EB3-3E87-052E-CA5F5C26C0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9A643B-8413-EB81-5136-6493A052DA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E93DBA-D842-4F94-A533-9265A91A2190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166331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1A95D5-6894-95D9-EAB0-AD2B8F5E12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4034AAD-FB5F-1B46-4074-C79B1650D3D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d-ID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65D856E-2075-888E-AF7C-7A670F6B65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D4FAB7-E070-FB7A-B002-698FE22A0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106140-170B-4E4C-A358-F4BB235C6210}" type="datetimeFigureOut">
              <a:rPr lang="id-ID" smtClean="0"/>
              <a:t>27/06/2026</a:t>
            </a:fld>
            <a:endParaRPr lang="id-ID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D306FF2-67B0-D552-E2DB-2E42011064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5F38E1A-3139-F76F-A411-62B9DF3038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E93DBA-D842-4F94-A533-9265A91A2190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41566029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6D1BEF-EB47-7F21-95FB-89BD6F6023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9BE718-4980-817E-56D0-92910B25634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12DC19-29F8-BD44-2F59-8B2A114B49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106140-170B-4E4C-A358-F4BB235C6210}" type="datetimeFigureOut">
              <a:rPr lang="id-ID" smtClean="0"/>
              <a:t>27/06/2026</a:t>
            </a:fld>
            <a:endParaRPr lang="id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7D5EEE-E175-3422-80ED-314422B53E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DE1324-99EB-1E50-DB39-67120DB9D3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E93DBA-D842-4F94-A533-9265A91A2190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4712402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33B62BC-BA46-A5F8-1496-F88AF1FDAED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6697270-5A16-85FB-2CCB-A68E0C20CC4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6E6F50-C20E-DC45-A4A9-E2B0D6D73F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106140-170B-4E4C-A358-F4BB235C6210}" type="datetimeFigureOut">
              <a:rPr lang="id-ID" smtClean="0"/>
              <a:t>27/06/2026</a:t>
            </a:fld>
            <a:endParaRPr lang="id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90BE0E-4A6C-161D-C246-73A5F624E4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7BDB03-1B01-3A21-40D2-EC9F0EE5B3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E93DBA-D842-4F94-A533-9265A91A2190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40842669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3176BCE-CC85-BE5C-2DF0-E4F52923DE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523633-E4A2-68D6-3E76-8814A2F641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01EE31-E3CA-C98D-C3ED-C7DA9C2CD15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F106140-170B-4E4C-A358-F4BB235C6210}" type="datetimeFigureOut">
              <a:rPr lang="id-ID" smtClean="0"/>
              <a:t>27/06/2026</a:t>
            </a:fld>
            <a:endParaRPr lang="id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C86155-2FFE-160C-797B-2CDFB98529B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d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38DC6D-A1E9-BB15-FCB1-E48A9FC5B0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FE93DBA-D842-4F94-A533-9265A91A2190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19305736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d-ID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F90E4D8-819A-1074-7560-DD117D026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d-ID" b="1" dirty="0">
                <a:solidFill>
                  <a:srgbClr val="7030A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SmartBottle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1CEEB98-026A-B11C-1A71-3765FF315C1F}"/>
              </a:ext>
            </a:extLst>
          </p:cNvPr>
          <p:cNvSpPr txBox="1"/>
          <p:nvPr/>
        </p:nvSpPr>
        <p:spPr>
          <a:xfrm>
            <a:off x="838200" y="1229023"/>
            <a:ext cx="10515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d-ID" sz="2400" i="1" dirty="0">
                <a:solidFill>
                  <a:schemeClr val="accent6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"Botol Minum Pintar untuk Gaya Hidup Sehat"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BB7BD92-2F26-0E78-FFCB-593A84C0462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4655" b="12630"/>
          <a:stretch>
            <a:fillRect/>
          </a:stretch>
        </p:blipFill>
        <p:spPr>
          <a:xfrm>
            <a:off x="2347936" y="1942643"/>
            <a:ext cx="7255403" cy="4550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64376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593530-9973-0CF6-FB00-71753FC78E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d-ID" b="1" dirty="0">
                <a:solidFill>
                  <a:srgbClr val="7030A0"/>
                </a:solidFill>
              </a:rPr>
              <a:t>FITUR UTAMA</a:t>
            </a:r>
          </a:p>
        </p:txBody>
      </p:sp>
      <p:pic>
        <p:nvPicPr>
          <p:cNvPr id="4" name="Graphic 3" descr="Water with solid fill">
            <a:extLst>
              <a:ext uri="{FF2B5EF4-FFF2-40B4-BE49-F238E27FC236}">
                <a16:creationId xmlns:a16="http://schemas.microsoft.com/office/drawing/2014/main" id="{A425D278-491B-8D33-416C-49CC5D9B540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80609" y="1690688"/>
            <a:ext cx="914400" cy="9144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CD29820-C8DA-EEB1-4B2D-5745F8036C03}"/>
              </a:ext>
            </a:extLst>
          </p:cNvPr>
          <p:cNvSpPr txBox="1"/>
          <p:nvPr/>
        </p:nvSpPr>
        <p:spPr>
          <a:xfrm>
            <a:off x="4302176" y="1963222"/>
            <a:ext cx="24668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d-ID" sz="2400" dirty="0">
                <a:solidFill>
                  <a:schemeClr val="accent6">
                    <a:lumMod val="75000"/>
                  </a:schemeClr>
                </a:solidFill>
              </a:rPr>
              <a:t>Pengingat Minum</a:t>
            </a:r>
          </a:p>
        </p:txBody>
      </p:sp>
      <p:pic>
        <p:nvPicPr>
          <p:cNvPr id="7" name="Graphic 6" descr="Thermometer with solid fill">
            <a:extLst>
              <a:ext uri="{FF2B5EF4-FFF2-40B4-BE49-F238E27FC236}">
                <a16:creationId xmlns:a16="http://schemas.microsoft.com/office/drawing/2014/main" id="{A7072D80-20EA-B59A-A1D7-41250EF9524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80609" y="2856175"/>
            <a:ext cx="914400" cy="9144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7429CA8-990E-2248-C865-00887CC2E422}"/>
              </a:ext>
            </a:extLst>
          </p:cNvPr>
          <p:cNvSpPr txBox="1"/>
          <p:nvPr/>
        </p:nvSpPr>
        <p:spPr>
          <a:xfrm>
            <a:off x="4302176" y="3128709"/>
            <a:ext cx="31627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d-ID" sz="2400" dirty="0">
                <a:solidFill>
                  <a:schemeClr val="accent6">
                    <a:lumMod val="75000"/>
                  </a:schemeClr>
                </a:solidFill>
              </a:rPr>
              <a:t>Menampilkan Suhu Air</a:t>
            </a:r>
          </a:p>
        </p:txBody>
      </p:sp>
      <p:pic>
        <p:nvPicPr>
          <p:cNvPr id="10" name="Graphic 9" descr="Robot with solid fill">
            <a:extLst>
              <a:ext uri="{FF2B5EF4-FFF2-40B4-BE49-F238E27FC236}">
                <a16:creationId xmlns:a16="http://schemas.microsoft.com/office/drawing/2014/main" id="{41F7A1EB-C7C8-BDB6-6B94-16E9F3B1F2C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880609" y="4021662"/>
            <a:ext cx="914400" cy="9144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135853B-35FE-C47B-4C1F-A8411609D62F}"/>
              </a:ext>
            </a:extLst>
          </p:cNvPr>
          <p:cNvSpPr txBox="1"/>
          <p:nvPr/>
        </p:nvSpPr>
        <p:spPr>
          <a:xfrm>
            <a:off x="4302176" y="4305439"/>
            <a:ext cx="28235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d-ID" sz="2400" dirty="0">
                <a:solidFill>
                  <a:schemeClr val="accent6">
                    <a:lumMod val="75000"/>
                  </a:schemeClr>
                </a:solidFill>
              </a:rPr>
              <a:t>Baterai Tahan 7 Hari</a:t>
            </a:r>
          </a:p>
        </p:txBody>
      </p:sp>
    </p:spTree>
    <p:extLst>
      <p:ext uri="{BB962C8B-B14F-4D97-AF65-F5344CB8AC3E}">
        <p14:creationId xmlns:p14="http://schemas.microsoft.com/office/powerpoint/2010/main" val="20119716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B6B651-003F-EE24-882B-0AAA6F4D92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d-ID" b="1" dirty="0">
                <a:solidFill>
                  <a:srgbClr val="7030A0"/>
                </a:solidFill>
              </a:rPr>
              <a:t>MANFAAT PRODUK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23715CF-3218-3B0E-FB9F-EE9A6DD887C3}"/>
              </a:ext>
            </a:extLst>
          </p:cNvPr>
          <p:cNvSpPr txBox="1"/>
          <p:nvPr/>
        </p:nvSpPr>
        <p:spPr>
          <a:xfrm>
            <a:off x="2428407" y="2068642"/>
            <a:ext cx="5425268" cy="29475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id-ID" sz="2400" dirty="0">
                <a:solidFill>
                  <a:schemeClr val="accent6">
                    <a:lumMod val="50000"/>
                  </a:schemeClr>
                </a:solidFill>
              </a:rPr>
              <a:t>Membantu menjaga hidrasi tubuh </a:t>
            </a:r>
            <a:endParaRPr lang="en-US" sz="2400" dirty="0">
              <a:solidFill>
                <a:schemeClr val="accent6">
                  <a:lumMod val="50000"/>
                </a:schemeClr>
              </a:solidFill>
            </a:endParaRP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id-ID" sz="2400" dirty="0">
                <a:solidFill>
                  <a:schemeClr val="accent6">
                    <a:lumMod val="50000"/>
                  </a:schemeClr>
                </a:solidFill>
              </a:rPr>
              <a:t>Praktis dibawa ke mana saja </a:t>
            </a:r>
            <a:endParaRPr lang="en-US" sz="2400" dirty="0">
              <a:solidFill>
                <a:schemeClr val="accent6">
                  <a:lumMod val="50000"/>
                </a:schemeClr>
              </a:solidFill>
            </a:endParaRP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id-ID" sz="2400" dirty="0">
                <a:solidFill>
                  <a:schemeClr val="accent6">
                    <a:lumMod val="50000"/>
                  </a:schemeClr>
                </a:solidFill>
              </a:rPr>
              <a:t>Ramah lingkungan </a:t>
            </a:r>
            <a:endParaRPr lang="en-US" sz="2400" dirty="0">
              <a:solidFill>
                <a:schemeClr val="accent6">
                  <a:lumMod val="50000"/>
                </a:schemeClr>
              </a:solidFill>
            </a:endParaRP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id-ID" sz="2400" dirty="0">
                <a:solidFill>
                  <a:schemeClr val="accent6">
                    <a:lumMod val="50000"/>
                  </a:schemeClr>
                </a:solidFill>
              </a:rPr>
              <a:t>Mengurangi penggunaan botol plastik</a:t>
            </a:r>
          </a:p>
        </p:txBody>
      </p:sp>
    </p:spTree>
    <p:extLst>
      <p:ext uri="{BB962C8B-B14F-4D97-AF65-F5344CB8AC3E}">
        <p14:creationId xmlns:p14="http://schemas.microsoft.com/office/powerpoint/2010/main" val="16110113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5E6EFA-6E30-B5B1-E4F1-15BD06359A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d-ID" b="1" dirty="0"/>
              <a:t>TESTIMONI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ECFD835-69A9-05BC-340E-278F429D6209}"/>
              </a:ext>
            </a:extLst>
          </p:cNvPr>
          <p:cNvSpPr txBox="1"/>
          <p:nvPr/>
        </p:nvSpPr>
        <p:spPr>
          <a:xfrm>
            <a:off x="838200" y="2263515"/>
            <a:ext cx="105156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i="1" dirty="0">
                <a:solidFill>
                  <a:schemeClr val="accent6">
                    <a:lumMod val="50000"/>
                  </a:schemeClr>
                </a:solidFill>
              </a:rPr>
              <a:t>“</a:t>
            </a:r>
            <a:r>
              <a:rPr lang="id-ID" sz="2400" i="1" dirty="0">
                <a:solidFill>
                  <a:schemeClr val="accent6">
                    <a:lumMod val="50000"/>
                  </a:schemeClr>
                </a:solidFill>
              </a:rPr>
              <a:t>Sejak memakai SmartBottle saya jadi lebih rutin minum air setiap hari.</a:t>
            </a:r>
            <a:r>
              <a:rPr lang="id-ID" sz="3600" b="1" i="1" dirty="0">
                <a:solidFill>
                  <a:schemeClr val="accent6">
                    <a:lumMod val="50000"/>
                  </a:schemeClr>
                </a:solidFill>
              </a:rPr>
              <a:t>“</a:t>
            </a:r>
            <a:endParaRPr lang="en-US" sz="2400" b="1" i="1" dirty="0">
              <a:solidFill>
                <a:schemeClr val="accent6">
                  <a:lumMod val="50000"/>
                </a:schemeClr>
              </a:solidFill>
            </a:endParaRPr>
          </a:p>
          <a:p>
            <a:pPr algn="ctr"/>
            <a:r>
              <a:rPr lang="id-ID" sz="2400" i="1" dirty="0">
                <a:solidFill>
                  <a:schemeClr val="accent6">
                    <a:lumMod val="50000"/>
                  </a:schemeClr>
                </a:solidFill>
              </a:rPr>
              <a:t>— </a:t>
            </a:r>
            <a:r>
              <a:rPr lang="en-US" sz="2400" i="1" dirty="0">
                <a:solidFill>
                  <a:schemeClr val="accent6">
                    <a:lumMod val="50000"/>
                  </a:schemeClr>
                </a:solidFill>
              </a:rPr>
              <a:t>Andi, Jakarta</a:t>
            </a:r>
            <a:endParaRPr lang="id-ID" sz="2400" i="1" dirty="0">
              <a:solidFill>
                <a:schemeClr val="accent6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721328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4A9647-7CFC-22E0-5F59-087FD0A855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d-ID" b="1" dirty="0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DAPATKAN SEKARANG!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13C7BC-701C-2E6D-3A1F-B8ADE5EA6220}"/>
              </a:ext>
            </a:extLst>
          </p:cNvPr>
          <p:cNvSpPr txBox="1"/>
          <p:nvPr/>
        </p:nvSpPr>
        <p:spPr>
          <a:xfrm>
            <a:off x="1933543" y="2441085"/>
            <a:ext cx="136569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d-ID" sz="2800" b="1" dirty="0">
                <a:solidFill>
                  <a:srgbClr val="C00000"/>
                </a:solidFill>
              </a:rPr>
              <a:t>HARGA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C7088B7-78A9-DDC8-E7A1-1F0B71AD504B}"/>
              </a:ext>
            </a:extLst>
          </p:cNvPr>
          <p:cNvSpPr txBox="1"/>
          <p:nvPr/>
        </p:nvSpPr>
        <p:spPr>
          <a:xfrm>
            <a:off x="3521766" y="2241030"/>
            <a:ext cx="360066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d-ID" sz="5400" b="1" dirty="0">
                <a:solidFill>
                  <a:srgbClr val="FF0000"/>
                </a:solidFill>
              </a:rPr>
              <a:t>Rp</a:t>
            </a:r>
            <a:r>
              <a:rPr lang="en-US" sz="5400" b="1" dirty="0">
                <a:solidFill>
                  <a:srgbClr val="FF0000"/>
                </a:solidFill>
              </a:rPr>
              <a:t> </a:t>
            </a:r>
            <a:r>
              <a:rPr lang="id-ID" sz="5400" b="1" dirty="0">
                <a:solidFill>
                  <a:srgbClr val="FF0000"/>
                </a:solidFill>
              </a:rPr>
              <a:t>299.000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70BBF00-45C5-FA79-2C5E-A44E274E65B7}"/>
              </a:ext>
            </a:extLst>
          </p:cNvPr>
          <p:cNvSpPr txBox="1"/>
          <p:nvPr/>
        </p:nvSpPr>
        <p:spPr>
          <a:xfrm>
            <a:off x="1933543" y="3656177"/>
            <a:ext cx="249940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d-ID" sz="2000" dirty="0">
                <a:solidFill>
                  <a:schemeClr val="accent6">
                    <a:lumMod val="50000"/>
                  </a:schemeClr>
                </a:solidFill>
                <a:latin typeface="Arial Narrow" panose="020B0606020202030204" pitchFamily="34" charset="0"/>
              </a:rPr>
              <a:t>WhatsApp</a:t>
            </a:r>
            <a:r>
              <a:rPr lang="en-US" sz="2000" dirty="0">
                <a:solidFill>
                  <a:schemeClr val="accent6">
                    <a:lumMod val="50000"/>
                  </a:schemeClr>
                </a:solidFill>
                <a:latin typeface="Arial Narrow" panose="020B0606020202030204" pitchFamily="34" charset="0"/>
              </a:rPr>
              <a:t> : 0123456789</a:t>
            </a:r>
            <a:endParaRPr lang="id-ID" sz="2000" dirty="0">
              <a:solidFill>
                <a:schemeClr val="accent6">
                  <a:lumMod val="50000"/>
                </a:schemeClr>
              </a:solidFill>
              <a:latin typeface="Arial Narrow" panose="020B0606020202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FBB3F06-A7A5-C745-82C6-394E5513ACFE}"/>
              </a:ext>
            </a:extLst>
          </p:cNvPr>
          <p:cNvSpPr txBox="1"/>
          <p:nvPr/>
        </p:nvSpPr>
        <p:spPr>
          <a:xfrm>
            <a:off x="1933543" y="4056287"/>
            <a:ext cx="26853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d-ID" sz="2000" dirty="0">
                <a:solidFill>
                  <a:schemeClr val="accent6">
                    <a:lumMod val="50000"/>
                  </a:schemeClr>
                </a:solidFill>
                <a:latin typeface="Arial Narrow" panose="020B0606020202030204" pitchFamily="34" charset="0"/>
              </a:rPr>
              <a:t>Email</a:t>
            </a:r>
            <a:r>
              <a:rPr lang="en-US" sz="2000" dirty="0">
                <a:solidFill>
                  <a:schemeClr val="accent6">
                    <a:lumMod val="50000"/>
                  </a:schemeClr>
                </a:solidFill>
                <a:latin typeface="Arial Narrow" panose="020B0606020202030204" pitchFamily="34" charset="0"/>
              </a:rPr>
              <a:t> : contoh@email.com</a:t>
            </a:r>
            <a:endParaRPr lang="id-ID" sz="2000" dirty="0">
              <a:solidFill>
                <a:schemeClr val="accent6">
                  <a:lumMod val="50000"/>
                </a:schemeClr>
              </a:solidFill>
              <a:latin typeface="Arial Narrow" panose="020B060602020203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1144129-885F-B00B-156B-204B11FF641A}"/>
              </a:ext>
            </a:extLst>
          </p:cNvPr>
          <p:cNvSpPr txBox="1"/>
          <p:nvPr/>
        </p:nvSpPr>
        <p:spPr>
          <a:xfrm>
            <a:off x="1933543" y="4456397"/>
            <a:ext cx="228254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d-ID" sz="2000" dirty="0">
                <a:solidFill>
                  <a:schemeClr val="accent6">
                    <a:lumMod val="50000"/>
                  </a:schemeClr>
                </a:solidFill>
                <a:latin typeface="Arial Narrow" panose="020B0606020202030204" pitchFamily="34" charset="0"/>
              </a:rPr>
              <a:t>Website</a:t>
            </a:r>
            <a:r>
              <a:rPr lang="en-US" sz="2000" dirty="0">
                <a:solidFill>
                  <a:schemeClr val="accent6">
                    <a:lumMod val="50000"/>
                  </a:schemeClr>
                </a:solidFill>
                <a:latin typeface="Arial Narrow" panose="020B0606020202030204" pitchFamily="34" charset="0"/>
              </a:rPr>
              <a:t> : website.com</a:t>
            </a:r>
            <a:endParaRPr lang="id-ID" sz="2000" dirty="0">
              <a:solidFill>
                <a:schemeClr val="accent6">
                  <a:lumMod val="50000"/>
                </a:schemeClr>
              </a:solidFill>
              <a:latin typeface="Arial Narrow" panose="020B0606020202030204" pitchFamily="34" charset="0"/>
            </a:endParaRPr>
          </a:p>
        </p:txBody>
      </p:sp>
      <p:sp>
        <p:nvSpPr>
          <p:cNvPr id="11" name="Explosion: 8 Points 10">
            <a:extLst>
              <a:ext uri="{FF2B5EF4-FFF2-40B4-BE49-F238E27FC236}">
                <a16:creationId xmlns:a16="http://schemas.microsoft.com/office/drawing/2014/main" id="{DDC43374-70A6-00EF-74B3-C8B3C5E385D4}"/>
              </a:ext>
            </a:extLst>
          </p:cNvPr>
          <p:cNvSpPr/>
          <p:nvPr/>
        </p:nvSpPr>
        <p:spPr>
          <a:xfrm rot="-600000">
            <a:off x="5710034" y="2916043"/>
            <a:ext cx="5501391" cy="2926817"/>
          </a:xfrm>
          <a:prstGeom prst="irregularSeal1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d-ID" sz="3600" b="1" spc="50" dirty="0">
                <a:ln w="0"/>
                <a:solidFill>
                  <a:schemeClr val="bg2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Pesan Sekarang</a:t>
            </a:r>
          </a:p>
        </p:txBody>
      </p:sp>
    </p:spTree>
    <p:extLst>
      <p:ext uri="{BB962C8B-B14F-4D97-AF65-F5344CB8AC3E}">
        <p14:creationId xmlns:p14="http://schemas.microsoft.com/office/powerpoint/2010/main" val="3070090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192</Words>
  <Application>Microsoft Office PowerPoint</Application>
  <PresentationFormat>Widescreen</PresentationFormat>
  <Paragraphs>31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2" baseType="lpstr">
      <vt:lpstr>Aptos</vt:lpstr>
      <vt:lpstr>Aptos Display</vt:lpstr>
      <vt:lpstr>Arial</vt:lpstr>
      <vt:lpstr>Arial Narrow</vt:lpstr>
      <vt:lpstr>Calibri</vt:lpstr>
      <vt:lpstr>Segoe UI Black</vt:lpstr>
      <vt:lpstr>Office Theme</vt:lpstr>
      <vt:lpstr>SmartBottle</vt:lpstr>
      <vt:lpstr>FITUR UTAMA</vt:lpstr>
      <vt:lpstr>MANFAAT PRODUK</vt:lpstr>
      <vt:lpstr>TESTIMONI</vt:lpstr>
      <vt:lpstr>DAPATKAN SEKARANG!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ONY</dc:creator>
  <cp:lastModifiedBy>ONY</cp:lastModifiedBy>
  <cp:revision>2</cp:revision>
  <dcterms:created xsi:type="dcterms:W3CDTF">2026-06-27T06:22:34Z</dcterms:created>
  <dcterms:modified xsi:type="dcterms:W3CDTF">2026-06-27T06:52:43Z</dcterms:modified>
</cp:coreProperties>
</file>