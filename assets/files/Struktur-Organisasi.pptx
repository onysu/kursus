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>
        <p:scale>
          <a:sx n="60" d="100"/>
          <a:sy n="60" d="100"/>
        </p:scale>
        <p:origin x="114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CBB54E-3109-461B-BD42-F5E19C6E48A5}" type="doc">
      <dgm:prSet loTypeId="urn:microsoft.com/office/officeart/2005/8/layout/orgChart1" loCatId="hierarchy" qsTypeId="urn:microsoft.com/office/officeart/2005/8/quickstyle/simple5" qsCatId="simple" csTypeId="urn:microsoft.com/office/officeart/2005/8/colors/accent2_2" csCatId="accent2" phldr="1"/>
      <dgm:spPr/>
      <dgm:t>
        <a:bodyPr/>
        <a:lstStyle/>
        <a:p>
          <a:endParaRPr lang="id-ID"/>
        </a:p>
      </dgm:t>
    </dgm:pt>
    <dgm:pt modelId="{AEB04863-CB82-4620-85BC-9CFBFCACF82C}">
      <dgm:prSet phldrT="[Text]" custT="1"/>
      <dgm:spPr/>
      <dgm:t>
        <a:bodyPr/>
        <a:lstStyle/>
        <a:p>
          <a:r>
            <a:rPr lang="id-ID" sz="2400" b="1" i="0" dirty="0"/>
            <a:t>Direktur</a:t>
          </a:r>
          <a:endParaRPr lang="id-ID" sz="2400" dirty="0"/>
        </a:p>
      </dgm:t>
    </dgm:pt>
    <dgm:pt modelId="{12A32FCF-1613-44D7-AC40-EA8545D4E843}" type="parTrans" cxnId="{4AD9E4E4-89BB-4B02-A9DE-82425AA28455}">
      <dgm:prSet/>
      <dgm:spPr/>
      <dgm:t>
        <a:bodyPr/>
        <a:lstStyle/>
        <a:p>
          <a:endParaRPr lang="id-ID"/>
        </a:p>
      </dgm:t>
    </dgm:pt>
    <dgm:pt modelId="{4576E36E-EC2F-460E-9C94-CC1445198CFC}" type="sibTrans" cxnId="{4AD9E4E4-89BB-4B02-A9DE-82425AA28455}">
      <dgm:prSet/>
      <dgm:spPr/>
      <dgm:t>
        <a:bodyPr/>
        <a:lstStyle/>
        <a:p>
          <a:endParaRPr lang="id-ID"/>
        </a:p>
      </dgm:t>
    </dgm:pt>
    <dgm:pt modelId="{0C23373B-B271-4FF9-892B-FC7271E3AB06}" type="asst">
      <dgm:prSet phldrT="[Text]" custT="1"/>
      <dgm:spPr/>
      <dgm:t>
        <a:bodyPr/>
        <a:lstStyle/>
        <a:p>
          <a:r>
            <a:rPr lang="id-ID" sz="2400" b="1" i="0" dirty="0"/>
            <a:t>Manager</a:t>
          </a:r>
          <a:endParaRPr lang="id-ID" sz="2400" dirty="0"/>
        </a:p>
      </dgm:t>
    </dgm:pt>
    <dgm:pt modelId="{C8DF4F86-B923-4585-8998-C9109020C38D}" type="parTrans" cxnId="{2E740E6C-61A3-4DAA-87AF-BF35CEE79A7D}">
      <dgm:prSet/>
      <dgm:spPr/>
      <dgm:t>
        <a:bodyPr/>
        <a:lstStyle/>
        <a:p>
          <a:endParaRPr lang="id-ID"/>
        </a:p>
      </dgm:t>
    </dgm:pt>
    <dgm:pt modelId="{C9687FEB-E051-478E-B971-4CC39BE29562}" type="sibTrans" cxnId="{2E740E6C-61A3-4DAA-87AF-BF35CEE79A7D}">
      <dgm:prSet/>
      <dgm:spPr/>
      <dgm:t>
        <a:bodyPr/>
        <a:lstStyle/>
        <a:p>
          <a:endParaRPr lang="id-ID"/>
        </a:p>
      </dgm:t>
    </dgm:pt>
    <dgm:pt modelId="{FBE276E3-620E-4B3E-8BB5-7A4BA01A2A35}">
      <dgm:prSet phldrT="[Text]" custT="1"/>
      <dgm:spPr/>
      <dgm:t>
        <a:bodyPr/>
        <a:lstStyle/>
        <a:p>
          <a:r>
            <a:rPr lang="id-ID" sz="2400" b="1" i="0" dirty="0"/>
            <a:t>Staff</a:t>
          </a:r>
          <a:r>
            <a:rPr lang="id-ID" sz="5200" b="0" i="0" dirty="0"/>
            <a:t> </a:t>
          </a:r>
          <a:endParaRPr lang="id-ID" sz="5200" dirty="0"/>
        </a:p>
      </dgm:t>
    </dgm:pt>
    <dgm:pt modelId="{832943AB-A9C8-4269-B190-1442B7E4955C}" type="parTrans" cxnId="{193FEE96-C3BF-4995-AB01-E52FCD6DB430}">
      <dgm:prSet/>
      <dgm:spPr/>
      <dgm:t>
        <a:bodyPr/>
        <a:lstStyle/>
        <a:p>
          <a:endParaRPr lang="id-ID"/>
        </a:p>
      </dgm:t>
    </dgm:pt>
    <dgm:pt modelId="{AB74CEE9-2CE3-4AF7-B98A-2AD60E109C3A}" type="sibTrans" cxnId="{193FEE96-C3BF-4995-AB01-E52FCD6DB430}">
      <dgm:prSet/>
      <dgm:spPr/>
      <dgm:t>
        <a:bodyPr/>
        <a:lstStyle/>
        <a:p>
          <a:endParaRPr lang="id-ID"/>
        </a:p>
      </dgm:t>
    </dgm:pt>
    <dgm:pt modelId="{FA3193E2-83C6-4C9F-AF6D-7717C616A033}">
      <dgm:prSet phldrT="[Text]" custT="1"/>
      <dgm:spPr/>
      <dgm:t>
        <a:bodyPr/>
        <a:lstStyle/>
        <a:p>
          <a:r>
            <a:rPr lang="id-ID" sz="2400" b="1" i="0" dirty="0"/>
            <a:t>Staff</a:t>
          </a:r>
          <a:r>
            <a:rPr lang="id-ID" sz="5200" b="0" i="0" dirty="0"/>
            <a:t> </a:t>
          </a:r>
          <a:endParaRPr lang="id-ID" sz="5200" dirty="0"/>
        </a:p>
      </dgm:t>
    </dgm:pt>
    <dgm:pt modelId="{608294B1-0151-4C38-AB05-6EC07A480365}" type="parTrans" cxnId="{56D48181-35E3-4C4E-AB91-251E4EF0012F}">
      <dgm:prSet/>
      <dgm:spPr/>
      <dgm:t>
        <a:bodyPr/>
        <a:lstStyle/>
        <a:p>
          <a:endParaRPr lang="id-ID"/>
        </a:p>
      </dgm:t>
    </dgm:pt>
    <dgm:pt modelId="{ABF1A276-1618-45B8-B6AA-24E0D972149D}" type="sibTrans" cxnId="{56D48181-35E3-4C4E-AB91-251E4EF0012F}">
      <dgm:prSet/>
      <dgm:spPr/>
      <dgm:t>
        <a:bodyPr/>
        <a:lstStyle/>
        <a:p>
          <a:endParaRPr lang="id-ID"/>
        </a:p>
      </dgm:t>
    </dgm:pt>
    <dgm:pt modelId="{B67320DC-07BB-481C-88AD-283B777A0403}">
      <dgm:prSet phldrT="[Text]" custT="1"/>
      <dgm:spPr/>
      <dgm:t>
        <a:bodyPr/>
        <a:lstStyle/>
        <a:p>
          <a:r>
            <a:rPr lang="id-ID" sz="2400" b="1" i="0" dirty="0"/>
            <a:t>Staff</a:t>
          </a:r>
          <a:r>
            <a:rPr lang="id-ID" sz="5200" b="0" i="0" dirty="0"/>
            <a:t> </a:t>
          </a:r>
          <a:endParaRPr lang="id-ID" sz="5200" dirty="0"/>
        </a:p>
      </dgm:t>
    </dgm:pt>
    <dgm:pt modelId="{037F124A-A571-485A-ACB4-30B098BEAD50}" type="parTrans" cxnId="{A25A705F-4453-45E8-BCB1-B989DCA6CF4C}">
      <dgm:prSet/>
      <dgm:spPr/>
      <dgm:t>
        <a:bodyPr/>
        <a:lstStyle/>
        <a:p>
          <a:endParaRPr lang="id-ID"/>
        </a:p>
      </dgm:t>
    </dgm:pt>
    <dgm:pt modelId="{CD8A88B6-0D59-4215-8803-32A6B1985CAD}" type="sibTrans" cxnId="{A25A705F-4453-45E8-BCB1-B989DCA6CF4C}">
      <dgm:prSet/>
      <dgm:spPr/>
      <dgm:t>
        <a:bodyPr/>
        <a:lstStyle/>
        <a:p>
          <a:endParaRPr lang="id-ID"/>
        </a:p>
      </dgm:t>
    </dgm:pt>
    <dgm:pt modelId="{DC657197-EC41-407A-9819-3D20C92C77F7}" type="asst">
      <dgm:prSet custT="1"/>
      <dgm:spPr/>
      <dgm:t>
        <a:bodyPr/>
        <a:lstStyle/>
        <a:p>
          <a:r>
            <a:rPr lang="en-US" sz="2400" dirty="0"/>
            <a:t>Staff</a:t>
          </a:r>
          <a:endParaRPr lang="id-ID" sz="2400" dirty="0"/>
        </a:p>
      </dgm:t>
    </dgm:pt>
    <dgm:pt modelId="{F49AFBDA-978C-49FE-9118-3272A929A005}" type="parTrans" cxnId="{9F0672E7-2C00-4ADA-976D-97218A459F52}">
      <dgm:prSet/>
      <dgm:spPr/>
      <dgm:t>
        <a:bodyPr/>
        <a:lstStyle/>
        <a:p>
          <a:endParaRPr lang="id-ID"/>
        </a:p>
      </dgm:t>
    </dgm:pt>
    <dgm:pt modelId="{3E848630-52DF-4A07-8AB8-41E95A7662B6}" type="sibTrans" cxnId="{9F0672E7-2C00-4ADA-976D-97218A459F52}">
      <dgm:prSet/>
      <dgm:spPr/>
      <dgm:t>
        <a:bodyPr/>
        <a:lstStyle/>
        <a:p>
          <a:endParaRPr lang="id-ID"/>
        </a:p>
      </dgm:t>
    </dgm:pt>
    <dgm:pt modelId="{26EB62F7-735B-4A53-9F77-B308802CD13F}" type="asst">
      <dgm:prSet custT="1"/>
      <dgm:spPr/>
      <dgm:t>
        <a:bodyPr/>
        <a:lstStyle/>
        <a:p>
          <a:r>
            <a:rPr lang="en-US" sz="2400" dirty="0"/>
            <a:t>Staff</a:t>
          </a:r>
          <a:endParaRPr lang="id-ID" sz="2400" dirty="0"/>
        </a:p>
      </dgm:t>
    </dgm:pt>
    <dgm:pt modelId="{4C9655B1-A44D-4B03-912B-286CBAE62F11}" type="parTrans" cxnId="{4B7E33F6-9C6D-4F48-A742-E536C6784F2F}">
      <dgm:prSet/>
      <dgm:spPr/>
      <dgm:t>
        <a:bodyPr/>
        <a:lstStyle/>
        <a:p>
          <a:endParaRPr lang="id-ID"/>
        </a:p>
      </dgm:t>
    </dgm:pt>
    <dgm:pt modelId="{526A2B24-2729-4B84-B891-F4EDDFA96B60}" type="sibTrans" cxnId="{4B7E33F6-9C6D-4F48-A742-E536C6784F2F}">
      <dgm:prSet/>
      <dgm:spPr/>
      <dgm:t>
        <a:bodyPr/>
        <a:lstStyle/>
        <a:p>
          <a:endParaRPr lang="id-ID"/>
        </a:p>
      </dgm:t>
    </dgm:pt>
    <dgm:pt modelId="{E1A021EE-6810-459B-9F2B-6F7605676E1B}" type="pres">
      <dgm:prSet presAssocID="{F4CBB54E-3109-461B-BD42-F5E19C6E48A5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D1096400-8A64-424F-9985-82DDCC009DE8}" type="pres">
      <dgm:prSet presAssocID="{AEB04863-CB82-4620-85BC-9CFBFCACF82C}" presName="hierRoot1" presStyleCnt="0">
        <dgm:presLayoutVars>
          <dgm:hierBranch val="init"/>
        </dgm:presLayoutVars>
      </dgm:prSet>
      <dgm:spPr/>
    </dgm:pt>
    <dgm:pt modelId="{4F2C1717-0167-4A1C-8F97-F1E1AE4D094B}" type="pres">
      <dgm:prSet presAssocID="{AEB04863-CB82-4620-85BC-9CFBFCACF82C}" presName="rootComposite1" presStyleCnt="0"/>
      <dgm:spPr/>
    </dgm:pt>
    <dgm:pt modelId="{DB310313-A257-405A-AF26-47470C0176EA}" type="pres">
      <dgm:prSet presAssocID="{AEB04863-CB82-4620-85BC-9CFBFCACF82C}" presName="rootText1" presStyleLbl="node0" presStyleIdx="0" presStyleCnt="1" custScaleX="145971">
        <dgm:presLayoutVars>
          <dgm:chPref val="3"/>
        </dgm:presLayoutVars>
      </dgm:prSet>
      <dgm:spPr/>
    </dgm:pt>
    <dgm:pt modelId="{42C77321-2B22-4FC2-A9F3-649F150B260E}" type="pres">
      <dgm:prSet presAssocID="{AEB04863-CB82-4620-85BC-9CFBFCACF82C}" presName="rootConnector1" presStyleLbl="node1" presStyleIdx="0" presStyleCnt="0"/>
      <dgm:spPr/>
    </dgm:pt>
    <dgm:pt modelId="{A5832474-53D0-4BA9-B72B-5080E9553C53}" type="pres">
      <dgm:prSet presAssocID="{AEB04863-CB82-4620-85BC-9CFBFCACF82C}" presName="hierChild2" presStyleCnt="0"/>
      <dgm:spPr/>
    </dgm:pt>
    <dgm:pt modelId="{C3597C58-1F61-4DDC-BEC1-27787EEEFA09}" type="pres">
      <dgm:prSet presAssocID="{832943AB-A9C8-4269-B190-1442B7E4955C}" presName="Name37" presStyleLbl="parChTrans1D2" presStyleIdx="0" presStyleCnt="4"/>
      <dgm:spPr/>
    </dgm:pt>
    <dgm:pt modelId="{7442BC69-E977-427E-9EAA-A97232A1944B}" type="pres">
      <dgm:prSet presAssocID="{FBE276E3-620E-4B3E-8BB5-7A4BA01A2A35}" presName="hierRoot2" presStyleCnt="0">
        <dgm:presLayoutVars>
          <dgm:hierBranch val="init"/>
        </dgm:presLayoutVars>
      </dgm:prSet>
      <dgm:spPr/>
    </dgm:pt>
    <dgm:pt modelId="{0EA5F5CA-EA01-4FA2-ABB2-9FA235383A26}" type="pres">
      <dgm:prSet presAssocID="{FBE276E3-620E-4B3E-8BB5-7A4BA01A2A35}" presName="rootComposite" presStyleCnt="0"/>
      <dgm:spPr/>
    </dgm:pt>
    <dgm:pt modelId="{4B26B9A9-A87D-4876-8571-3448B4A84B9C}" type="pres">
      <dgm:prSet presAssocID="{FBE276E3-620E-4B3E-8BB5-7A4BA01A2A35}" presName="rootText" presStyleLbl="node2" presStyleIdx="0" presStyleCnt="3">
        <dgm:presLayoutVars>
          <dgm:chPref val="3"/>
        </dgm:presLayoutVars>
      </dgm:prSet>
      <dgm:spPr/>
    </dgm:pt>
    <dgm:pt modelId="{0282373E-7906-48FB-A27A-08091CC46168}" type="pres">
      <dgm:prSet presAssocID="{FBE276E3-620E-4B3E-8BB5-7A4BA01A2A35}" presName="rootConnector" presStyleLbl="node2" presStyleIdx="0" presStyleCnt="3"/>
      <dgm:spPr/>
    </dgm:pt>
    <dgm:pt modelId="{A98062D2-F539-4DB1-AFF7-B7FEB7A62C3A}" type="pres">
      <dgm:prSet presAssocID="{FBE276E3-620E-4B3E-8BB5-7A4BA01A2A35}" presName="hierChild4" presStyleCnt="0"/>
      <dgm:spPr/>
    </dgm:pt>
    <dgm:pt modelId="{E65D8D6E-5EC9-4DD9-9E98-AC9B2BB732B0}" type="pres">
      <dgm:prSet presAssocID="{FBE276E3-620E-4B3E-8BB5-7A4BA01A2A35}" presName="hierChild5" presStyleCnt="0"/>
      <dgm:spPr/>
    </dgm:pt>
    <dgm:pt modelId="{B257BC38-2C98-4B37-88B4-8CC0B048D56A}" type="pres">
      <dgm:prSet presAssocID="{608294B1-0151-4C38-AB05-6EC07A480365}" presName="Name37" presStyleLbl="parChTrans1D2" presStyleIdx="1" presStyleCnt="4"/>
      <dgm:spPr/>
    </dgm:pt>
    <dgm:pt modelId="{9148D591-F967-447A-846C-3FA057B1B309}" type="pres">
      <dgm:prSet presAssocID="{FA3193E2-83C6-4C9F-AF6D-7717C616A033}" presName="hierRoot2" presStyleCnt="0">
        <dgm:presLayoutVars>
          <dgm:hierBranch val="init"/>
        </dgm:presLayoutVars>
      </dgm:prSet>
      <dgm:spPr/>
    </dgm:pt>
    <dgm:pt modelId="{D3C035FF-603F-434D-8EA7-B3F14608476D}" type="pres">
      <dgm:prSet presAssocID="{FA3193E2-83C6-4C9F-AF6D-7717C616A033}" presName="rootComposite" presStyleCnt="0"/>
      <dgm:spPr/>
    </dgm:pt>
    <dgm:pt modelId="{72CEFE29-F240-4345-8B3C-09FF34FF4917}" type="pres">
      <dgm:prSet presAssocID="{FA3193E2-83C6-4C9F-AF6D-7717C616A033}" presName="rootText" presStyleLbl="node2" presStyleIdx="1" presStyleCnt="3">
        <dgm:presLayoutVars>
          <dgm:chPref val="3"/>
        </dgm:presLayoutVars>
      </dgm:prSet>
      <dgm:spPr/>
    </dgm:pt>
    <dgm:pt modelId="{737A126E-E37F-47ED-AE1B-8DF63EEED146}" type="pres">
      <dgm:prSet presAssocID="{FA3193E2-83C6-4C9F-AF6D-7717C616A033}" presName="rootConnector" presStyleLbl="node2" presStyleIdx="1" presStyleCnt="3"/>
      <dgm:spPr/>
    </dgm:pt>
    <dgm:pt modelId="{5DFEBD76-E295-41E5-9993-A8082C3EFD65}" type="pres">
      <dgm:prSet presAssocID="{FA3193E2-83C6-4C9F-AF6D-7717C616A033}" presName="hierChild4" presStyleCnt="0"/>
      <dgm:spPr/>
    </dgm:pt>
    <dgm:pt modelId="{4A76573C-6BF9-48AA-9E26-8A0ED910F6FB}" type="pres">
      <dgm:prSet presAssocID="{FA3193E2-83C6-4C9F-AF6D-7717C616A033}" presName="hierChild5" presStyleCnt="0"/>
      <dgm:spPr/>
    </dgm:pt>
    <dgm:pt modelId="{5C34514A-0C79-47CA-B9F1-D85DCA7CF3A7}" type="pres">
      <dgm:prSet presAssocID="{037F124A-A571-485A-ACB4-30B098BEAD50}" presName="Name37" presStyleLbl="parChTrans1D2" presStyleIdx="2" presStyleCnt="4"/>
      <dgm:spPr/>
    </dgm:pt>
    <dgm:pt modelId="{DD1723B3-03FE-4288-B393-8C9394B2CAD3}" type="pres">
      <dgm:prSet presAssocID="{B67320DC-07BB-481C-88AD-283B777A0403}" presName="hierRoot2" presStyleCnt="0">
        <dgm:presLayoutVars>
          <dgm:hierBranch val="init"/>
        </dgm:presLayoutVars>
      </dgm:prSet>
      <dgm:spPr/>
    </dgm:pt>
    <dgm:pt modelId="{27C4179C-A896-4502-8A19-25DCB6E4C9B7}" type="pres">
      <dgm:prSet presAssocID="{B67320DC-07BB-481C-88AD-283B777A0403}" presName="rootComposite" presStyleCnt="0"/>
      <dgm:spPr/>
    </dgm:pt>
    <dgm:pt modelId="{9AF7F27A-16CA-490C-A17B-2F77A568AD6A}" type="pres">
      <dgm:prSet presAssocID="{B67320DC-07BB-481C-88AD-283B777A0403}" presName="rootText" presStyleLbl="node2" presStyleIdx="2" presStyleCnt="3">
        <dgm:presLayoutVars>
          <dgm:chPref val="3"/>
        </dgm:presLayoutVars>
      </dgm:prSet>
      <dgm:spPr/>
    </dgm:pt>
    <dgm:pt modelId="{BB221EC3-CEE0-4B54-AA6E-01806E500F79}" type="pres">
      <dgm:prSet presAssocID="{B67320DC-07BB-481C-88AD-283B777A0403}" presName="rootConnector" presStyleLbl="node2" presStyleIdx="2" presStyleCnt="3"/>
      <dgm:spPr/>
    </dgm:pt>
    <dgm:pt modelId="{DD286CC0-2D41-48DE-8CFB-0855C18783EA}" type="pres">
      <dgm:prSet presAssocID="{B67320DC-07BB-481C-88AD-283B777A0403}" presName="hierChild4" presStyleCnt="0"/>
      <dgm:spPr/>
    </dgm:pt>
    <dgm:pt modelId="{AEE03163-0B54-4AF5-B508-625F6406E432}" type="pres">
      <dgm:prSet presAssocID="{B67320DC-07BB-481C-88AD-283B777A0403}" presName="hierChild5" presStyleCnt="0"/>
      <dgm:spPr/>
    </dgm:pt>
    <dgm:pt modelId="{B9A7FA2A-A5C9-49C6-80B4-AE20714C2333}" type="pres">
      <dgm:prSet presAssocID="{F49AFBDA-978C-49FE-9118-3272A929A005}" presName="Name111" presStyleLbl="parChTrans1D3" presStyleIdx="0" presStyleCnt="2"/>
      <dgm:spPr/>
    </dgm:pt>
    <dgm:pt modelId="{CE8C5B05-98BB-4A79-8A61-846DA87A4E02}" type="pres">
      <dgm:prSet presAssocID="{DC657197-EC41-407A-9819-3D20C92C77F7}" presName="hierRoot3" presStyleCnt="0">
        <dgm:presLayoutVars>
          <dgm:hierBranch val="init"/>
        </dgm:presLayoutVars>
      </dgm:prSet>
      <dgm:spPr/>
    </dgm:pt>
    <dgm:pt modelId="{00FC7318-9F38-4804-A4E3-9D033079AAEC}" type="pres">
      <dgm:prSet presAssocID="{DC657197-EC41-407A-9819-3D20C92C77F7}" presName="rootComposite3" presStyleCnt="0"/>
      <dgm:spPr/>
    </dgm:pt>
    <dgm:pt modelId="{D81F79E2-EC97-49A8-8EF9-5E50C42D7A57}" type="pres">
      <dgm:prSet presAssocID="{DC657197-EC41-407A-9819-3D20C92C77F7}" presName="rootText3" presStyleLbl="asst2" presStyleIdx="0" presStyleCnt="2">
        <dgm:presLayoutVars>
          <dgm:chPref val="3"/>
        </dgm:presLayoutVars>
      </dgm:prSet>
      <dgm:spPr/>
    </dgm:pt>
    <dgm:pt modelId="{39F59746-11C4-4D48-A8B7-328F65080D24}" type="pres">
      <dgm:prSet presAssocID="{DC657197-EC41-407A-9819-3D20C92C77F7}" presName="rootConnector3" presStyleLbl="asst2" presStyleIdx="0" presStyleCnt="2"/>
      <dgm:spPr/>
    </dgm:pt>
    <dgm:pt modelId="{4D923C00-2A3D-4308-B3B1-3FB3072053C5}" type="pres">
      <dgm:prSet presAssocID="{DC657197-EC41-407A-9819-3D20C92C77F7}" presName="hierChild6" presStyleCnt="0"/>
      <dgm:spPr/>
    </dgm:pt>
    <dgm:pt modelId="{5214B1F3-AA72-4049-B892-5ED101F61768}" type="pres">
      <dgm:prSet presAssocID="{DC657197-EC41-407A-9819-3D20C92C77F7}" presName="hierChild7" presStyleCnt="0"/>
      <dgm:spPr/>
    </dgm:pt>
    <dgm:pt modelId="{933C4A81-A3E9-476B-BC31-ACA7F2FC00D7}" type="pres">
      <dgm:prSet presAssocID="{4C9655B1-A44D-4B03-912B-286CBAE62F11}" presName="Name111" presStyleLbl="parChTrans1D3" presStyleIdx="1" presStyleCnt="2"/>
      <dgm:spPr/>
    </dgm:pt>
    <dgm:pt modelId="{81305018-2C6B-4AC9-B8DC-AA4B471988B7}" type="pres">
      <dgm:prSet presAssocID="{26EB62F7-735B-4A53-9F77-B308802CD13F}" presName="hierRoot3" presStyleCnt="0">
        <dgm:presLayoutVars>
          <dgm:hierBranch val="init"/>
        </dgm:presLayoutVars>
      </dgm:prSet>
      <dgm:spPr/>
    </dgm:pt>
    <dgm:pt modelId="{9139E988-7F97-4DC5-97B5-FD391F141D2E}" type="pres">
      <dgm:prSet presAssocID="{26EB62F7-735B-4A53-9F77-B308802CD13F}" presName="rootComposite3" presStyleCnt="0"/>
      <dgm:spPr/>
    </dgm:pt>
    <dgm:pt modelId="{8C5A41A4-A674-4693-9A65-03BA9B33B3D9}" type="pres">
      <dgm:prSet presAssocID="{26EB62F7-735B-4A53-9F77-B308802CD13F}" presName="rootText3" presStyleLbl="asst2" presStyleIdx="1" presStyleCnt="2">
        <dgm:presLayoutVars>
          <dgm:chPref val="3"/>
        </dgm:presLayoutVars>
      </dgm:prSet>
      <dgm:spPr/>
    </dgm:pt>
    <dgm:pt modelId="{300B6252-7FDC-4897-BB78-0CA7E9EFD764}" type="pres">
      <dgm:prSet presAssocID="{26EB62F7-735B-4A53-9F77-B308802CD13F}" presName="rootConnector3" presStyleLbl="asst2" presStyleIdx="1" presStyleCnt="2"/>
      <dgm:spPr/>
    </dgm:pt>
    <dgm:pt modelId="{9FD28D25-386A-475B-AC56-F5B329FFAFBF}" type="pres">
      <dgm:prSet presAssocID="{26EB62F7-735B-4A53-9F77-B308802CD13F}" presName="hierChild6" presStyleCnt="0"/>
      <dgm:spPr/>
    </dgm:pt>
    <dgm:pt modelId="{CA647507-0D87-4CA1-8668-95566A62C205}" type="pres">
      <dgm:prSet presAssocID="{26EB62F7-735B-4A53-9F77-B308802CD13F}" presName="hierChild7" presStyleCnt="0"/>
      <dgm:spPr/>
    </dgm:pt>
    <dgm:pt modelId="{C3E5B7EB-7366-4630-9944-965E56EEE08A}" type="pres">
      <dgm:prSet presAssocID="{AEB04863-CB82-4620-85BC-9CFBFCACF82C}" presName="hierChild3" presStyleCnt="0"/>
      <dgm:spPr/>
    </dgm:pt>
    <dgm:pt modelId="{451ADE3D-338A-4C1B-8ADD-B1C1AC9F496C}" type="pres">
      <dgm:prSet presAssocID="{C8DF4F86-B923-4585-8998-C9109020C38D}" presName="Name111" presStyleLbl="parChTrans1D2" presStyleIdx="3" presStyleCnt="4"/>
      <dgm:spPr/>
    </dgm:pt>
    <dgm:pt modelId="{7F102A00-2978-4D35-8E3C-FEDBA8EACA2F}" type="pres">
      <dgm:prSet presAssocID="{0C23373B-B271-4FF9-892B-FC7271E3AB06}" presName="hierRoot3" presStyleCnt="0">
        <dgm:presLayoutVars>
          <dgm:hierBranch val="init"/>
        </dgm:presLayoutVars>
      </dgm:prSet>
      <dgm:spPr/>
    </dgm:pt>
    <dgm:pt modelId="{904BDBC6-9528-4FDE-AB4A-172632B8B72B}" type="pres">
      <dgm:prSet presAssocID="{0C23373B-B271-4FF9-892B-FC7271E3AB06}" presName="rootComposite3" presStyleCnt="0"/>
      <dgm:spPr/>
    </dgm:pt>
    <dgm:pt modelId="{FA7F3C41-75C2-47B7-8C00-CFC38AA87095}" type="pres">
      <dgm:prSet presAssocID="{0C23373B-B271-4FF9-892B-FC7271E3AB06}" presName="rootText3" presStyleLbl="asst1" presStyleIdx="0" presStyleCnt="1" custScaleX="158712">
        <dgm:presLayoutVars>
          <dgm:chPref val="3"/>
        </dgm:presLayoutVars>
      </dgm:prSet>
      <dgm:spPr/>
    </dgm:pt>
    <dgm:pt modelId="{F8530CE4-28DE-4C6F-8D8F-3DACAA7931DF}" type="pres">
      <dgm:prSet presAssocID="{0C23373B-B271-4FF9-892B-FC7271E3AB06}" presName="rootConnector3" presStyleLbl="asst1" presStyleIdx="0" presStyleCnt="1"/>
      <dgm:spPr/>
    </dgm:pt>
    <dgm:pt modelId="{ECC2FECB-0400-41A9-8304-DBC05E9C79E9}" type="pres">
      <dgm:prSet presAssocID="{0C23373B-B271-4FF9-892B-FC7271E3AB06}" presName="hierChild6" presStyleCnt="0"/>
      <dgm:spPr/>
    </dgm:pt>
    <dgm:pt modelId="{A2F1E7B3-471F-4833-9751-DB2075D65D4C}" type="pres">
      <dgm:prSet presAssocID="{0C23373B-B271-4FF9-892B-FC7271E3AB06}" presName="hierChild7" presStyleCnt="0"/>
      <dgm:spPr/>
    </dgm:pt>
  </dgm:ptLst>
  <dgm:cxnLst>
    <dgm:cxn modelId="{7B768908-ACAD-415F-A226-B857CFC1A2C3}" type="presOf" srcId="{037F124A-A571-485A-ACB4-30B098BEAD50}" destId="{5C34514A-0C79-47CA-B9F1-D85DCA7CF3A7}" srcOrd="0" destOrd="0" presId="urn:microsoft.com/office/officeart/2005/8/layout/orgChart1"/>
    <dgm:cxn modelId="{9C80470B-BC2A-4631-A3E1-D498DCBBB58A}" type="presOf" srcId="{4C9655B1-A44D-4B03-912B-286CBAE62F11}" destId="{933C4A81-A3E9-476B-BC31-ACA7F2FC00D7}" srcOrd="0" destOrd="0" presId="urn:microsoft.com/office/officeart/2005/8/layout/orgChart1"/>
    <dgm:cxn modelId="{B469D90C-4D90-427F-9C67-2A30B7FE7D3C}" type="presOf" srcId="{0C23373B-B271-4FF9-892B-FC7271E3AB06}" destId="{FA7F3C41-75C2-47B7-8C00-CFC38AA87095}" srcOrd="0" destOrd="0" presId="urn:microsoft.com/office/officeart/2005/8/layout/orgChart1"/>
    <dgm:cxn modelId="{D8EBAD20-C568-4B3B-A54A-431BB6606753}" type="presOf" srcId="{FA3193E2-83C6-4C9F-AF6D-7717C616A033}" destId="{737A126E-E37F-47ED-AE1B-8DF63EEED146}" srcOrd="1" destOrd="0" presId="urn:microsoft.com/office/officeart/2005/8/layout/orgChart1"/>
    <dgm:cxn modelId="{77F6B52A-658D-4575-8063-EA0D56545A20}" type="presOf" srcId="{FBE276E3-620E-4B3E-8BB5-7A4BA01A2A35}" destId="{4B26B9A9-A87D-4876-8571-3448B4A84B9C}" srcOrd="0" destOrd="0" presId="urn:microsoft.com/office/officeart/2005/8/layout/orgChart1"/>
    <dgm:cxn modelId="{A25A705F-4453-45E8-BCB1-B989DCA6CF4C}" srcId="{AEB04863-CB82-4620-85BC-9CFBFCACF82C}" destId="{B67320DC-07BB-481C-88AD-283B777A0403}" srcOrd="3" destOrd="0" parTransId="{037F124A-A571-485A-ACB4-30B098BEAD50}" sibTransId="{CD8A88B6-0D59-4215-8803-32A6B1985CAD}"/>
    <dgm:cxn modelId="{B602BC62-E3A8-4727-BE0A-04194EFA24F1}" type="presOf" srcId="{B67320DC-07BB-481C-88AD-283B777A0403}" destId="{9AF7F27A-16CA-490C-A17B-2F77A568AD6A}" srcOrd="0" destOrd="0" presId="urn:microsoft.com/office/officeart/2005/8/layout/orgChart1"/>
    <dgm:cxn modelId="{EDFB3F45-FE97-4BEC-BDDA-18386AD10E2F}" type="presOf" srcId="{C8DF4F86-B923-4585-8998-C9109020C38D}" destId="{451ADE3D-338A-4C1B-8ADD-B1C1AC9F496C}" srcOrd="0" destOrd="0" presId="urn:microsoft.com/office/officeart/2005/8/layout/orgChart1"/>
    <dgm:cxn modelId="{C062C368-3E6E-4A3D-B6D8-9E5035548DD2}" type="presOf" srcId="{AEB04863-CB82-4620-85BC-9CFBFCACF82C}" destId="{42C77321-2B22-4FC2-A9F3-649F150B260E}" srcOrd="1" destOrd="0" presId="urn:microsoft.com/office/officeart/2005/8/layout/orgChart1"/>
    <dgm:cxn modelId="{2E740E6C-61A3-4DAA-87AF-BF35CEE79A7D}" srcId="{AEB04863-CB82-4620-85BC-9CFBFCACF82C}" destId="{0C23373B-B271-4FF9-892B-FC7271E3AB06}" srcOrd="0" destOrd="0" parTransId="{C8DF4F86-B923-4585-8998-C9109020C38D}" sibTransId="{C9687FEB-E051-478E-B971-4CC39BE29562}"/>
    <dgm:cxn modelId="{9912C151-048D-48C9-93CA-1FDB17B7E3FA}" type="presOf" srcId="{F49AFBDA-978C-49FE-9118-3272A929A005}" destId="{B9A7FA2A-A5C9-49C6-80B4-AE20714C2333}" srcOrd="0" destOrd="0" presId="urn:microsoft.com/office/officeart/2005/8/layout/orgChart1"/>
    <dgm:cxn modelId="{856D9B53-EBDA-4F9C-B577-CC383ACAF9BF}" type="presOf" srcId="{FA3193E2-83C6-4C9F-AF6D-7717C616A033}" destId="{72CEFE29-F240-4345-8B3C-09FF34FF4917}" srcOrd="0" destOrd="0" presId="urn:microsoft.com/office/officeart/2005/8/layout/orgChart1"/>
    <dgm:cxn modelId="{8B755A57-CEC1-4DD9-80F8-841C6B8BFF50}" type="presOf" srcId="{26EB62F7-735B-4A53-9F77-B308802CD13F}" destId="{300B6252-7FDC-4897-BB78-0CA7E9EFD764}" srcOrd="1" destOrd="0" presId="urn:microsoft.com/office/officeart/2005/8/layout/orgChart1"/>
    <dgm:cxn modelId="{56D48181-35E3-4C4E-AB91-251E4EF0012F}" srcId="{AEB04863-CB82-4620-85BC-9CFBFCACF82C}" destId="{FA3193E2-83C6-4C9F-AF6D-7717C616A033}" srcOrd="2" destOrd="0" parTransId="{608294B1-0151-4C38-AB05-6EC07A480365}" sibTransId="{ABF1A276-1618-45B8-B6AA-24E0D972149D}"/>
    <dgm:cxn modelId="{59C0F185-488E-4B12-AE6A-5D7B0D6122A8}" type="presOf" srcId="{26EB62F7-735B-4A53-9F77-B308802CD13F}" destId="{8C5A41A4-A674-4693-9A65-03BA9B33B3D9}" srcOrd="0" destOrd="0" presId="urn:microsoft.com/office/officeart/2005/8/layout/orgChart1"/>
    <dgm:cxn modelId="{9789E58C-730D-40B6-8AFA-B2E0AE4848AB}" type="presOf" srcId="{B67320DC-07BB-481C-88AD-283B777A0403}" destId="{BB221EC3-CEE0-4B54-AA6E-01806E500F79}" srcOrd="1" destOrd="0" presId="urn:microsoft.com/office/officeart/2005/8/layout/orgChart1"/>
    <dgm:cxn modelId="{193FEE96-C3BF-4995-AB01-E52FCD6DB430}" srcId="{AEB04863-CB82-4620-85BC-9CFBFCACF82C}" destId="{FBE276E3-620E-4B3E-8BB5-7A4BA01A2A35}" srcOrd="1" destOrd="0" parTransId="{832943AB-A9C8-4269-B190-1442B7E4955C}" sibTransId="{AB74CEE9-2CE3-4AF7-B98A-2AD60E109C3A}"/>
    <dgm:cxn modelId="{507713A3-8455-41C5-B6E9-1EABFF8F4407}" type="presOf" srcId="{F4CBB54E-3109-461B-BD42-F5E19C6E48A5}" destId="{E1A021EE-6810-459B-9F2B-6F7605676E1B}" srcOrd="0" destOrd="0" presId="urn:microsoft.com/office/officeart/2005/8/layout/orgChart1"/>
    <dgm:cxn modelId="{4D3572A5-4A9E-44F4-A745-E34FFFB76299}" type="presOf" srcId="{DC657197-EC41-407A-9819-3D20C92C77F7}" destId="{39F59746-11C4-4D48-A8B7-328F65080D24}" srcOrd="1" destOrd="0" presId="urn:microsoft.com/office/officeart/2005/8/layout/orgChart1"/>
    <dgm:cxn modelId="{7F2408D9-E08C-40B0-8830-CC7EED46A3E8}" type="presOf" srcId="{0C23373B-B271-4FF9-892B-FC7271E3AB06}" destId="{F8530CE4-28DE-4C6F-8D8F-3DACAA7931DF}" srcOrd="1" destOrd="0" presId="urn:microsoft.com/office/officeart/2005/8/layout/orgChart1"/>
    <dgm:cxn modelId="{A3F07EDD-4ECB-478B-B119-166142E6CC70}" type="presOf" srcId="{832943AB-A9C8-4269-B190-1442B7E4955C}" destId="{C3597C58-1F61-4DDC-BEC1-27787EEEFA09}" srcOrd="0" destOrd="0" presId="urn:microsoft.com/office/officeart/2005/8/layout/orgChart1"/>
    <dgm:cxn modelId="{4AD9E4E4-89BB-4B02-A9DE-82425AA28455}" srcId="{F4CBB54E-3109-461B-BD42-F5E19C6E48A5}" destId="{AEB04863-CB82-4620-85BC-9CFBFCACF82C}" srcOrd="0" destOrd="0" parTransId="{12A32FCF-1613-44D7-AC40-EA8545D4E843}" sibTransId="{4576E36E-EC2F-460E-9C94-CC1445198CFC}"/>
    <dgm:cxn modelId="{FE165CE6-41E5-4946-A8F8-825A44338A45}" type="presOf" srcId="{608294B1-0151-4C38-AB05-6EC07A480365}" destId="{B257BC38-2C98-4B37-88B4-8CC0B048D56A}" srcOrd="0" destOrd="0" presId="urn:microsoft.com/office/officeart/2005/8/layout/orgChart1"/>
    <dgm:cxn modelId="{9F0672E7-2C00-4ADA-976D-97218A459F52}" srcId="{B67320DC-07BB-481C-88AD-283B777A0403}" destId="{DC657197-EC41-407A-9819-3D20C92C77F7}" srcOrd="0" destOrd="0" parTransId="{F49AFBDA-978C-49FE-9118-3272A929A005}" sibTransId="{3E848630-52DF-4A07-8AB8-41E95A7662B6}"/>
    <dgm:cxn modelId="{A96148E8-A284-4AE1-A501-F7FCFD1A42C7}" type="presOf" srcId="{AEB04863-CB82-4620-85BC-9CFBFCACF82C}" destId="{DB310313-A257-405A-AF26-47470C0176EA}" srcOrd="0" destOrd="0" presId="urn:microsoft.com/office/officeart/2005/8/layout/orgChart1"/>
    <dgm:cxn modelId="{4B7E33F6-9C6D-4F48-A742-E536C6784F2F}" srcId="{B67320DC-07BB-481C-88AD-283B777A0403}" destId="{26EB62F7-735B-4A53-9F77-B308802CD13F}" srcOrd="1" destOrd="0" parTransId="{4C9655B1-A44D-4B03-912B-286CBAE62F11}" sibTransId="{526A2B24-2729-4B84-B891-F4EDDFA96B60}"/>
    <dgm:cxn modelId="{8D46A1F8-FCC8-4653-B2BD-B76316AB0EBF}" type="presOf" srcId="{DC657197-EC41-407A-9819-3D20C92C77F7}" destId="{D81F79E2-EC97-49A8-8EF9-5E50C42D7A57}" srcOrd="0" destOrd="0" presId="urn:microsoft.com/office/officeart/2005/8/layout/orgChart1"/>
    <dgm:cxn modelId="{29A9E2FD-461C-429D-8CBF-170BECDF8E6D}" type="presOf" srcId="{FBE276E3-620E-4B3E-8BB5-7A4BA01A2A35}" destId="{0282373E-7906-48FB-A27A-08091CC46168}" srcOrd="1" destOrd="0" presId="urn:microsoft.com/office/officeart/2005/8/layout/orgChart1"/>
    <dgm:cxn modelId="{28F1982D-AEEC-49B3-970F-DF50F45F09AF}" type="presParOf" srcId="{E1A021EE-6810-459B-9F2B-6F7605676E1B}" destId="{D1096400-8A64-424F-9985-82DDCC009DE8}" srcOrd="0" destOrd="0" presId="urn:microsoft.com/office/officeart/2005/8/layout/orgChart1"/>
    <dgm:cxn modelId="{DC86096C-9A05-48FA-B435-239AD55C8A79}" type="presParOf" srcId="{D1096400-8A64-424F-9985-82DDCC009DE8}" destId="{4F2C1717-0167-4A1C-8F97-F1E1AE4D094B}" srcOrd="0" destOrd="0" presId="urn:microsoft.com/office/officeart/2005/8/layout/orgChart1"/>
    <dgm:cxn modelId="{7E722267-8F36-4EDA-A853-6A23836A7CC5}" type="presParOf" srcId="{4F2C1717-0167-4A1C-8F97-F1E1AE4D094B}" destId="{DB310313-A257-405A-AF26-47470C0176EA}" srcOrd="0" destOrd="0" presId="urn:microsoft.com/office/officeart/2005/8/layout/orgChart1"/>
    <dgm:cxn modelId="{325B4A45-5781-4EA4-BFD9-38AB20261575}" type="presParOf" srcId="{4F2C1717-0167-4A1C-8F97-F1E1AE4D094B}" destId="{42C77321-2B22-4FC2-A9F3-649F150B260E}" srcOrd="1" destOrd="0" presId="urn:microsoft.com/office/officeart/2005/8/layout/orgChart1"/>
    <dgm:cxn modelId="{08E39E4B-A754-4D61-BCE7-7D54B369A21A}" type="presParOf" srcId="{D1096400-8A64-424F-9985-82DDCC009DE8}" destId="{A5832474-53D0-4BA9-B72B-5080E9553C53}" srcOrd="1" destOrd="0" presId="urn:microsoft.com/office/officeart/2005/8/layout/orgChart1"/>
    <dgm:cxn modelId="{ED990C68-7C8B-4713-A61B-8249E3352B0B}" type="presParOf" srcId="{A5832474-53D0-4BA9-B72B-5080E9553C53}" destId="{C3597C58-1F61-4DDC-BEC1-27787EEEFA09}" srcOrd="0" destOrd="0" presId="urn:microsoft.com/office/officeart/2005/8/layout/orgChart1"/>
    <dgm:cxn modelId="{16A9C8AC-FEE0-4C3C-A0E5-67834FC26563}" type="presParOf" srcId="{A5832474-53D0-4BA9-B72B-5080E9553C53}" destId="{7442BC69-E977-427E-9EAA-A97232A1944B}" srcOrd="1" destOrd="0" presId="urn:microsoft.com/office/officeart/2005/8/layout/orgChart1"/>
    <dgm:cxn modelId="{2C4EC2B6-E36B-4F14-845D-E5756BE0477C}" type="presParOf" srcId="{7442BC69-E977-427E-9EAA-A97232A1944B}" destId="{0EA5F5CA-EA01-4FA2-ABB2-9FA235383A26}" srcOrd="0" destOrd="0" presId="urn:microsoft.com/office/officeart/2005/8/layout/orgChart1"/>
    <dgm:cxn modelId="{B6AEDF53-D846-45DB-8C17-B22135C15BD8}" type="presParOf" srcId="{0EA5F5CA-EA01-4FA2-ABB2-9FA235383A26}" destId="{4B26B9A9-A87D-4876-8571-3448B4A84B9C}" srcOrd="0" destOrd="0" presId="urn:microsoft.com/office/officeart/2005/8/layout/orgChart1"/>
    <dgm:cxn modelId="{36B167C4-9984-4B33-9053-36209B90E3E5}" type="presParOf" srcId="{0EA5F5CA-EA01-4FA2-ABB2-9FA235383A26}" destId="{0282373E-7906-48FB-A27A-08091CC46168}" srcOrd="1" destOrd="0" presId="urn:microsoft.com/office/officeart/2005/8/layout/orgChart1"/>
    <dgm:cxn modelId="{9408A105-0B0D-46D8-BC02-22751F21ADE0}" type="presParOf" srcId="{7442BC69-E977-427E-9EAA-A97232A1944B}" destId="{A98062D2-F539-4DB1-AFF7-B7FEB7A62C3A}" srcOrd="1" destOrd="0" presId="urn:microsoft.com/office/officeart/2005/8/layout/orgChart1"/>
    <dgm:cxn modelId="{2B147CE1-65F2-49E6-A8E6-2CA6417B2137}" type="presParOf" srcId="{7442BC69-E977-427E-9EAA-A97232A1944B}" destId="{E65D8D6E-5EC9-4DD9-9E98-AC9B2BB732B0}" srcOrd="2" destOrd="0" presId="urn:microsoft.com/office/officeart/2005/8/layout/orgChart1"/>
    <dgm:cxn modelId="{0D6AFDCD-0900-44F1-B32E-FA07F0AB2C8C}" type="presParOf" srcId="{A5832474-53D0-4BA9-B72B-5080E9553C53}" destId="{B257BC38-2C98-4B37-88B4-8CC0B048D56A}" srcOrd="2" destOrd="0" presId="urn:microsoft.com/office/officeart/2005/8/layout/orgChart1"/>
    <dgm:cxn modelId="{9B3C4CE5-B194-4EA7-A84D-D7232DF0510E}" type="presParOf" srcId="{A5832474-53D0-4BA9-B72B-5080E9553C53}" destId="{9148D591-F967-447A-846C-3FA057B1B309}" srcOrd="3" destOrd="0" presId="urn:microsoft.com/office/officeart/2005/8/layout/orgChart1"/>
    <dgm:cxn modelId="{BACF3D7C-DF95-4F2F-828E-CF0E1E933E71}" type="presParOf" srcId="{9148D591-F967-447A-846C-3FA057B1B309}" destId="{D3C035FF-603F-434D-8EA7-B3F14608476D}" srcOrd="0" destOrd="0" presId="urn:microsoft.com/office/officeart/2005/8/layout/orgChart1"/>
    <dgm:cxn modelId="{773F5EE7-6083-4067-B226-D6F835F38450}" type="presParOf" srcId="{D3C035FF-603F-434D-8EA7-B3F14608476D}" destId="{72CEFE29-F240-4345-8B3C-09FF34FF4917}" srcOrd="0" destOrd="0" presId="urn:microsoft.com/office/officeart/2005/8/layout/orgChart1"/>
    <dgm:cxn modelId="{B9E70B4E-2DEF-4841-90D9-00362BBDFFF6}" type="presParOf" srcId="{D3C035FF-603F-434D-8EA7-B3F14608476D}" destId="{737A126E-E37F-47ED-AE1B-8DF63EEED146}" srcOrd="1" destOrd="0" presId="urn:microsoft.com/office/officeart/2005/8/layout/orgChart1"/>
    <dgm:cxn modelId="{14785F67-7036-4724-8E10-F99900A3E115}" type="presParOf" srcId="{9148D591-F967-447A-846C-3FA057B1B309}" destId="{5DFEBD76-E295-41E5-9993-A8082C3EFD65}" srcOrd="1" destOrd="0" presId="urn:microsoft.com/office/officeart/2005/8/layout/orgChart1"/>
    <dgm:cxn modelId="{B7F44922-F931-409E-A466-0F087B465BC9}" type="presParOf" srcId="{9148D591-F967-447A-846C-3FA057B1B309}" destId="{4A76573C-6BF9-48AA-9E26-8A0ED910F6FB}" srcOrd="2" destOrd="0" presId="urn:microsoft.com/office/officeart/2005/8/layout/orgChart1"/>
    <dgm:cxn modelId="{C2604DFE-CEF9-464D-AC75-4C51DB0D1396}" type="presParOf" srcId="{A5832474-53D0-4BA9-B72B-5080E9553C53}" destId="{5C34514A-0C79-47CA-B9F1-D85DCA7CF3A7}" srcOrd="4" destOrd="0" presId="urn:microsoft.com/office/officeart/2005/8/layout/orgChart1"/>
    <dgm:cxn modelId="{69462AFE-9FE0-4296-98B0-19A61C987EA3}" type="presParOf" srcId="{A5832474-53D0-4BA9-B72B-5080E9553C53}" destId="{DD1723B3-03FE-4288-B393-8C9394B2CAD3}" srcOrd="5" destOrd="0" presId="urn:microsoft.com/office/officeart/2005/8/layout/orgChart1"/>
    <dgm:cxn modelId="{FA2529BF-C2F5-44A6-A410-F2326686AF50}" type="presParOf" srcId="{DD1723B3-03FE-4288-B393-8C9394B2CAD3}" destId="{27C4179C-A896-4502-8A19-25DCB6E4C9B7}" srcOrd="0" destOrd="0" presId="urn:microsoft.com/office/officeart/2005/8/layout/orgChart1"/>
    <dgm:cxn modelId="{6AC33B5D-97FB-41E4-9881-447BA38688F8}" type="presParOf" srcId="{27C4179C-A896-4502-8A19-25DCB6E4C9B7}" destId="{9AF7F27A-16CA-490C-A17B-2F77A568AD6A}" srcOrd="0" destOrd="0" presId="urn:microsoft.com/office/officeart/2005/8/layout/orgChart1"/>
    <dgm:cxn modelId="{B2977BCF-453B-40A9-B9D6-09496250970D}" type="presParOf" srcId="{27C4179C-A896-4502-8A19-25DCB6E4C9B7}" destId="{BB221EC3-CEE0-4B54-AA6E-01806E500F79}" srcOrd="1" destOrd="0" presId="urn:microsoft.com/office/officeart/2005/8/layout/orgChart1"/>
    <dgm:cxn modelId="{0333D8EC-EC70-4C6B-B747-E04CCB263EF3}" type="presParOf" srcId="{DD1723B3-03FE-4288-B393-8C9394B2CAD3}" destId="{DD286CC0-2D41-48DE-8CFB-0855C18783EA}" srcOrd="1" destOrd="0" presId="urn:microsoft.com/office/officeart/2005/8/layout/orgChart1"/>
    <dgm:cxn modelId="{CFFB9F9C-1274-4600-9547-CE87809269F5}" type="presParOf" srcId="{DD1723B3-03FE-4288-B393-8C9394B2CAD3}" destId="{AEE03163-0B54-4AF5-B508-625F6406E432}" srcOrd="2" destOrd="0" presId="urn:microsoft.com/office/officeart/2005/8/layout/orgChart1"/>
    <dgm:cxn modelId="{BAE63D6B-669B-4754-9083-A645ECB993CC}" type="presParOf" srcId="{AEE03163-0B54-4AF5-B508-625F6406E432}" destId="{B9A7FA2A-A5C9-49C6-80B4-AE20714C2333}" srcOrd="0" destOrd="0" presId="urn:microsoft.com/office/officeart/2005/8/layout/orgChart1"/>
    <dgm:cxn modelId="{2BB01624-06D9-4DA2-BD9F-EBF833000B34}" type="presParOf" srcId="{AEE03163-0B54-4AF5-B508-625F6406E432}" destId="{CE8C5B05-98BB-4A79-8A61-846DA87A4E02}" srcOrd="1" destOrd="0" presId="urn:microsoft.com/office/officeart/2005/8/layout/orgChart1"/>
    <dgm:cxn modelId="{943A1ACB-7755-4012-A2CB-6A976AF0C0D5}" type="presParOf" srcId="{CE8C5B05-98BB-4A79-8A61-846DA87A4E02}" destId="{00FC7318-9F38-4804-A4E3-9D033079AAEC}" srcOrd="0" destOrd="0" presId="urn:microsoft.com/office/officeart/2005/8/layout/orgChart1"/>
    <dgm:cxn modelId="{68434F1E-0F26-4785-A9B3-FF0F11164F0A}" type="presParOf" srcId="{00FC7318-9F38-4804-A4E3-9D033079AAEC}" destId="{D81F79E2-EC97-49A8-8EF9-5E50C42D7A57}" srcOrd="0" destOrd="0" presId="urn:microsoft.com/office/officeart/2005/8/layout/orgChart1"/>
    <dgm:cxn modelId="{28397819-711B-4061-B8EF-3C414F2B7E82}" type="presParOf" srcId="{00FC7318-9F38-4804-A4E3-9D033079AAEC}" destId="{39F59746-11C4-4D48-A8B7-328F65080D24}" srcOrd="1" destOrd="0" presId="urn:microsoft.com/office/officeart/2005/8/layout/orgChart1"/>
    <dgm:cxn modelId="{002A1582-897A-4B67-9E0C-A68C6893DB64}" type="presParOf" srcId="{CE8C5B05-98BB-4A79-8A61-846DA87A4E02}" destId="{4D923C00-2A3D-4308-B3B1-3FB3072053C5}" srcOrd="1" destOrd="0" presId="urn:microsoft.com/office/officeart/2005/8/layout/orgChart1"/>
    <dgm:cxn modelId="{0B6E3518-386C-4A0D-8C8A-1DABF4F656E9}" type="presParOf" srcId="{CE8C5B05-98BB-4A79-8A61-846DA87A4E02}" destId="{5214B1F3-AA72-4049-B892-5ED101F61768}" srcOrd="2" destOrd="0" presId="urn:microsoft.com/office/officeart/2005/8/layout/orgChart1"/>
    <dgm:cxn modelId="{EA99EE12-1A9A-467E-A2BC-EFF9170F13AD}" type="presParOf" srcId="{AEE03163-0B54-4AF5-B508-625F6406E432}" destId="{933C4A81-A3E9-476B-BC31-ACA7F2FC00D7}" srcOrd="2" destOrd="0" presId="urn:microsoft.com/office/officeart/2005/8/layout/orgChart1"/>
    <dgm:cxn modelId="{327F4A09-02BC-4CD3-B794-C294350F7E0E}" type="presParOf" srcId="{AEE03163-0B54-4AF5-B508-625F6406E432}" destId="{81305018-2C6B-4AC9-B8DC-AA4B471988B7}" srcOrd="3" destOrd="0" presId="urn:microsoft.com/office/officeart/2005/8/layout/orgChart1"/>
    <dgm:cxn modelId="{B1B56B4B-E2FC-4154-8A02-9A5BD22BBA9F}" type="presParOf" srcId="{81305018-2C6B-4AC9-B8DC-AA4B471988B7}" destId="{9139E988-7F97-4DC5-97B5-FD391F141D2E}" srcOrd="0" destOrd="0" presId="urn:microsoft.com/office/officeart/2005/8/layout/orgChart1"/>
    <dgm:cxn modelId="{9BD1E357-5603-4144-AA18-A6DC29612925}" type="presParOf" srcId="{9139E988-7F97-4DC5-97B5-FD391F141D2E}" destId="{8C5A41A4-A674-4693-9A65-03BA9B33B3D9}" srcOrd="0" destOrd="0" presId="urn:microsoft.com/office/officeart/2005/8/layout/orgChart1"/>
    <dgm:cxn modelId="{3E049871-6173-487C-B3B2-C40A4B0399AB}" type="presParOf" srcId="{9139E988-7F97-4DC5-97B5-FD391F141D2E}" destId="{300B6252-7FDC-4897-BB78-0CA7E9EFD764}" srcOrd="1" destOrd="0" presId="urn:microsoft.com/office/officeart/2005/8/layout/orgChart1"/>
    <dgm:cxn modelId="{F36F2020-CDC5-4350-BB63-22CF42D0F91A}" type="presParOf" srcId="{81305018-2C6B-4AC9-B8DC-AA4B471988B7}" destId="{9FD28D25-386A-475B-AC56-F5B329FFAFBF}" srcOrd="1" destOrd="0" presId="urn:microsoft.com/office/officeart/2005/8/layout/orgChart1"/>
    <dgm:cxn modelId="{6B23B06C-4C05-4581-A5D8-4C76FEBD3677}" type="presParOf" srcId="{81305018-2C6B-4AC9-B8DC-AA4B471988B7}" destId="{CA647507-0D87-4CA1-8668-95566A62C205}" srcOrd="2" destOrd="0" presId="urn:microsoft.com/office/officeart/2005/8/layout/orgChart1"/>
    <dgm:cxn modelId="{D13EEFFE-681B-46A1-B33E-9BBA109A8327}" type="presParOf" srcId="{D1096400-8A64-424F-9985-82DDCC009DE8}" destId="{C3E5B7EB-7366-4630-9944-965E56EEE08A}" srcOrd="2" destOrd="0" presId="urn:microsoft.com/office/officeart/2005/8/layout/orgChart1"/>
    <dgm:cxn modelId="{60ABFC89-DBFC-4D07-B298-2FC5086784E7}" type="presParOf" srcId="{C3E5B7EB-7366-4630-9944-965E56EEE08A}" destId="{451ADE3D-338A-4C1B-8ADD-B1C1AC9F496C}" srcOrd="0" destOrd="0" presId="urn:microsoft.com/office/officeart/2005/8/layout/orgChart1"/>
    <dgm:cxn modelId="{CBFB79A4-2687-4DFB-AADE-146237DE2327}" type="presParOf" srcId="{C3E5B7EB-7366-4630-9944-965E56EEE08A}" destId="{7F102A00-2978-4D35-8E3C-FEDBA8EACA2F}" srcOrd="1" destOrd="0" presId="urn:microsoft.com/office/officeart/2005/8/layout/orgChart1"/>
    <dgm:cxn modelId="{361E4E6C-9006-4104-BB75-6058B6C2EFA0}" type="presParOf" srcId="{7F102A00-2978-4D35-8E3C-FEDBA8EACA2F}" destId="{904BDBC6-9528-4FDE-AB4A-172632B8B72B}" srcOrd="0" destOrd="0" presId="urn:microsoft.com/office/officeart/2005/8/layout/orgChart1"/>
    <dgm:cxn modelId="{FF24B60F-289E-45CF-A8C2-71BC63E9BB8C}" type="presParOf" srcId="{904BDBC6-9528-4FDE-AB4A-172632B8B72B}" destId="{FA7F3C41-75C2-47B7-8C00-CFC38AA87095}" srcOrd="0" destOrd="0" presId="urn:microsoft.com/office/officeart/2005/8/layout/orgChart1"/>
    <dgm:cxn modelId="{FAECC0AD-DCFF-4FE3-A3ED-2B0ECEC82B3D}" type="presParOf" srcId="{904BDBC6-9528-4FDE-AB4A-172632B8B72B}" destId="{F8530CE4-28DE-4C6F-8D8F-3DACAA7931DF}" srcOrd="1" destOrd="0" presId="urn:microsoft.com/office/officeart/2005/8/layout/orgChart1"/>
    <dgm:cxn modelId="{6489A9AC-B1C4-49E4-B5CF-C424A76C073D}" type="presParOf" srcId="{7F102A00-2978-4D35-8E3C-FEDBA8EACA2F}" destId="{ECC2FECB-0400-41A9-8304-DBC05E9C79E9}" srcOrd="1" destOrd="0" presId="urn:microsoft.com/office/officeart/2005/8/layout/orgChart1"/>
    <dgm:cxn modelId="{FC421CC8-33A4-4CD9-9AC8-6E871AE9CB4D}" type="presParOf" srcId="{7F102A00-2978-4D35-8E3C-FEDBA8EACA2F}" destId="{A2F1E7B3-471F-4833-9751-DB2075D65D4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B673B5A-5318-4934-BBDF-29EDBA62B40B}" type="doc">
      <dgm:prSet loTypeId="urn:microsoft.com/office/officeart/2005/8/layout/cycle3" loCatId="cycle" qsTypeId="urn:microsoft.com/office/officeart/2005/8/quickstyle/3d9" qsCatId="3D" csTypeId="urn:microsoft.com/office/officeart/2005/8/colors/accent1_2" csCatId="accent1" phldr="1"/>
      <dgm:spPr/>
      <dgm:t>
        <a:bodyPr/>
        <a:lstStyle/>
        <a:p>
          <a:endParaRPr lang="id-ID"/>
        </a:p>
      </dgm:t>
    </dgm:pt>
    <dgm:pt modelId="{0279EC57-505A-4A78-8CDC-831526E9E5E5}">
      <dgm:prSet phldrT="[Text]" custT="1"/>
      <dgm:spPr/>
      <dgm:t>
        <a:bodyPr/>
        <a:lstStyle/>
        <a:p>
          <a:r>
            <a:rPr lang="id-ID" sz="2400" b="1" i="0"/>
            <a:t>PROSPEK</a:t>
          </a:r>
          <a:endParaRPr lang="id-ID" sz="2400" dirty="0"/>
        </a:p>
      </dgm:t>
    </dgm:pt>
    <dgm:pt modelId="{9450DDB3-9E81-45EC-B2C7-04C3B83EE90A}" type="parTrans" cxnId="{2BD10EF5-EED4-4B3C-869A-699C28B0C076}">
      <dgm:prSet/>
      <dgm:spPr/>
      <dgm:t>
        <a:bodyPr/>
        <a:lstStyle/>
        <a:p>
          <a:endParaRPr lang="id-ID"/>
        </a:p>
      </dgm:t>
    </dgm:pt>
    <dgm:pt modelId="{6182E585-79FB-42C0-AC32-65971541177F}" type="sibTrans" cxnId="{2BD10EF5-EED4-4B3C-869A-699C28B0C076}">
      <dgm:prSet/>
      <dgm:spPr/>
      <dgm:t>
        <a:bodyPr/>
        <a:lstStyle/>
        <a:p>
          <a:endParaRPr lang="id-ID"/>
        </a:p>
      </dgm:t>
    </dgm:pt>
    <dgm:pt modelId="{8C3A2B73-526D-4A35-A7AA-25549FAFE834}">
      <dgm:prSet phldrT="[Text]" custT="1"/>
      <dgm:spPr/>
      <dgm:t>
        <a:bodyPr/>
        <a:lstStyle/>
        <a:p>
          <a:r>
            <a:rPr lang="id-ID" sz="2400" b="1" i="0" dirty="0"/>
            <a:t>PENAWARAN</a:t>
          </a:r>
          <a:endParaRPr lang="id-ID" sz="2400" dirty="0"/>
        </a:p>
      </dgm:t>
    </dgm:pt>
    <dgm:pt modelId="{8D5328AB-D8D1-48AA-8B46-B6C2321D87C2}" type="parTrans" cxnId="{FFF4A094-2B15-426C-97BB-FE263ADE6EC1}">
      <dgm:prSet/>
      <dgm:spPr/>
      <dgm:t>
        <a:bodyPr/>
        <a:lstStyle/>
        <a:p>
          <a:endParaRPr lang="id-ID"/>
        </a:p>
      </dgm:t>
    </dgm:pt>
    <dgm:pt modelId="{5A8DA660-0894-4EED-9002-19A3B4A360BF}" type="sibTrans" cxnId="{FFF4A094-2B15-426C-97BB-FE263ADE6EC1}">
      <dgm:prSet/>
      <dgm:spPr/>
      <dgm:t>
        <a:bodyPr/>
        <a:lstStyle/>
        <a:p>
          <a:endParaRPr lang="id-ID"/>
        </a:p>
      </dgm:t>
    </dgm:pt>
    <dgm:pt modelId="{FBEF7D98-DC60-4618-8477-059471C7B9E2}">
      <dgm:prSet phldrT="[Text]" custT="1"/>
      <dgm:spPr/>
      <dgm:t>
        <a:bodyPr/>
        <a:lstStyle/>
        <a:p>
          <a:r>
            <a:rPr lang="id-ID" sz="2400" b="1" i="0" dirty="0"/>
            <a:t>NEGOSIASI</a:t>
          </a:r>
          <a:endParaRPr lang="id-ID" sz="2400" dirty="0"/>
        </a:p>
      </dgm:t>
    </dgm:pt>
    <dgm:pt modelId="{984C3053-00EC-4AFB-9975-4D20338E96B5}" type="parTrans" cxnId="{FF286B07-8C51-4B06-9313-44C639B546FF}">
      <dgm:prSet/>
      <dgm:spPr/>
      <dgm:t>
        <a:bodyPr/>
        <a:lstStyle/>
        <a:p>
          <a:endParaRPr lang="id-ID"/>
        </a:p>
      </dgm:t>
    </dgm:pt>
    <dgm:pt modelId="{155D0379-AF8C-4B51-AF0D-D91BE09C1485}" type="sibTrans" cxnId="{FF286B07-8C51-4B06-9313-44C639B546FF}">
      <dgm:prSet/>
      <dgm:spPr/>
      <dgm:t>
        <a:bodyPr/>
        <a:lstStyle/>
        <a:p>
          <a:endParaRPr lang="id-ID"/>
        </a:p>
      </dgm:t>
    </dgm:pt>
    <dgm:pt modelId="{C43ADD35-F5E9-47C8-87DE-FB44EFEA3155}">
      <dgm:prSet phldrT="[Text]" custT="1"/>
      <dgm:spPr/>
      <dgm:t>
        <a:bodyPr/>
        <a:lstStyle/>
        <a:p>
          <a:r>
            <a:rPr lang="id-ID" sz="2400" b="1" i="0" dirty="0"/>
            <a:t>DEAL</a:t>
          </a:r>
          <a:endParaRPr lang="id-ID" sz="2400" dirty="0"/>
        </a:p>
      </dgm:t>
    </dgm:pt>
    <dgm:pt modelId="{BF6BD47F-3C82-4C2B-895D-923236596B94}" type="parTrans" cxnId="{3AD25FEE-9CBA-4261-A9AC-8A9AA0034DF2}">
      <dgm:prSet/>
      <dgm:spPr/>
      <dgm:t>
        <a:bodyPr/>
        <a:lstStyle/>
        <a:p>
          <a:endParaRPr lang="id-ID"/>
        </a:p>
      </dgm:t>
    </dgm:pt>
    <dgm:pt modelId="{9914AB74-DFEE-44A7-9BD6-50EAE4ABCDBE}" type="sibTrans" cxnId="{3AD25FEE-9CBA-4261-A9AC-8A9AA0034DF2}">
      <dgm:prSet/>
      <dgm:spPr/>
      <dgm:t>
        <a:bodyPr/>
        <a:lstStyle/>
        <a:p>
          <a:endParaRPr lang="id-ID"/>
        </a:p>
      </dgm:t>
    </dgm:pt>
    <dgm:pt modelId="{3CE1D113-7D9F-4A5A-B042-73A2CA894B9C}" type="pres">
      <dgm:prSet presAssocID="{7B673B5A-5318-4934-BBDF-29EDBA62B40B}" presName="Name0" presStyleCnt="0">
        <dgm:presLayoutVars>
          <dgm:dir/>
          <dgm:resizeHandles val="exact"/>
        </dgm:presLayoutVars>
      </dgm:prSet>
      <dgm:spPr/>
    </dgm:pt>
    <dgm:pt modelId="{98E1748C-D93F-44E9-8765-7ED3EF4451F9}" type="pres">
      <dgm:prSet presAssocID="{7B673B5A-5318-4934-BBDF-29EDBA62B40B}" presName="cycle" presStyleCnt="0"/>
      <dgm:spPr/>
    </dgm:pt>
    <dgm:pt modelId="{8A0353CC-C72B-40FE-908C-D2499F68FCF3}" type="pres">
      <dgm:prSet presAssocID="{0279EC57-505A-4A78-8CDC-831526E9E5E5}" presName="nodeFirstNode" presStyleLbl="node1" presStyleIdx="0" presStyleCnt="4">
        <dgm:presLayoutVars>
          <dgm:bulletEnabled val="1"/>
        </dgm:presLayoutVars>
      </dgm:prSet>
      <dgm:spPr/>
    </dgm:pt>
    <dgm:pt modelId="{1F95FA60-AE41-4C92-8499-F576586D710A}" type="pres">
      <dgm:prSet presAssocID="{6182E585-79FB-42C0-AC32-65971541177F}" presName="sibTransFirstNode" presStyleLbl="bgShp" presStyleIdx="0" presStyleCnt="1"/>
      <dgm:spPr/>
    </dgm:pt>
    <dgm:pt modelId="{62174D5B-66F9-48CA-90B6-51A6A15A8368}" type="pres">
      <dgm:prSet presAssocID="{8C3A2B73-526D-4A35-A7AA-25549FAFE834}" presName="nodeFollowingNodes" presStyleLbl="node1" presStyleIdx="1" presStyleCnt="4">
        <dgm:presLayoutVars>
          <dgm:bulletEnabled val="1"/>
        </dgm:presLayoutVars>
      </dgm:prSet>
      <dgm:spPr/>
    </dgm:pt>
    <dgm:pt modelId="{5B5F3E72-C8C8-46A7-8749-34F4EB968170}" type="pres">
      <dgm:prSet presAssocID="{FBEF7D98-DC60-4618-8477-059471C7B9E2}" presName="nodeFollowingNodes" presStyleLbl="node1" presStyleIdx="2" presStyleCnt="4">
        <dgm:presLayoutVars>
          <dgm:bulletEnabled val="1"/>
        </dgm:presLayoutVars>
      </dgm:prSet>
      <dgm:spPr/>
    </dgm:pt>
    <dgm:pt modelId="{81BD5BF2-0A03-4E3C-9088-4B124F76B357}" type="pres">
      <dgm:prSet presAssocID="{C43ADD35-F5E9-47C8-87DE-FB44EFEA3155}" presName="nodeFollowingNodes" presStyleLbl="node1" presStyleIdx="3" presStyleCnt="4">
        <dgm:presLayoutVars>
          <dgm:bulletEnabled val="1"/>
        </dgm:presLayoutVars>
      </dgm:prSet>
      <dgm:spPr/>
    </dgm:pt>
  </dgm:ptLst>
  <dgm:cxnLst>
    <dgm:cxn modelId="{FF286B07-8C51-4B06-9313-44C639B546FF}" srcId="{7B673B5A-5318-4934-BBDF-29EDBA62B40B}" destId="{FBEF7D98-DC60-4618-8477-059471C7B9E2}" srcOrd="2" destOrd="0" parTransId="{984C3053-00EC-4AFB-9975-4D20338E96B5}" sibTransId="{155D0379-AF8C-4B51-AF0D-D91BE09C1485}"/>
    <dgm:cxn modelId="{DEA4B620-6667-4156-A7FB-6E8A62DE742B}" type="presOf" srcId="{8C3A2B73-526D-4A35-A7AA-25549FAFE834}" destId="{62174D5B-66F9-48CA-90B6-51A6A15A8368}" srcOrd="0" destOrd="0" presId="urn:microsoft.com/office/officeart/2005/8/layout/cycle3"/>
    <dgm:cxn modelId="{4DA06738-A030-4721-8095-BF5D679547B9}" type="presOf" srcId="{C43ADD35-F5E9-47C8-87DE-FB44EFEA3155}" destId="{81BD5BF2-0A03-4E3C-9088-4B124F76B357}" srcOrd="0" destOrd="0" presId="urn:microsoft.com/office/officeart/2005/8/layout/cycle3"/>
    <dgm:cxn modelId="{2E7D983F-8016-483A-A4F2-35740E09BCC7}" type="presOf" srcId="{FBEF7D98-DC60-4618-8477-059471C7B9E2}" destId="{5B5F3E72-C8C8-46A7-8749-34F4EB968170}" srcOrd="0" destOrd="0" presId="urn:microsoft.com/office/officeart/2005/8/layout/cycle3"/>
    <dgm:cxn modelId="{3F92F64E-64FA-49A5-96FC-02C6577919F1}" type="presOf" srcId="{0279EC57-505A-4A78-8CDC-831526E9E5E5}" destId="{8A0353CC-C72B-40FE-908C-D2499F68FCF3}" srcOrd="0" destOrd="0" presId="urn:microsoft.com/office/officeart/2005/8/layout/cycle3"/>
    <dgm:cxn modelId="{8A4E9576-2D7B-4D1C-94D1-210ABD62238D}" type="presOf" srcId="{7B673B5A-5318-4934-BBDF-29EDBA62B40B}" destId="{3CE1D113-7D9F-4A5A-B042-73A2CA894B9C}" srcOrd="0" destOrd="0" presId="urn:microsoft.com/office/officeart/2005/8/layout/cycle3"/>
    <dgm:cxn modelId="{FFF4A094-2B15-426C-97BB-FE263ADE6EC1}" srcId="{7B673B5A-5318-4934-BBDF-29EDBA62B40B}" destId="{8C3A2B73-526D-4A35-A7AA-25549FAFE834}" srcOrd="1" destOrd="0" parTransId="{8D5328AB-D8D1-48AA-8B46-B6C2321D87C2}" sibTransId="{5A8DA660-0894-4EED-9002-19A3B4A360BF}"/>
    <dgm:cxn modelId="{3AD25FEE-9CBA-4261-A9AC-8A9AA0034DF2}" srcId="{7B673B5A-5318-4934-BBDF-29EDBA62B40B}" destId="{C43ADD35-F5E9-47C8-87DE-FB44EFEA3155}" srcOrd="3" destOrd="0" parTransId="{BF6BD47F-3C82-4C2B-895D-923236596B94}" sibTransId="{9914AB74-DFEE-44A7-9BD6-50EAE4ABCDBE}"/>
    <dgm:cxn modelId="{2BD10EF5-EED4-4B3C-869A-699C28B0C076}" srcId="{7B673B5A-5318-4934-BBDF-29EDBA62B40B}" destId="{0279EC57-505A-4A78-8CDC-831526E9E5E5}" srcOrd="0" destOrd="0" parTransId="{9450DDB3-9E81-45EC-B2C7-04C3B83EE90A}" sibTransId="{6182E585-79FB-42C0-AC32-65971541177F}"/>
    <dgm:cxn modelId="{F05C40FE-C093-4D69-A088-65E5A82F964E}" type="presOf" srcId="{6182E585-79FB-42C0-AC32-65971541177F}" destId="{1F95FA60-AE41-4C92-8499-F576586D710A}" srcOrd="0" destOrd="0" presId="urn:microsoft.com/office/officeart/2005/8/layout/cycle3"/>
    <dgm:cxn modelId="{1F1ED611-CDC3-4E64-8FD5-37EEC27DC97C}" type="presParOf" srcId="{3CE1D113-7D9F-4A5A-B042-73A2CA894B9C}" destId="{98E1748C-D93F-44E9-8765-7ED3EF4451F9}" srcOrd="0" destOrd="0" presId="urn:microsoft.com/office/officeart/2005/8/layout/cycle3"/>
    <dgm:cxn modelId="{6DC5674D-003C-4E24-8F55-03E3C30F9175}" type="presParOf" srcId="{98E1748C-D93F-44E9-8765-7ED3EF4451F9}" destId="{8A0353CC-C72B-40FE-908C-D2499F68FCF3}" srcOrd="0" destOrd="0" presId="urn:microsoft.com/office/officeart/2005/8/layout/cycle3"/>
    <dgm:cxn modelId="{E4AC9C80-7F75-4357-A328-4A11136E67CE}" type="presParOf" srcId="{98E1748C-D93F-44E9-8765-7ED3EF4451F9}" destId="{1F95FA60-AE41-4C92-8499-F576586D710A}" srcOrd="1" destOrd="0" presId="urn:microsoft.com/office/officeart/2005/8/layout/cycle3"/>
    <dgm:cxn modelId="{45EC379E-4A11-4180-9118-DE885B67EFF1}" type="presParOf" srcId="{98E1748C-D93F-44E9-8765-7ED3EF4451F9}" destId="{62174D5B-66F9-48CA-90B6-51A6A15A8368}" srcOrd="2" destOrd="0" presId="urn:microsoft.com/office/officeart/2005/8/layout/cycle3"/>
    <dgm:cxn modelId="{CB808184-A306-4975-A6F4-0D3E3DA1E98D}" type="presParOf" srcId="{98E1748C-D93F-44E9-8765-7ED3EF4451F9}" destId="{5B5F3E72-C8C8-46A7-8749-34F4EB968170}" srcOrd="3" destOrd="0" presId="urn:microsoft.com/office/officeart/2005/8/layout/cycle3"/>
    <dgm:cxn modelId="{121AB967-EA8B-4790-BB6D-EA815A08CB39}" type="presParOf" srcId="{98E1748C-D93F-44E9-8765-7ED3EF4451F9}" destId="{81BD5BF2-0A03-4E3C-9088-4B124F76B357}" srcOrd="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1ADE3D-338A-4C1B-8ADD-B1C1AC9F496C}">
      <dsp:nvSpPr>
        <dsp:cNvPr id="0" name=""/>
        <dsp:cNvSpPr/>
      </dsp:nvSpPr>
      <dsp:spPr>
        <a:xfrm>
          <a:off x="3294558" y="791566"/>
          <a:ext cx="166114" cy="727740"/>
        </a:xfrm>
        <a:custGeom>
          <a:avLst/>
          <a:gdLst/>
          <a:ahLst/>
          <a:cxnLst/>
          <a:rect l="0" t="0" r="0" b="0"/>
          <a:pathLst>
            <a:path>
              <a:moveTo>
                <a:pt x="166114" y="0"/>
              </a:moveTo>
              <a:lnTo>
                <a:pt x="166114" y="727740"/>
              </a:lnTo>
              <a:lnTo>
                <a:pt x="0" y="727740"/>
              </a:lnTo>
            </a:path>
          </a:pathLst>
        </a:custGeom>
        <a:noFill/>
        <a:ln w="12700" cap="flat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33C4A81-A3E9-476B-BC31-ACA7F2FC00D7}">
      <dsp:nvSpPr>
        <dsp:cNvPr id="0" name=""/>
        <dsp:cNvSpPr/>
      </dsp:nvSpPr>
      <dsp:spPr>
        <a:xfrm>
          <a:off x="5374945" y="3038069"/>
          <a:ext cx="166114" cy="7277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27740"/>
              </a:lnTo>
              <a:lnTo>
                <a:pt x="166114" y="727740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9A7FA2A-A5C9-49C6-80B4-AE20714C2333}">
      <dsp:nvSpPr>
        <dsp:cNvPr id="0" name=""/>
        <dsp:cNvSpPr/>
      </dsp:nvSpPr>
      <dsp:spPr>
        <a:xfrm>
          <a:off x="5208831" y="3038069"/>
          <a:ext cx="166114" cy="727740"/>
        </a:xfrm>
        <a:custGeom>
          <a:avLst/>
          <a:gdLst/>
          <a:ahLst/>
          <a:cxnLst/>
          <a:rect l="0" t="0" r="0" b="0"/>
          <a:pathLst>
            <a:path>
              <a:moveTo>
                <a:pt x="166114" y="0"/>
              </a:moveTo>
              <a:lnTo>
                <a:pt x="166114" y="727740"/>
              </a:lnTo>
              <a:lnTo>
                <a:pt x="0" y="727740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C34514A-0C79-47CA-B9F1-D85DCA7CF3A7}">
      <dsp:nvSpPr>
        <dsp:cNvPr id="0" name=""/>
        <dsp:cNvSpPr/>
      </dsp:nvSpPr>
      <dsp:spPr>
        <a:xfrm>
          <a:off x="3460672" y="791566"/>
          <a:ext cx="1914273" cy="14554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89365"/>
              </a:lnTo>
              <a:lnTo>
                <a:pt x="1914273" y="1289365"/>
              </a:lnTo>
              <a:lnTo>
                <a:pt x="1914273" y="1455480"/>
              </a:lnTo>
            </a:path>
          </a:pathLst>
        </a:custGeom>
        <a:noFill/>
        <a:ln w="12700" cap="flat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257BC38-2C98-4B37-88B4-8CC0B048D56A}">
      <dsp:nvSpPr>
        <dsp:cNvPr id="0" name=""/>
        <dsp:cNvSpPr/>
      </dsp:nvSpPr>
      <dsp:spPr>
        <a:xfrm>
          <a:off x="3414952" y="791566"/>
          <a:ext cx="91440" cy="145548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455480"/>
              </a:lnTo>
            </a:path>
          </a:pathLst>
        </a:custGeom>
        <a:noFill/>
        <a:ln w="12700" cap="flat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597C58-1F61-4DDC-BEC1-27787EEEFA09}">
      <dsp:nvSpPr>
        <dsp:cNvPr id="0" name=""/>
        <dsp:cNvSpPr/>
      </dsp:nvSpPr>
      <dsp:spPr>
        <a:xfrm>
          <a:off x="1546399" y="791566"/>
          <a:ext cx="1914273" cy="1455480"/>
        </a:xfrm>
        <a:custGeom>
          <a:avLst/>
          <a:gdLst/>
          <a:ahLst/>
          <a:cxnLst/>
          <a:rect l="0" t="0" r="0" b="0"/>
          <a:pathLst>
            <a:path>
              <a:moveTo>
                <a:pt x="1914273" y="0"/>
              </a:moveTo>
              <a:lnTo>
                <a:pt x="1914273" y="1289365"/>
              </a:lnTo>
              <a:lnTo>
                <a:pt x="0" y="1289365"/>
              </a:lnTo>
              <a:lnTo>
                <a:pt x="0" y="1455480"/>
              </a:lnTo>
            </a:path>
          </a:pathLst>
        </a:custGeom>
        <a:noFill/>
        <a:ln w="12700" cap="flat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B310313-A257-405A-AF26-47470C0176EA}">
      <dsp:nvSpPr>
        <dsp:cNvPr id="0" name=""/>
        <dsp:cNvSpPr/>
      </dsp:nvSpPr>
      <dsp:spPr>
        <a:xfrm>
          <a:off x="2306010" y="544"/>
          <a:ext cx="2309325" cy="79102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400" b="1" i="0" kern="1200" dirty="0"/>
            <a:t>Direktur</a:t>
          </a:r>
          <a:endParaRPr lang="id-ID" sz="2400" kern="1200" dirty="0"/>
        </a:p>
      </dsp:txBody>
      <dsp:txXfrm>
        <a:off x="2306010" y="544"/>
        <a:ext cx="2309325" cy="791021"/>
      </dsp:txXfrm>
    </dsp:sp>
    <dsp:sp modelId="{4B26B9A9-A87D-4876-8571-3448B4A84B9C}">
      <dsp:nvSpPr>
        <dsp:cNvPr id="0" name=""/>
        <dsp:cNvSpPr/>
      </dsp:nvSpPr>
      <dsp:spPr>
        <a:xfrm>
          <a:off x="755377" y="2247047"/>
          <a:ext cx="1582043" cy="79102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400" b="1" i="0" kern="1200" dirty="0"/>
            <a:t>Staff</a:t>
          </a:r>
          <a:r>
            <a:rPr lang="id-ID" sz="5200" b="0" i="0" kern="1200" dirty="0"/>
            <a:t> </a:t>
          </a:r>
          <a:endParaRPr lang="id-ID" sz="5200" kern="1200" dirty="0"/>
        </a:p>
      </dsp:txBody>
      <dsp:txXfrm>
        <a:off x="755377" y="2247047"/>
        <a:ext cx="1582043" cy="791021"/>
      </dsp:txXfrm>
    </dsp:sp>
    <dsp:sp modelId="{72CEFE29-F240-4345-8B3C-09FF34FF4917}">
      <dsp:nvSpPr>
        <dsp:cNvPr id="0" name=""/>
        <dsp:cNvSpPr/>
      </dsp:nvSpPr>
      <dsp:spPr>
        <a:xfrm>
          <a:off x="2669650" y="2247047"/>
          <a:ext cx="1582043" cy="79102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400" b="1" i="0" kern="1200" dirty="0"/>
            <a:t>Staff</a:t>
          </a:r>
          <a:r>
            <a:rPr lang="id-ID" sz="5200" b="0" i="0" kern="1200" dirty="0"/>
            <a:t> </a:t>
          </a:r>
          <a:endParaRPr lang="id-ID" sz="5200" kern="1200" dirty="0"/>
        </a:p>
      </dsp:txBody>
      <dsp:txXfrm>
        <a:off x="2669650" y="2247047"/>
        <a:ext cx="1582043" cy="791021"/>
      </dsp:txXfrm>
    </dsp:sp>
    <dsp:sp modelId="{9AF7F27A-16CA-490C-A17B-2F77A568AD6A}">
      <dsp:nvSpPr>
        <dsp:cNvPr id="0" name=""/>
        <dsp:cNvSpPr/>
      </dsp:nvSpPr>
      <dsp:spPr>
        <a:xfrm>
          <a:off x="4583923" y="2247047"/>
          <a:ext cx="1582043" cy="79102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400" b="1" i="0" kern="1200" dirty="0"/>
            <a:t>Staff</a:t>
          </a:r>
          <a:r>
            <a:rPr lang="id-ID" sz="5200" b="0" i="0" kern="1200" dirty="0"/>
            <a:t> </a:t>
          </a:r>
          <a:endParaRPr lang="id-ID" sz="5200" kern="1200" dirty="0"/>
        </a:p>
      </dsp:txBody>
      <dsp:txXfrm>
        <a:off x="4583923" y="2247047"/>
        <a:ext cx="1582043" cy="791021"/>
      </dsp:txXfrm>
    </dsp:sp>
    <dsp:sp modelId="{D81F79E2-EC97-49A8-8EF9-5E50C42D7A57}">
      <dsp:nvSpPr>
        <dsp:cNvPr id="0" name=""/>
        <dsp:cNvSpPr/>
      </dsp:nvSpPr>
      <dsp:spPr>
        <a:xfrm>
          <a:off x="3626787" y="3370298"/>
          <a:ext cx="1582043" cy="79102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Staff</a:t>
          </a:r>
          <a:endParaRPr lang="id-ID" sz="2400" kern="1200" dirty="0"/>
        </a:p>
      </dsp:txBody>
      <dsp:txXfrm>
        <a:off x="3626787" y="3370298"/>
        <a:ext cx="1582043" cy="791021"/>
      </dsp:txXfrm>
    </dsp:sp>
    <dsp:sp modelId="{8C5A41A4-A674-4693-9A65-03BA9B33B3D9}">
      <dsp:nvSpPr>
        <dsp:cNvPr id="0" name=""/>
        <dsp:cNvSpPr/>
      </dsp:nvSpPr>
      <dsp:spPr>
        <a:xfrm>
          <a:off x="5541060" y="3370298"/>
          <a:ext cx="1582043" cy="79102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Staff</a:t>
          </a:r>
          <a:endParaRPr lang="id-ID" sz="2400" kern="1200" dirty="0"/>
        </a:p>
      </dsp:txBody>
      <dsp:txXfrm>
        <a:off x="5541060" y="3370298"/>
        <a:ext cx="1582043" cy="791021"/>
      </dsp:txXfrm>
    </dsp:sp>
    <dsp:sp modelId="{FA7F3C41-75C2-47B7-8C00-CFC38AA87095}">
      <dsp:nvSpPr>
        <dsp:cNvPr id="0" name=""/>
        <dsp:cNvSpPr/>
      </dsp:nvSpPr>
      <dsp:spPr>
        <a:xfrm>
          <a:off x="783664" y="1123795"/>
          <a:ext cx="2510893" cy="79102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400" b="1" i="0" kern="1200" dirty="0"/>
            <a:t>Manager</a:t>
          </a:r>
          <a:endParaRPr lang="id-ID" sz="2400" kern="1200" dirty="0"/>
        </a:p>
      </dsp:txBody>
      <dsp:txXfrm>
        <a:off x="783664" y="1123795"/>
        <a:ext cx="2510893" cy="79102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95FA60-AE41-4C92-8499-F576586D710A}">
      <dsp:nvSpPr>
        <dsp:cNvPr id="0" name=""/>
        <dsp:cNvSpPr/>
      </dsp:nvSpPr>
      <dsp:spPr>
        <a:xfrm>
          <a:off x="1244010" y="-90560"/>
          <a:ext cx="4271052" cy="4271052"/>
        </a:xfrm>
        <a:prstGeom prst="circularArrow">
          <a:avLst>
            <a:gd name="adj1" fmla="val 4668"/>
            <a:gd name="adj2" fmla="val 272909"/>
            <a:gd name="adj3" fmla="val 12952830"/>
            <a:gd name="adj4" fmla="val 17948581"/>
            <a:gd name="adj5" fmla="val 4847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p3d z="-227350" prstMaterial="matte"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0353CC-C72B-40FE-908C-D2499F68FCF3}">
      <dsp:nvSpPr>
        <dsp:cNvPr id="0" name=""/>
        <dsp:cNvSpPr/>
      </dsp:nvSpPr>
      <dsp:spPr>
        <a:xfrm>
          <a:off x="2001649" y="1287"/>
          <a:ext cx="2755774" cy="137788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52250" prstMaterial="matte">
          <a:bevelT w="165100" prst="coolSlant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  <a:sp3d extrusionH="28000" prstMaterial="matte"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400" b="1" i="0" kern="1200"/>
            <a:t>PROSPEK</a:t>
          </a:r>
          <a:endParaRPr lang="id-ID" sz="2400" kern="1200" dirty="0"/>
        </a:p>
      </dsp:txBody>
      <dsp:txXfrm>
        <a:off x="2068912" y="68550"/>
        <a:ext cx="2621248" cy="1243361"/>
      </dsp:txXfrm>
    </dsp:sp>
    <dsp:sp modelId="{62174D5B-66F9-48CA-90B6-51A6A15A8368}">
      <dsp:nvSpPr>
        <dsp:cNvPr id="0" name=""/>
        <dsp:cNvSpPr/>
      </dsp:nvSpPr>
      <dsp:spPr>
        <a:xfrm>
          <a:off x="3535241" y="1534878"/>
          <a:ext cx="2755774" cy="137788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52250" prstMaterial="matte">
          <a:bevelT w="165100" prst="coolSlant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  <a:sp3d extrusionH="28000" prstMaterial="matte"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400" b="1" i="0" kern="1200" dirty="0"/>
            <a:t>PENAWARAN</a:t>
          </a:r>
          <a:endParaRPr lang="id-ID" sz="2400" kern="1200" dirty="0"/>
        </a:p>
      </dsp:txBody>
      <dsp:txXfrm>
        <a:off x="3602504" y="1602141"/>
        <a:ext cx="2621248" cy="1243361"/>
      </dsp:txXfrm>
    </dsp:sp>
    <dsp:sp modelId="{5B5F3E72-C8C8-46A7-8749-34F4EB968170}">
      <dsp:nvSpPr>
        <dsp:cNvPr id="0" name=""/>
        <dsp:cNvSpPr/>
      </dsp:nvSpPr>
      <dsp:spPr>
        <a:xfrm>
          <a:off x="2001649" y="3068470"/>
          <a:ext cx="2755774" cy="137788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52250" prstMaterial="matte">
          <a:bevelT w="165100" prst="coolSlant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  <a:sp3d extrusionH="28000" prstMaterial="matte"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400" b="1" i="0" kern="1200" dirty="0"/>
            <a:t>NEGOSIASI</a:t>
          </a:r>
          <a:endParaRPr lang="id-ID" sz="2400" kern="1200" dirty="0"/>
        </a:p>
      </dsp:txBody>
      <dsp:txXfrm>
        <a:off x="2068912" y="3135733"/>
        <a:ext cx="2621248" cy="1243361"/>
      </dsp:txXfrm>
    </dsp:sp>
    <dsp:sp modelId="{81BD5BF2-0A03-4E3C-9088-4B124F76B357}">
      <dsp:nvSpPr>
        <dsp:cNvPr id="0" name=""/>
        <dsp:cNvSpPr/>
      </dsp:nvSpPr>
      <dsp:spPr>
        <a:xfrm>
          <a:off x="468057" y="1534878"/>
          <a:ext cx="2755774" cy="137788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52250" prstMaterial="matte">
          <a:bevelT w="165100" prst="coolSlant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  <a:sp3d extrusionH="28000" prstMaterial="matte"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400" b="1" i="0" kern="1200" dirty="0"/>
            <a:t>DEAL</a:t>
          </a:r>
          <a:endParaRPr lang="id-ID" sz="2400" kern="1200" dirty="0"/>
        </a:p>
      </dsp:txBody>
      <dsp:txXfrm>
        <a:off x="535320" y="1602141"/>
        <a:ext cx="2621248" cy="124336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9">
  <dgm:title val=""/>
  <dgm:desc val=""/>
  <dgm:catLst>
    <dgm:cat type="3D" pri="11900"/>
  </dgm:catLst>
  <dgm:scene3d>
    <a:camera prst="perspectiveRelaxed">
      <a:rot lat="19149996" lon="20104178" rev="1577324"/>
    </a:camera>
    <a:lightRig rig="soft" dir="t"/>
    <a:backdrop>
      <a:anchor x="0" y="0" z="-210000"/>
      <a:norm dx="0" dy="0" dz="914400"/>
      <a:up dx="0" dy="914400" dz="0"/>
    </a:backdrop>
  </dgm:scene3d>
  <dgm:styleLbl name="node0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>
      <a:sp3d extrusionH="28000" prstMaterial="matte"/>
    </dgm:txPr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F0D31-E94F-4B1D-A0CC-756D670DE1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8F240E-9B41-4C11-B5A8-4191D95569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F08CD-5553-4691-874F-497CBDC55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7703B-A6CB-462E-B9F5-94471B8B1B1A}" type="datetimeFigureOut">
              <a:rPr lang="id-ID" smtClean="0"/>
              <a:t>24/06/2026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BD47FE-33E2-4984-8693-B8159EF40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CBACE9-23AA-414B-A1C6-AC960A6B0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CB19E-0F4B-47BD-83A9-35E41AFF97A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983797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10FA4-E594-4B13-8281-DFE456C10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A7241A-9ABD-4E86-AFF1-02C6D5F1D3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785A2F-A0C3-4BCC-85FC-375BF54F1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7703B-A6CB-462E-B9F5-94471B8B1B1A}" type="datetimeFigureOut">
              <a:rPr lang="id-ID" smtClean="0"/>
              <a:t>24/06/2026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F7552-9A76-4F1C-9865-BB5CCF6AF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B473AA-CD26-45E4-94EA-A4900F3D7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CB19E-0F4B-47BD-83A9-35E41AFF97A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195219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833FE-70A9-4D1C-A164-70504BBF5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5D76A4-7F8B-43CF-8250-C65D6D79D3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C4E2D-5B58-478F-864B-69781656A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7703B-A6CB-462E-B9F5-94471B8B1B1A}" type="datetimeFigureOut">
              <a:rPr lang="id-ID" smtClean="0"/>
              <a:t>24/06/2026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9E359C-8895-4476-8617-42AFFFD69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00B052-82F6-43B9-9C79-588DC1C61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CB19E-0F4B-47BD-83A9-35E41AFF97A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96529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965FE-2856-417C-86D0-4E6D72586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3B484-DE78-452D-AC39-576F513370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E248CA-A371-403C-B147-E0620178A8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0948B8-09FC-4458-9B11-838979C37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7703B-A6CB-462E-B9F5-94471B8B1B1A}" type="datetimeFigureOut">
              <a:rPr lang="id-ID" smtClean="0"/>
              <a:t>24/06/2026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45B849-1EA5-4CDD-926D-D936C3DD2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334B34-D469-4F33-95A8-41B1615EE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CB19E-0F4B-47BD-83A9-35E41AFF97A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92983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A9EBB-EB2C-4D87-9D95-D4BEB86A1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4DE5E-ECE3-4E92-B128-956C772AD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F36996-E69C-442B-BB4B-5546231A8B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C1B8A2-5456-481A-922B-D6971E547F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0C3E2B-792F-419C-AF37-7B1AA876DF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49DAC9-E98B-4634-B0A9-BA580672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7703B-A6CB-462E-B9F5-94471B8B1B1A}" type="datetimeFigureOut">
              <a:rPr lang="id-ID" smtClean="0"/>
              <a:t>24/06/2026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93E4C1-53B4-46A2-BF7F-652F64537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F1A6F2-C059-4DE4-A4CD-CD68309B9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CB19E-0F4B-47BD-83A9-35E41AFF97A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585476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8E03-302E-4D46-AABE-08A00ECD5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6096B-B9EC-41AD-9C0A-F9E4417C2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7703B-A6CB-462E-B9F5-94471B8B1B1A}" type="datetimeFigureOut">
              <a:rPr lang="id-ID" smtClean="0"/>
              <a:t>24/06/2026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69296F-2BF1-42F0-BB18-E51082058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629798-319D-434A-AB54-C6433EFB5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CB19E-0F4B-47BD-83A9-35E41AFF97A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505030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FC55ED-8133-4015-9B9A-01F697190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7703B-A6CB-462E-B9F5-94471B8B1B1A}" type="datetimeFigureOut">
              <a:rPr lang="id-ID" smtClean="0"/>
              <a:t>24/06/2026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2E7FAD-F721-4F44-8874-4458B3410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C63FB0-C661-4AC0-BCA3-612CDD4C0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CB19E-0F4B-47BD-83A9-35E41AFF97A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183664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3DBC4-1270-49F3-BB91-4133826E1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EAA23-A126-4BE4-9F6D-7AAD35218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5FB8ED-537C-4381-86E1-7176468B9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51BBDB-5144-476B-A802-7406D0FC5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7703B-A6CB-462E-B9F5-94471B8B1B1A}" type="datetimeFigureOut">
              <a:rPr lang="id-ID" smtClean="0"/>
              <a:t>24/06/2026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AF73E4-7CDD-4C54-AB28-406CA2435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62EE58-28DE-4869-832D-55A8452F5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CB19E-0F4B-47BD-83A9-35E41AFF97A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958335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C513C-EDA6-44CB-879C-9FD56D288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E9683E-F8E3-4239-BB34-BEFB1DC82C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74CAC-2D28-491E-9C13-B87EF65662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ECD352-BB12-4583-901C-3D7D6954E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7703B-A6CB-462E-B9F5-94471B8B1B1A}" type="datetimeFigureOut">
              <a:rPr lang="id-ID" smtClean="0"/>
              <a:t>24/06/2026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29E1D0-CF2E-4868-9D04-39D3D4667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5061C9-B2C8-40F4-A398-08A2ADB50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CB19E-0F4B-47BD-83A9-35E41AFF97A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255522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B100B-2EE4-4399-8616-0961B0212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D1507E-8AB5-4A7B-A570-5F56E61EE8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2B393-1AD2-4236-B733-BFD0C3DC2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7703B-A6CB-462E-B9F5-94471B8B1B1A}" type="datetimeFigureOut">
              <a:rPr lang="id-ID" smtClean="0"/>
              <a:t>24/06/2026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ED1D8-0FCB-4FE1-ADFC-8FF0C3F74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5F5C8-8493-49EF-A17A-40C26DAC8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CB19E-0F4B-47BD-83A9-35E41AFF97A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02440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B647F9-B301-4CB8-B79F-D2CC16CAB2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E1EBD8-7E65-4578-9B17-9CCEF6594A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52778B-BAF0-4639-9E9B-50299EBE0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7703B-A6CB-462E-B9F5-94471B8B1B1A}" type="datetimeFigureOut">
              <a:rPr lang="id-ID" smtClean="0"/>
              <a:t>24/06/2026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B7B610-0542-413A-A16F-B42931A52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54B90-635E-4608-82F3-1E41613D5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CB19E-0F4B-47BD-83A9-35E41AFF97A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707422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9EC783-1261-4334-9BF5-4346AFD48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FC187-55D1-4E64-9EDB-AD1C6903E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5FC8BC-518A-4C6D-9A6F-6751342F7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77703B-A6CB-462E-B9F5-94471B8B1B1A}" type="datetimeFigureOut">
              <a:rPr lang="id-ID" smtClean="0"/>
              <a:t>24/06/2026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65090-3ADE-439F-A792-831ACEEEAB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933ED-753F-4C4F-BD09-BF6B2CA7FA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5CB19E-0F4B-47BD-83A9-35E41AFF97A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6841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0D4DAE6-CA8D-4C9F-91DF-366F4C11D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i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Segoe UI" panose="020B0502040204020203" pitchFamily="34" charset="0"/>
              </a:rPr>
              <a:t>STRUKTUR ORGANISASI</a:t>
            </a:r>
            <a:endParaRPr lang="id-ID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E8D4EE5E-2318-4EFE-B608-BB627CFC97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74621300"/>
              </p:ext>
            </p:extLst>
          </p:nvPr>
        </p:nvGraphicFramePr>
        <p:xfrm>
          <a:off x="2032000" y="1902758"/>
          <a:ext cx="7878482" cy="41618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8181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14670-E16A-4D2A-9BDB-B505587DE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i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Segoe UI" panose="020B0502040204020203" pitchFamily="34" charset="0"/>
              </a:rPr>
              <a:t>PROSES BISNIS</a:t>
            </a:r>
            <a:endParaRPr lang="id-ID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89AC6C0-51F7-4E6E-9032-0E7278C97157}"/>
              </a:ext>
            </a:extLst>
          </p:cNvPr>
          <p:cNvSpPr/>
          <p:nvPr/>
        </p:nvSpPr>
        <p:spPr>
          <a:xfrm>
            <a:off x="838200" y="3429000"/>
            <a:ext cx="1844842" cy="581526"/>
          </a:xfrm>
          <a:prstGeom prst="round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27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dirty="0"/>
              <a:t>Prospek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D813187-AF1A-408C-820D-A860F8A269E5}"/>
              </a:ext>
            </a:extLst>
          </p:cNvPr>
          <p:cNvSpPr/>
          <p:nvPr/>
        </p:nvSpPr>
        <p:spPr>
          <a:xfrm>
            <a:off x="3650915" y="3429000"/>
            <a:ext cx="1844842" cy="581526"/>
          </a:xfrm>
          <a:prstGeom prst="round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27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dirty="0"/>
              <a:t>Penawaran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69021D6-30E0-41B9-B67B-6EC946A751E5}"/>
              </a:ext>
            </a:extLst>
          </p:cNvPr>
          <p:cNvSpPr/>
          <p:nvPr/>
        </p:nvSpPr>
        <p:spPr>
          <a:xfrm>
            <a:off x="6463630" y="3429000"/>
            <a:ext cx="1844842" cy="581526"/>
          </a:xfrm>
          <a:prstGeom prst="round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27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dirty="0"/>
              <a:t>Negosiasi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31310ED-7756-4492-9EB5-FFABB44613B3}"/>
              </a:ext>
            </a:extLst>
          </p:cNvPr>
          <p:cNvSpPr/>
          <p:nvPr/>
        </p:nvSpPr>
        <p:spPr>
          <a:xfrm>
            <a:off x="9276347" y="3429000"/>
            <a:ext cx="1844842" cy="581526"/>
          </a:xfrm>
          <a:prstGeom prst="round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27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dirty="0"/>
              <a:t>Deal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D95F3C3-3A9C-421B-9B35-F05DAB6FF950}"/>
              </a:ext>
            </a:extLst>
          </p:cNvPr>
          <p:cNvSpPr/>
          <p:nvPr/>
        </p:nvSpPr>
        <p:spPr>
          <a:xfrm>
            <a:off x="2950410" y="3486150"/>
            <a:ext cx="433137" cy="467226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27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ADEDE96B-CD0F-4157-96F1-26BD5DEE79CE}"/>
              </a:ext>
            </a:extLst>
          </p:cNvPr>
          <p:cNvSpPr/>
          <p:nvPr/>
        </p:nvSpPr>
        <p:spPr>
          <a:xfrm>
            <a:off x="5763125" y="3486150"/>
            <a:ext cx="433137" cy="467226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27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1C48F979-F104-444C-A01C-6B1F66A16071}"/>
              </a:ext>
            </a:extLst>
          </p:cNvPr>
          <p:cNvSpPr/>
          <p:nvPr/>
        </p:nvSpPr>
        <p:spPr>
          <a:xfrm>
            <a:off x="8575840" y="3486150"/>
            <a:ext cx="433137" cy="467226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27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060509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17821-74B5-434F-B50E-A396C29DD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i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Segoe UI" panose="020B0502040204020203" pitchFamily="34" charset="0"/>
              </a:rPr>
              <a:t>SIKLUS PENJUALAN</a:t>
            </a:r>
            <a:endParaRPr lang="id-ID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B1B428F0-0F08-4093-8089-107821F0B6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1755273"/>
              </p:ext>
            </p:extLst>
          </p:nvPr>
        </p:nvGraphicFramePr>
        <p:xfrm>
          <a:off x="2716463" y="1680913"/>
          <a:ext cx="6759074" cy="44476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28651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21</Words>
  <Application>Microsoft Office PowerPoint</Application>
  <PresentationFormat>Widescreen</PresentationFormat>
  <Paragraphs>18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Segoe UI</vt:lpstr>
      <vt:lpstr>Office Theme</vt:lpstr>
      <vt:lpstr>STRUKTUR ORGANISASI</vt:lpstr>
      <vt:lpstr>PROSES BISNIS</vt:lpstr>
      <vt:lpstr>SIKLUS PENJUALAN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Struktur Organisasi</dc:title>
  <dc:creator>ONY</dc:creator>
  <cp:lastModifiedBy>ONY</cp:lastModifiedBy>
  <cp:revision>5</cp:revision>
  <dcterms:created xsi:type="dcterms:W3CDTF">2026-06-24T14:34:01Z</dcterms:created>
  <dcterms:modified xsi:type="dcterms:W3CDTF">2026-06-24T15:08:22Z</dcterms:modified>
</cp:coreProperties>
</file>