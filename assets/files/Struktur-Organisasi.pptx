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41A2E5-88E2-4D29-A39A-96D0D39F74BD}" type="doc">
      <dgm:prSet loTypeId="urn:microsoft.com/office/officeart/2005/8/layout/orgChart1" loCatId="hierarchy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id-ID"/>
        </a:p>
      </dgm:t>
    </dgm:pt>
    <dgm:pt modelId="{2DA4F466-EE9C-4963-9539-C29C96763B8F}">
      <dgm:prSet phldrT="[Text]" custT="1"/>
      <dgm:spPr/>
      <dgm:t>
        <a:bodyPr/>
        <a:lstStyle/>
        <a:p>
          <a:pPr>
            <a:buNone/>
          </a:pPr>
          <a:r>
            <a:rPr lang="id-ID" sz="3600" b="1" i="0" dirty="0"/>
            <a:t>Direktur</a:t>
          </a:r>
          <a:endParaRPr lang="id-ID" sz="3600" dirty="0"/>
        </a:p>
      </dgm:t>
    </dgm:pt>
    <dgm:pt modelId="{AB4E8FAE-BDAC-437F-BBE6-D59931791227}" type="parTrans" cxnId="{6F3D938E-3AF4-4774-83C8-CB13725B47FC}">
      <dgm:prSet/>
      <dgm:spPr/>
      <dgm:t>
        <a:bodyPr/>
        <a:lstStyle/>
        <a:p>
          <a:endParaRPr lang="id-ID" sz="1200"/>
        </a:p>
      </dgm:t>
    </dgm:pt>
    <dgm:pt modelId="{D1CC015D-55A8-468D-A5D4-DF56DFDBFCBF}" type="sibTrans" cxnId="{6F3D938E-3AF4-4774-83C8-CB13725B47FC}">
      <dgm:prSet/>
      <dgm:spPr/>
      <dgm:t>
        <a:bodyPr/>
        <a:lstStyle/>
        <a:p>
          <a:endParaRPr lang="id-ID" sz="1200"/>
        </a:p>
      </dgm:t>
    </dgm:pt>
    <dgm:pt modelId="{D3AEF5B0-9774-4F00-BB04-72C3611DFE76}" type="asst">
      <dgm:prSet phldrT="[Text]" custT="1"/>
      <dgm:spPr/>
      <dgm:t>
        <a:bodyPr/>
        <a:lstStyle/>
        <a:p>
          <a:pPr>
            <a:buNone/>
          </a:pPr>
          <a:r>
            <a:rPr lang="id-ID" sz="3600" b="1" i="0" dirty="0"/>
            <a:t>Manager</a:t>
          </a:r>
          <a:endParaRPr lang="id-ID" sz="3600" dirty="0"/>
        </a:p>
      </dgm:t>
    </dgm:pt>
    <dgm:pt modelId="{B17EFD54-07EA-4E37-9DEA-79C5DAADAA51}" type="parTrans" cxnId="{024934BE-515D-4F31-A946-D576536BCF64}">
      <dgm:prSet/>
      <dgm:spPr/>
      <dgm:t>
        <a:bodyPr/>
        <a:lstStyle/>
        <a:p>
          <a:endParaRPr lang="id-ID" sz="1200"/>
        </a:p>
      </dgm:t>
    </dgm:pt>
    <dgm:pt modelId="{80D9523B-9757-4FF8-80E3-955B340892EA}" type="sibTrans" cxnId="{024934BE-515D-4F31-A946-D576536BCF64}">
      <dgm:prSet/>
      <dgm:spPr/>
      <dgm:t>
        <a:bodyPr/>
        <a:lstStyle/>
        <a:p>
          <a:endParaRPr lang="id-ID" sz="1200"/>
        </a:p>
      </dgm:t>
    </dgm:pt>
    <dgm:pt modelId="{32C335E0-B88A-45A4-BC05-91EBAB9FD28C}">
      <dgm:prSet phldrT="[Text]" custT="1"/>
      <dgm:spPr/>
      <dgm:t>
        <a:bodyPr/>
        <a:lstStyle/>
        <a:p>
          <a:pPr>
            <a:buNone/>
          </a:pPr>
          <a:r>
            <a:rPr lang="id-ID" sz="3600" b="1" i="0" dirty="0"/>
            <a:t>Staff</a:t>
          </a:r>
          <a:r>
            <a:rPr lang="id-ID" sz="3600" b="0" i="0" dirty="0"/>
            <a:t> </a:t>
          </a:r>
          <a:endParaRPr lang="id-ID" sz="3600" dirty="0"/>
        </a:p>
      </dgm:t>
    </dgm:pt>
    <dgm:pt modelId="{667CE224-6671-41BF-9859-8297E611F61A}" type="parTrans" cxnId="{EC102111-B768-474D-B952-68FEA8F09C97}">
      <dgm:prSet/>
      <dgm:spPr/>
      <dgm:t>
        <a:bodyPr/>
        <a:lstStyle/>
        <a:p>
          <a:endParaRPr lang="id-ID" sz="1200"/>
        </a:p>
      </dgm:t>
    </dgm:pt>
    <dgm:pt modelId="{019A3D74-062F-4721-BCC1-07C8CDDEB7A7}" type="sibTrans" cxnId="{EC102111-B768-474D-B952-68FEA8F09C97}">
      <dgm:prSet/>
      <dgm:spPr/>
      <dgm:t>
        <a:bodyPr/>
        <a:lstStyle/>
        <a:p>
          <a:endParaRPr lang="id-ID" sz="1200"/>
        </a:p>
      </dgm:t>
    </dgm:pt>
    <dgm:pt modelId="{83B8869F-1752-4F06-AC7E-AA2559AAF9CF}">
      <dgm:prSet phldrT="[Text]" custT="1"/>
      <dgm:spPr/>
      <dgm:t>
        <a:bodyPr/>
        <a:lstStyle/>
        <a:p>
          <a:pPr>
            <a:buNone/>
          </a:pPr>
          <a:r>
            <a:rPr lang="id-ID" sz="3600" b="1" i="0" dirty="0"/>
            <a:t>Staff</a:t>
          </a:r>
          <a:r>
            <a:rPr lang="id-ID" sz="3600" b="0" i="0" dirty="0"/>
            <a:t> </a:t>
          </a:r>
          <a:endParaRPr lang="id-ID" sz="3600" dirty="0"/>
        </a:p>
      </dgm:t>
    </dgm:pt>
    <dgm:pt modelId="{8A8BCA98-1470-4E49-84B4-1AEA587248F2}" type="parTrans" cxnId="{B24C933F-36EA-44BF-B838-A91705A2A7A7}">
      <dgm:prSet/>
      <dgm:spPr/>
      <dgm:t>
        <a:bodyPr/>
        <a:lstStyle/>
        <a:p>
          <a:endParaRPr lang="id-ID" sz="1200"/>
        </a:p>
      </dgm:t>
    </dgm:pt>
    <dgm:pt modelId="{30330D62-B51F-4B47-9343-DD7ACF4354CB}" type="sibTrans" cxnId="{B24C933F-36EA-44BF-B838-A91705A2A7A7}">
      <dgm:prSet/>
      <dgm:spPr/>
      <dgm:t>
        <a:bodyPr/>
        <a:lstStyle/>
        <a:p>
          <a:endParaRPr lang="id-ID" sz="1200"/>
        </a:p>
      </dgm:t>
    </dgm:pt>
    <dgm:pt modelId="{CB1F19A7-D312-40FF-9CF7-6BCA7B60554C}">
      <dgm:prSet phldrT="[Text]" custT="1"/>
      <dgm:spPr/>
      <dgm:t>
        <a:bodyPr/>
        <a:lstStyle/>
        <a:p>
          <a:pPr>
            <a:buNone/>
          </a:pPr>
          <a:r>
            <a:rPr lang="id-ID" sz="3600" b="1" i="0" dirty="0"/>
            <a:t>Staff</a:t>
          </a:r>
          <a:r>
            <a:rPr lang="id-ID" sz="3600" b="0" i="0" dirty="0"/>
            <a:t> </a:t>
          </a:r>
          <a:endParaRPr lang="id-ID" sz="3600" dirty="0"/>
        </a:p>
      </dgm:t>
    </dgm:pt>
    <dgm:pt modelId="{60508447-050E-47BB-8A3A-55E2E6BEC482}" type="parTrans" cxnId="{DAAD2CD8-0D38-4CDD-A424-5FAEA66BDC1A}">
      <dgm:prSet/>
      <dgm:spPr/>
      <dgm:t>
        <a:bodyPr/>
        <a:lstStyle/>
        <a:p>
          <a:endParaRPr lang="id-ID" sz="1200"/>
        </a:p>
      </dgm:t>
    </dgm:pt>
    <dgm:pt modelId="{DFD8A7F3-D0BF-4BD0-8EC5-3344B9A1917F}" type="sibTrans" cxnId="{DAAD2CD8-0D38-4CDD-A424-5FAEA66BDC1A}">
      <dgm:prSet/>
      <dgm:spPr/>
      <dgm:t>
        <a:bodyPr/>
        <a:lstStyle/>
        <a:p>
          <a:endParaRPr lang="id-ID" sz="1200"/>
        </a:p>
      </dgm:t>
    </dgm:pt>
    <dgm:pt modelId="{4D17D909-039C-43C7-BB7E-AF66DD07EDD5}" type="pres">
      <dgm:prSet presAssocID="{EA41A2E5-88E2-4D29-A39A-96D0D39F74B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6B65A61B-22C0-4CB7-845E-F8ECC936BF2C}" type="pres">
      <dgm:prSet presAssocID="{2DA4F466-EE9C-4963-9539-C29C96763B8F}" presName="hierRoot1" presStyleCnt="0">
        <dgm:presLayoutVars>
          <dgm:hierBranch val="init"/>
        </dgm:presLayoutVars>
      </dgm:prSet>
      <dgm:spPr/>
    </dgm:pt>
    <dgm:pt modelId="{5E07C6C5-A29E-4AE3-B9C8-836B1958E350}" type="pres">
      <dgm:prSet presAssocID="{2DA4F466-EE9C-4963-9539-C29C96763B8F}" presName="rootComposite1" presStyleCnt="0"/>
      <dgm:spPr/>
    </dgm:pt>
    <dgm:pt modelId="{4B1F0272-BF1A-4779-88BA-492E13DACC51}" type="pres">
      <dgm:prSet presAssocID="{2DA4F466-EE9C-4963-9539-C29C96763B8F}" presName="rootText1" presStyleLbl="node0" presStyleIdx="0" presStyleCnt="1">
        <dgm:presLayoutVars>
          <dgm:chPref val="3"/>
        </dgm:presLayoutVars>
      </dgm:prSet>
      <dgm:spPr/>
    </dgm:pt>
    <dgm:pt modelId="{84ACC0DD-1880-419C-8313-BD7DBD061486}" type="pres">
      <dgm:prSet presAssocID="{2DA4F466-EE9C-4963-9539-C29C96763B8F}" presName="rootConnector1" presStyleLbl="node1" presStyleIdx="0" presStyleCnt="0"/>
      <dgm:spPr/>
    </dgm:pt>
    <dgm:pt modelId="{DD0A2324-4247-4CEE-A099-99F6F2941D0F}" type="pres">
      <dgm:prSet presAssocID="{2DA4F466-EE9C-4963-9539-C29C96763B8F}" presName="hierChild2" presStyleCnt="0"/>
      <dgm:spPr/>
    </dgm:pt>
    <dgm:pt modelId="{4E350251-E89F-4B92-BEF0-97957B57F1A6}" type="pres">
      <dgm:prSet presAssocID="{667CE224-6671-41BF-9859-8297E611F61A}" presName="Name37" presStyleLbl="parChTrans1D2" presStyleIdx="0" presStyleCnt="4"/>
      <dgm:spPr/>
    </dgm:pt>
    <dgm:pt modelId="{3F9F4CFD-D540-4C8C-B9CF-02B9D6C90312}" type="pres">
      <dgm:prSet presAssocID="{32C335E0-B88A-45A4-BC05-91EBAB9FD28C}" presName="hierRoot2" presStyleCnt="0">
        <dgm:presLayoutVars>
          <dgm:hierBranch val="init"/>
        </dgm:presLayoutVars>
      </dgm:prSet>
      <dgm:spPr/>
    </dgm:pt>
    <dgm:pt modelId="{377D238A-9714-4EBE-88CB-E5CD7359CFCA}" type="pres">
      <dgm:prSet presAssocID="{32C335E0-B88A-45A4-BC05-91EBAB9FD28C}" presName="rootComposite" presStyleCnt="0"/>
      <dgm:spPr/>
    </dgm:pt>
    <dgm:pt modelId="{E02CE35F-D62C-4755-B29E-7616747C1F83}" type="pres">
      <dgm:prSet presAssocID="{32C335E0-B88A-45A4-BC05-91EBAB9FD28C}" presName="rootText" presStyleLbl="node2" presStyleIdx="0" presStyleCnt="3">
        <dgm:presLayoutVars>
          <dgm:chPref val="3"/>
        </dgm:presLayoutVars>
      </dgm:prSet>
      <dgm:spPr/>
    </dgm:pt>
    <dgm:pt modelId="{B26B9216-49FD-4A2A-BB31-A206CD82B124}" type="pres">
      <dgm:prSet presAssocID="{32C335E0-B88A-45A4-BC05-91EBAB9FD28C}" presName="rootConnector" presStyleLbl="node2" presStyleIdx="0" presStyleCnt="3"/>
      <dgm:spPr/>
    </dgm:pt>
    <dgm:pt modelId="{C3F9498F-93B9-4DEC-AE76-1CD3E1286CB8}" type="pres">
      <dgm:prSet presAssocID="{32C335E0-B88A-45A4-BC05-91EBAB9FD28C}" presName="hierChild4" presStyleCnt="0"/>
      <dgm:spPr/>
    </dgm:pt>
    <dgm:pt modelId="{8FDB5328-2B9D-41DA-BE2C-0A30BAF2A0E2}" type="pres">
      <dgm:prSet presAssocID="{32C335E0-B88A-45A4-BC05-91EBAB9FD28C}" presName="hierChild5" presStyleCnt="0"/>
      <dgm:spPr/>
    </dgm:pt>
    <dgm:pt modelId="{23B445D1-403E-401C-849E-DA7E490462F7}" type="pres">
      <dgm:prSet presAssocID="{8A8BCA98-1470-4E49-84B4-1AEA587248F2}" presName="Name37" presStyleLbl="parChTrans1D2" presStyleIdx="1" presStyleCnt="4"/>
      <dgm:spPr/>
    </dgm:pt>
    <dgm:pt modelId="{A687A36C-8D76-490E-9915-B45EA02A226F}" type="pres">
      <dgm:prSet presAssocID="{83B8869F-1752-4F06-AC7E-AA2559AAF9CF}" presName="hierRoot2" presStyleCnt="0">
        <dgm:presLayoutVars>
          <dgm:hierBranch val="init"/>
        </dgm:presLayoutVars>
      </dgm:prSet>
      <dgm:spPr/>
    </dgm:pt>
    <dgm:pt modelId="{5B70F29F-7374-4E1C-8D3B-581E8E7CC45C}" type="pres">
      <dgm:prSet presAssocID="{83B8869F-1752-4F06-AC7E-AA2559AAF9CF}" presName="rootComposite" presStyleCnt="0"/>
      <dgm:spPr/>
    </dgm:pt>
    <dgm:pt modelId="{44C7A7C0-95D0-4BFF-A1FB-EA3FAC629288}" type="pres">
      <dgm:prSet presAssocID="{83B8869F-1752-4F06-AC7E-AA2559AAF9CF}" presName="rootText" presStyleLbl="node2" presStyleIdx="1" presStyleCnt="3">
        <dgm:presLayoutVars>
          <dgm:chPref val="3"/>
        </dgm:presLayoutVars>
      </dgm:prSet>
      <dgm:spPr/>
    </dgm:pt>
    <dgm:pt modelId="{7149AEEA-A3E1-4709-9979-5BBC76EB4A6C}" type="pres">
      <dgm:prSet presAssocID="{83B8869F-1752-4F06-AC7E-AA2559AAF9CF}" presName="rootConnector" presStyleLbl="node2" presStyleIdx="1" presStyleCnt="3"/>
      <dgm:spPr/>
    </dgm:pt>
    <dgm:pt modelId="{3F61A6AA-DA64-4F1C-8605-555148801F2B}" type="pres">
      <dgm:prSet presAssocID="{83B8869F-1752-4F06-AC7E-AA2559AAF9CF}" presName="hierChild4" presStyleCnt="0"/>
      <dgm:spPr/>
    </dgm:pt>
    <dgm:pt modelId="{16539471-95C6-4E9B-BA19-63BF6B36DD3C}" type="pres">
      <dgm:prSet presAssocID="{83B8869F-1752-4F06-AC7E-AA2559AAF9CF}" presName="hierChild5" presStyleCnt="0"/>
      <dgm:spPr/>
    </dgm:pt>
    <dgm:pt modelId="{25F1C600-4FF4-4426-8463-065F19B92D09}" type="pres">
      <dgm:prSet presAssocID="{60508447-050E-47BB-8A3A-55E2E6BEC482}" presName="Name37" presStyleLbl="parChTrans1D2" presStyleIdx="2" presStyleCnt="4"/>
      <dgm:spPr/>
    </dgm:pt>
    <dgm:pt modelId="{3B33800A-E0A8-4913-A6A1-EB3EAF658AC6}" type="pres">
      <dgm:prSet presAssocID="{CB1F19A7-D312-40FF-9CF7-6BCA7B60554C}" presName="hierRoot2" presStyleCnt="0">
        <dgm:presLayoutVars>
          <dgm:hierBranch val="init"/>
        </dgm:presLayoutVars>
      </dgm:prSet>
      <dgm:spPr/>
    </dgm:pt>
    <dgm:pt modelId="{8B056BE7-9954-4602-8BCF-35A9278B7C18}" type="pres">
      <dgm:prSet presAssocID="{CB1F19A7-D312-40FF-9CF7-6BCA7B60554C}" presName="rootComposite" presStyleCnt="0"/>
      <dgm:spPr/>
    </dgm:pt>
    <dgm:pt modelId="{91E08EDF-18BB-4F4C-A6CA-E9878E099671}" type="pres">
      <dgm:prSet presAssocID="{CB1F19A7-D312-40FF-9CF7-6BCA7B60554C}" presName="rootText" presStyleLbl="node2" presStyleIdx="2" presStyleCnt="3">
        <dgm:presLayoutVars>
          <dgm:chPref val="3"/>
        </dgm:presLayoutVars>
      </dgm:prSet>
      <dgm:spPr/>
    </dgm:pt>
    <dgm:pt modelId="{B636EEA4-76C2-41E5-99FB-5C8F608B0226}" type="pres">
      <dgm:prSet presAssocID="{CB1F19A7-D312-40FF-9CF7-6BCA7B60554C}" presName="rootConnector" presStyleLbl="node2" presStyleIdx="2" presStyleCnt="3"/>
      <dgm:spPr/>
    </dgm:pt>
    <dgm:pt modelId="{1A81D720-FC8E-452C-804B-C3386D6AF657}" type="pres">
      <dgm:prSet presAssocID="{CB1F19A7-D312-40FF-9CF7-6BCA7B60554C}" presName="hierChild4" presStyleCnt="0"/>
      <dgm:spPr/>
    </dgm:pt>
    <dgm:pt modelId="{CA89DF1B-127D-4FC9-BC57-B37F70C76D2E}" type="pres">
      <dgm:prSet presAssocID="{CB1F19A7-D312-40FF-9CF7-6BCA7B60554C}" presName="hierChild5" presStyleCnt="0"/>
      <dgm:spPr/>
    </dgm:pt>
    <dgm:pt modelId="{5804E76D-0C51-4F8A-91B1-036257C65DC2}" type="pres">
      <dgm:prSet presAssocID="{2DA4F466-EE9C-4963-9539-C29C96763B8F}" presName="hierChild3" presStyleCnt="0"/>
      <dgm:spPr/>
    </dgm:pt>
    <dgm:pt modelId="{5556880F-3F88-416B-8FCA-71244B74F3D3}" type="pres">
      <dgm:prSet presAssocID="{B17EFD54-07EA-4E37-9DEA-79C5DAADAA51}" presName="Name111" presStyleLbl="parChTrans1D2" presStyleIdx="3" presStyleCnt="4"/>
      <dgm:spPr/>
    </dgm:pt>
    <dgm:pt modelId="{D35F20FD-BB29-4F66-B97F-CBA74F393E93}" type="pres">
      <dgm:prSet presAssocID="{D3AEF5B0-9774-4F00-BB04-72C3611DFE76}" presName="hierRoot3" presStyleCnt="0">
        <dgm:presLayoutVars>
          <dgm:hierBranch val="init"/>
        </dgm:presLayoutVars>
      </dgm:prSet>
      <dgm:spPr/>
    </dgm:pt>
    <dgm:pt modelId="{7C430DB2-4CF8-4495-B28F-CD3B97802989}" type="pres">
      <dgm:prSet presAssocID="{D3AEF5B0-9774-4F00-BB04-72C3611DFE76}" presName="rootComposite3" presStyleCnt="0"/>
      <dgm:spPr/>
    </dgm:pt>
    <dgm:pt modelId="{4AB33A37-8968-451F-BDAF-6191A394821C}" type="pres">
      <dgm:prSet presAssocID="{D3AEF5B0-9774-4F00-BB04-72C3611DFE76}" presName="rootText3" presStyleLbl="asst1" presStyleIdx="0" presStyleCnt="1">
        <dgm:presLayoutVars>
          <dgm:chPref val="3"/>
        </dgm:presLayoutVars>
      </dgm:prSet>
      <dgm:spPr/>
    </dgm:pt>
    <dgm:pt modelId="{B91E63A5-0A30-4048-A83E-1C7852006C79}" type="pres">
      <dgm:prSet presAssocID="{D3AEF5B0-9774-4F00-BB04-72C3611DFE76}" presName="rootConnector3" presStyleLbl="asst1" presStyleIdx="0" presStyleCnt="1"/>
      <dgm:spPr/>
    </dgm:pt>
    <dgm:pt modelId="{C7F059E7-D6E3-4FA9-A516-866CCF92243D}" type="pres">
      <dgm:prSet presAssocID="{D3AEF5B0-9774-4F00-BB04-72C3611DFE76}" presName="hierChild6" presStyleCnt="0"/>
      <dgm:spPr/>
    </dgm:pt>
    <dgm:pt modelId="{2FFC3E57-F9D1-47D4-9494-A8B155DE7FF6}" type="pres">
      <dgm:prSet presAssocID="{D3AEF5B0-9774-4F00-BB04-72C3611DFE76}" presName="hierChild7" presStyleCnt="0"/>
      <dgm:spPr/>
    </dgm:pt>
  </dgm:ptLst>
  <dgm:cxnLst>
    <dgm:cxn modelId="{EC102111-B768-474D-B952-68FEA8F09C97}" srcId="{2DA4F466-EE9C-4963-9539-C29C96763B8F}" destId="{32C335E0-B88A-45A4-BC05-91EBAB9FD28C}" srcOrd="1" destOrd="0" parTransId="{667CE224-6671-41BF-9859-8297E611F61A}" sibTransId="{019A3D74-062F-4721-BCC1-07C8CDDEB7A7}"/>
    <dgm:cxn modelId="{BBA5151C-84B3-4FA4-8226-1A26C6DFFD95}" type="presOf" srcId="{83B8869F-1752-4F06-AC7E-AA2559AAF9CF}" destId="{7149AEEA-A3E1-4709-9979-5BBC76EB4A6C}" srcOrd="1" destOrd="0" presId="urn:microsoft.com/office/officeart/2005/8/layout/orgChart1"/>
    <dgm:cxn modelId="{F0F01824-0EA2-494F-AB1C-0374F6625AAD}" type="presOf" srcId="{D3AEF5B0-9774-4F00-BB04-72C3611DFE76}" destId="{B91E63A5-0A30-4048-A83E-1C7852006C79}" srcOrd="1" destOrd="0" presId="urn:microsoft.com/office/officeart/2005/8/layout/orgChart1"/>
    <dgm:cxn modelId="{A8AA4429-A62B-4E3A-9656-6A45E9603122}" type="presOf" srcId="{CB1F19A7-D312-40FF-9CF7-6BCA7B60554C}" destId="{91E08EDF-18BB-4F4C-A6CA-E9878E099671}" srcOrd="0" destOrd="0" presId="urn:microsoft.com/office/officeart/2005/8/layout/orgChart1"/>
    <dgm:cxn modelId="{E7A3D02D-59A3-4A3F-9E78-17332673E5DC}" type="presOf" srcId="{2DA4F466-EE9C-4963-9539-C29C96763B8F}" destId="{4B1F0272-BF1A-4779-88BA-492E13DACC51}" srcOrd="0" destOrd="0" presId="urn:microsoft.com/office/officeart/2005/8/layout/orgChart1"/>
    <dgm:cxn modelId="{76C86E35-6E02-402D-AD2F-840DBA787475}" type="presOf" srcId="{60508447-050E-47BB-8A3A-55E2E6BEC482}" destId="{25F1C600-4FF4-4426-8463-065F19B92D09}" srcOrd="0" destOrd="0" presId="urn:microsoft.com/office/officeart/2005/8/layout/orgChart1"/>
    <dgm:cxn modelId="{63E0B337-A653-4373-B63B-CDC975C1E7CE}" type="presOf" srcId="{EA41A2E5-88E2-4D29-A39A-96D0D39F74BD}" destId="{4D17D909-039C-43C7-BB7E-AF66DD07EDD5}" srcOrd="0" destOrd="0" presId="urn:microsoft.com/office/officeart/2005/8/layout/orgChart1"/>
    <dgm:cxn modelId="{9F649838-F637-4C3B-AC11-78F79DF1E990}" type="presOf" srcId="{2DA4F466-EE9C-4963-9539-C29C96763B8F}" destId="{84ACC0DD-1880-419C-8313-BD7DBD061486}" srcOrd="1" destOrd="0" presId="urn:microsoft.com/office/officeart/2005/8/layout/orgChart1"/>
    <dgm:cxn modelId="{B24C933F-36EA-44BF-B838-A91705A2A7A7}" srcId="{2DA4F466-EE9C-4963-9539-C29C96763B8F}" destId="{83B8869F-1752-4F06-AC7E-AA2559AAF9CF}" srcOrd="2" destOrd="0" parTransId="{8A8BCA98-1470-4E49-84B4-1AEA587248F2}" sibTransId="{30330D62-B51F-4B47-9343-DD7ACF4354CB}"/>
    <dgm:cxn modelId="{AC50CB64-30EF-41D1-8770-FA33C5F6F45F}" type="presOf" srcId="{667CE224-6671-41BF-9859-8297E611F61A}" destId="{4E350251-E89F-4B92-BEF0-97957B57F1A6}" srcOrd="0" destOrd="0" presId="urn:microsoft.com/office/officeart/2005/8/layout/orgChart1"/>
    <dgm:cxn modelId="{7D92674F-2C6B-4AEA-8095-E8A7134AF822}" type="presOf" srcId="{83B8869F-1752-4F06-AC7E-AA2559AAF9CF}" destId="{44C7A7C0-95D0-4BFF-A1FB-EA3FAC629288}" srcOrd="0" destOrd="0" presId="urn:microsoft.com/office/officeart/2005/8/layout/orgChart1"/>
    <dgm:cxn modelId="{35749D7B-E944-4610-B838-623FC0BE7640}" type="presOf" srcId="{32C335E0-B88A-45A4-BC05-91EBAB9FD28C}" destId="{E02CE35F-D62C-4755-B29E-7616747C1F83}" srcOrd="0" destOrd="0" presId="urn:microsoft.com/office/officeart/2005/8/layout/orgChart1"/>
    <dgm:cxn modelId="{7C71B87B-8D8F-435A-A851-3D2153411D2D}" type="presOf" srcId="{32C335E0-B88A-45A4-BC05-91EBAB9FD28C}" destId="{B26B9216-49FD-4A2A-BB31-A206CD82B124}" srcOrd="1" destOrd="0" presId="urn:microsoft.com/office/officeart/2005/8/layout/orgChart1"/>
    <dgm:cxn modelId="{6F3D938E-3AF4-4774-83C8-CB13725B47FC}" srcId="{EA41A2E5-88E2-4D29-A39A-96D0D39F74BD}" destId="{2DA4F466-EE9C-4963-9539-C29C96763B8F}" srcOrd="0" destOrd="0" parTransId="{AB4E8FAE-BDAC-437F-BBE6-D59931791227}" sibTransId="{D1CC015D-55A8-468D-A5D4-DF56DFDBFCBF}"/>
    <dgm:cxn modelId="{D9ECF492-0C2F-482A-B78C-ACA3FC0D4F49}" type="presOf" srcId="{CB1F19A7-D312-40FF-9CF7-6BCA7B60554C}" destId="{B636EEA4-76C2-41E5-99FB-5C8F608B0226}" srcOrd="1" destOrd="0" presId="urn:microsoft.com/office/officeart/2005/8/layout/orgChart1"/>
    <dgm:cxn modelId="{E8DB5BB1-FC5D-4B49-A88D-58C6451D71F7}" type="presOf" srcId="{8A8BCA98-1470-4E49-84B4-1AEA587248F2}" destId="{23B445D1-403E-401C-849E-DA7E490462F7}" srcOrd="0" destOrd="0" presId="urn:microsoft.com/office/officeart/2005/8/layout/orgChart1"/>
    <dgm:cxn modelId="{024934BE-515D-4F31-A946-D576536BCF64}" srcId="{2DA4F466-EE9C-4963-9539-C29C96763B8F}" destId="{D3AEF5B0-9774-4F00-BB04-72C3611DFE76}" srcOrd="0" destOrd="0" parTransId="{B17EFD54-07EA-4E37-9DEA-79C5DAADAA51}" sibTransId="{80D9523B-9757-4FF8-80E3-955B340892EA}"/>
    <dgm:cxn modelId="{07B005C0-D6D7-4D80-93FF-532ADAF3FBB1}" type="presOf" srcId="{B17EFD54-07EA-4E37-9DEA-79C5DAADAA51}" destId="{5556880F-3F88-416B-8FCA-71244B74F3D3}" srcOrd="0" destOrd="0" presId="urn:microsoft.com/office/officeart/2005/8/layout/orgChart1"/>
    <dgm:cxn modelId="{DAAD2CD8-0D38-4CDD-A424-5FAEA66BDC1A}" srcId="{2DA4F466-EE9C-4963-9539-C29C96763B8F}" destId="{CB1F19A7-D312-40FF-9CF7-6BCA7B60554C}" srcOrd="3" destOrd="0" parTransId="{60508447-050E-47BB-8A3A-55E2E6BEC482}" sibTransId="{DFD8A7F3-D0BF-4BD0-8EC5-3344B9A1917F}"/>
    <dgm:cxn modelId="{698737DC-4E96-4CF2-A8E0-79B8927CEDA7}" type="presOf" srcId="{D3AEF5B0-9774-4F00-BB04-72C3611DFE76}" destId="{4AB33A37-8968-451F-BDAF-6191A394821C}" srcOrd="0" destOrd="0" presId="urn:microsoft.com/office/officeart/2005/8/layout/orgChart1"/>
    <dgm:cxn modelId="{F9F77DA9-6593-453C-8AB8-AF6CD1F303B1}" type="presParOf" srcId="{4D17D909-039C-43C7-BB7E-AF66DD07EDD5}" destId="{6B65A61B-22C0-4CB7-845E-F8ECC936BF2C}" srcOrd="0" destOrd="0" presId="urn:microsoft.com/office/officeart/2005/8/layout/orgChart1"/>
    <dgm:cxn modelId="{89DF04FD-E040-4AB8-BD0E-F12BEBA938E3}" type="presParOf" srcId="{6B65A61B-22C0-4CB7-845E-F8ECC936BF2C}" destId="{5E07C6C5-A29E-4AE3-B9C8-836B1958E350}" srcOrd="0" destOrd="0" presId="urn:microsoft.com/office/officeart/2005/8/layout/orgChart1"/>
    <dgm:cxn modelId="{764288BF-70E8-45B8-8C03-1562F25100F0}" type="presParOf" srcId="{5E07C6C5-A29E-4AE3-B9C8-836B1958E350}" destId="{4B1F0272-BF1A-4779-88BA-492E13DACC51}" srcOrd="0" destOrd="0" presId="urn:microsoft.com/office/officeart/2005/8/layout/orgChart1"/>
    <dgm:cxn modelId="{7D706B7A-32F5-47A5-9AEA-AA594320B260}" type="presParOf" srcId="{5E07C6C5-A29E-4AE3-B9C8-836B1958E350}" destId="{84ACC0DD-1880-419C-8313-BD7DBD061486}" srcOrd="1" destOrd="0" presId="urn:microsoft.com/office/officeart/2005/8/layout/orgChart1"/>
    <dgm:cxn modelId="{5666B44B-243F-4C0E-8CB6-5559BDDB9957}" type="presParOf" srcId="{6B65A61B-22C0-4CB7-845E-F8ECC936BF2C}" destId="{DD0A2324-4247-4CEE-A099-99F6F2941D0F}" srcOrd="1" destOrd="0" presId="urn:microsoft.com/office/officeart/2005/8/layout/orgChart1"/>
    <dgm:cxn modelId="{EA651A5A-DB0A-49E5-A2AF-0D219BC55E04}" type="presParOf" srcId="{DD0A2324-4247-4CEE-A099-99F6F2941D0F}" destId="{4E350251-E89F-4B92-BEF0-97957B57F1A6}" srcOrd="0" destOrd="0" presId="urn:microsoft.com/office/officeart/2005/8/layout/orgChart1"/>
    <dgm:cxn modelId="{E8FDBE5A-BC68-4D13-96D3-89B63C60F0DA}" type="presParOf" srcId="{DD0A2324-4247-4CEE-A099-99F6F2941D0F}" destId="{3F9F4CFD-D540-4C8C-B9CF-02B9D6C90312}" srcOrd="1" destOrd="0" presId="urn:microsoft.com/office/officeart/2005/8/layout/orgChart1"/>
    <dgm:cxn modelId="{33DD10EF-41EB-4557-93AE-945AA51DCB67}" type="presParOf" srcId="{3F9F4CFD-D540-4C8C-B9CF-02B9D6C90312}" destId="{377D238A-9714-4EBE-88CB-E5CD7359CFCA}" srcOrd="0" destOrd="0" presId="urn:microsoft.com/office/officeart/2005/8/layout/orgChart1"/>
    <dgm:cxn modelId="{D57D0E38-4749-4213-ACF0-9DBEFD84D2F3}" type="presParOf" srcId="{377D238A-9714-4EBE-88CB-E5CD7359CFCA}" destId="{E02CE35F-D62C-4755-B29E-7616747C1F83}" srcOrd="0" destOrd="0" presId="urn:microsoft.com/office/officeart/2005/8/layout/orgChart1"/>
    <dgm:cxn modelId="{3BE62474-8C38-4D92-BF36-7DCF941871BE}" type="presParOf" srcId="{377D238A-9714-4EBE-88CB-E5CD7359CFCA}" destId="{B26B9216-49FD-4A2A-BB31-A206CD82B124}" srcOrd="1" destOrd="0" presId="urn:microsoft.com/office/officeart/2005/8/layout/orgChart1"/>
    <dgm:cxn modelId="{D0E4B33E-398F-4ACE-8762-A61C3AEDBAB1}" type="presParOf" srcId="{3F9F4CFD-D540-4C8C-B9CF-02B9D6C90312}" destId="{C3F9498F-93B9-4DEC-AE76-1CD3E1286CB8}" srcOrd="1" destOrd="0" presId="urn:microsoft.com/office/officeart/2005/8/layout/orgChart1"/>
    <dgm:cxn modelId="{B77507A4-39F2-4868-AD5B-82B12DEF6E0E}" type="presParOf" srcId="{3F9F4CFD-D540-4C8C-B9CF-02B9D6C90312}" destId="{8FDB5328-2B9D-41DA-BE2C-0A30BAF2A0E2}" srcOrd="2" destOrd="0" presId="urn:microsoft.com/office/officeart/2005/8/layout/orgChart1"/>
    <dgm:cxn modelId="{012BEA51-197E-45C7-97D1-6C110E55AE05}" type="presParOf" srcId="{DD0A2324-4247-4CEE-A099-99F6F2941D0F}" destId="{23B445D1-403E-401C-849E-DA7E490462F7}" srcOrd="2" destOrd="0" presId="urn:microsoft.com/office/officeart/2005/8/layout/orgChart1"/>
    <dgm:cxn modelId="{2EC1C811-4AA7-4417-99F5-65E6DEB3D9C8}" type="presParOf" srcId="{DD0A2324-4247-4CEE-A099-99F6F2941D0F}" destId="{A687A36C-8D76-490E-9915-B45EA02A226F}" srcOrd="3" destOrd="0" presId="urn:microsoft.com/office/officeart/2005/8/layout/orgChart1"/>
    <dgm:cxn modelId="{E138761A-11E9-428D-95D8-F55F156AFB95}" type="presParOf" srcId="{A687A36C-8D76-490E-9915-B45EA02A226F}" destId="{5B70F29F-7374-4E1C-8D3B-581E8E7CC45C}" srcOrd="0" destOrd="0" presId="urn:microsoft.com/office/officeart/2005/8/layout/orgChart1"/>
    <dgm:cxn modelId="{6DF74E53-BA88-41FF-AA60-FDBE1B585956}" type="presParOf" srcId="{5B70F29F-7374-4E1C-8D3B-581E8E7CC45C}" destId="{44C7A7C0-95D0-4BFF-A1FB-EA3FAC629288}" srcOrd="0" destOrd="0" presId="urn:microsoft.com/office/officeart/2005/8/layout/orgChart1"/>
    <dgm:cxn modelId="{ED19EC84-8011-49D0-AACA-18ABAC351937}" type="presParOf" srcId="{5B70F29F-7374-4E1C-8D3B-581E8E7CC45C}" destId="{7149AEEA-A3E1-4709-9979-5BBC76EB4A6C}" srcOrd="1" destOrd="0" presId="urn:microsoft.com/office/officeart/2005/8/layout/orgChart1"/>
    <dgm:cxn modelId="{6307CBD1-58F0-49A1-86AC-A6C841C6B68A}" type="presParOf" srcId="{A687A36C-8D76-490E-9915-B45EA02A226F}" destId="{3F61A6AA-DA64-4F1C-8605-555148801F2B}" srcOrd="1" destOrd="0" presId="urn:microsoft.com/office/officeart/2005/8/layout/orgChart1"/>
    <dgm:cxn modelId="{5D26C87F-A2ED-4DFF-8A82-BB14FE4EC35A}" type="presParOf" srcId="{A687A36C-8D76-490E-9915-B45EA02A226F}" destId="{16539471-95C6-4E9B-BA19-63BF6B36DD3C}" srcOrd="2" destOrd="0" presId="urn:microsoft.com/office/officeart/2005/8/layout/orgChart1"/>
    <dgm:cxn modelId="{DD55C747-B25A-4890-B1F1-6512E63DD2B1}" type="presParOf" srcId="{DD0A2324-4247-4CEE-A099-99F6F2941D0F}" destId="{25F1C600-4FF4-4426-8463-065F19B92D09}" srcOrd="4" destOrd="0" presId="urn:microsoft.com/office/officeart/2005/8/layout/orgChart1"/>
    <dgm:cxn modelId="{6A582B93-13D9-4659-AAD3-D90D2731925C}" type="presParOf" srcId="{DD0A2324-4247-4CEE-A099-99F6F2941D0F}" destId="{3B33800A-E0A8-4913-A6A1-EB3EAF658AC6}" srcOrd="5" destOrd="0" presId="urn:microsoft.com/office/officeart/2005/8/layout/orgChart1"/>
    <dgm:cxn modelId="{1FE182EE-00FE-4C2C-BB83-5BBF8556B1CC}" type="presParOf" srcId="{3B33800A-E0A8-4913-A6A1-EB3EAF658AC6}" destId="{8B056BE7-9954-4602-8BCF-35A9278B7C18}" srcOrd="0" destOrd="0" presId="urn:microsoft.com/office/officeart/2005/8/layout/orgChart1"/>
    <dgm:cxn modelId="{C58F06BF-C7DA-4D69-AAAC-FEC582B4CF44}" type="presParOf" srcId="{8B056BE7-9954-4602-8BCF-35A9278B7C18}" destId="{91E08EDF-18BB-4F4C-A6CA-E9878E099671}" srcOrd="0" destOrd="0" presId="urn:microsoft.com/office/officeart/2005/8/layout/orgChart1"/>
    <dgm:cxn modelId="{F08416E4-8754-4D15-AF7B-897516440FF2}" type="presParOf" srcId="{8B056BE7-9954-4602-8BCF-35A9278B7C18}" destId="{B636EEA4-76C2-41E5-99FB-5C8F608B0226}" srcOrd="1" destOrd="0" presId="urn:microsoft.com/office/officeart/2005/8/layout/orgChart1"/>
    <dgm:cxn modelId="{D99D239F-E6DF-4996-B497-3BFD70656EB5}" type="presParOf" srcId="{3B33800A-E0A8-4913-A6A1-EB3EAF658AC6}" destId="{1A81D720-FC8E-452C-804B-C3386D6AF657}" srcOrd="1" destOrd="0" presId="urn:microsoft.com/office/officeart/2005/8/layout/orgChart1"/>
    <dgm:cxn modelId="{0A9FC0B9-CBB1-4262-9C74-0F52212B8011}" type="presParOf" srcId="{3B33800A-E0A8-4913-A6A1-EB3EAF658AC6}" destId="{CA89DF1B-127D-4FC9-BC57-B37F70C76D2E}" srcOrd="2" destOrd="0" presId="urn:microsoft.com/office/officeart/2005/8/layout/orgChart1"/>
    <dgm:cxn modelId="{F1D8A251-C958-49CC-9F06-4F8F4A88DF23}" type="presParOf" srcId="{6B65A61B-22C0-4CB7-845E-F8ECC936BF2C}" destId="{5804E76D-0C51-4F8A-91B1-036257C65DC2}" srcOrd="2" destOrd="0" presId="urn:microsoft.com/office/officeart/2005/8/layout/orgChart1"/>
    <dgm:cxn modelId="{35A99BAA-1057-4EAA-86FE-9B52C6AF1C4D}" type="presParOf" srcId="{5804E76D-0C51-4F8A-91B1-036257C65DC2}" destId="{5556880F-3F88-416B-8FCA-71244B74F3D3}" srcOrd="0" destOrd="0" presId="urn:microsoft.com/office/officeart/2005/8/layout/orgChart1"/>
    <dgm:cxn modelId="{B03DC0A0-BFE4-4492-8CB6-1A2384D18168}" type="presParOf" srcId="{5804E76D-0C51-4F8A-91B1-036257C65DC2}" destId="{D35F20FD-BB29-4F66-B97F-CBA74F393E93}" srcOrd="1" destOrd="0" presId="urn:microsoft.com/office/officeart/2005/8/layout/orgChart1"/>
    <dgm:cxn modelId="{1295826D-F1F1-4BA2-801B-4B870FBF5CE9}" type="presParOf" srcId="{D35F20FD-BB29-4F66-B97F-CBA74F393E93}" destId="{7C430DB2-4CF8-4495-B28F-CD3B97802989}" srcOrd="0" destOrd="0" presId="urn:microsoft.com/office/officeart/2005/8/layout/orgChart1"/>
    <dgm:cxn modelId="{9C06F7F5-5B35-4BA8-A3A9-84CA05294FD4}" type="presParOf" srcId="{7C430DB2-4CF8-4495-B28F-CD3B97802989}" destId="{4AB33A37-8968-451F-BDAF-6191A394821C}" srcOrd="0" destOrd="0" presId="urn:microsoft.com/office/officeart/2005/8/layout/orgChart1"/>
    <dgm:cxn modelId="{97243748-C503-4262-B842-2C35BBD4E943}" type="presParOf" srcId="{7C430DB2-4CF8-4495-B28F-CD3B97802989}" destId="{B91E63A5-0A30-4048-A83E-1C7852006C79}" srcOrd="1" destOrd="0" presId="urn:microsoft.com/office/officeart/2005/8/layout/orgChart1"/>
    <dgm:cxn modelId="{6F1E9DA8-6733-4042-BAB7-9BE63BD2A7E8}" type="presParOf" srcId="{D35F20FD-BB29-4F66-B97F-CBA74F393E93}" destId="{C7F059E7-D6E3-4FA9-A516-866CCF92243D}" srcOrd="1" destOrd="0" presId="urn:microsoft.com/office/officeart/2005/8/layout/orgChart1"/>
    <dgm:cxn modelId="{C04CC9F0-1234-46FD-9D14-17A30634255A}" type="presParOf" srcId="{D35F20FD-BB29-4F66-B97F-CBA74F393E93}" destId="{2FFC3E57-F9D1-47D4-9494-A8B155DE7FF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0AD22D8-3616-4E38-96E3-5477574F3B96}" type="doc">
      <dgm:prSet loTypeId="urn:microsoft.com/office/officeart/2005/8/layout/cycle2" loCatId="cycle" qsTypeId="urn:microsoft.com/office/officeart/2005/8/quickstyle/3d9" qsCatId="3D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95D7F460-46F6-48BD-8EE6-B2E8A12901B3}">
      <dgm:prSet phldrT="[Text]"/>
      <dgm:spPr/>
      <dgm:t>
        <a:bodyPr/>
        <a:lstStyle/>
        <a:p>
          <a:pPr>
            <a:buNone/>
          </a:pPr>
          <a:r>
            <a:rPr lang="id-ID" b="1" i="0" dirty="0"/>
            <a:t>Prospek</a:t>
          </a:r>
          <a:endParaRPr lang="id-ID" dirty="0"/>
        </a:p>
      </dgm:t>
    </dgm:pt>
    <dgm:pt modelId="{0ABA4E42-D692-42C0-99C6-7DFB98BEA66B}" type="parTrans" cxnId="{2056F60D-8A24-47E5-BA0B-321520C5632B}">
      <dgm:prSet/>
      <dgm:spPr/>
      <dgm:t>
        <a:bodyPr/>
        <a:lstStyle/>
        <a:p>
          <a:endParaRPr lang="id-ID"/>
        </a:p>
      </dgm:t>
    </dgm:pt>
    <dgm:pt modelId="{4236E39F-D901-4259-9412-DCB5548348C0}" type="sibTrans" cxnId="{2056F60D-8A24-47E5-BA0B-321520C5632B}">
      <dgm:prSet/>
      <dgm:spPr/>
      <dgm:t>
        <a:bodyPr/>
        <a:lstStyle/>
        <a:p>
          <a:endParaRPr lang="id-ID"/>
        </a:p>
      </dgm:t>
    </dgm:pt>
    <dgm:pt modelId="{FA796511-CCB5-40B2-8114-458028458783}">
      <dgm:prSet phldrT="[Text]"/>
      <dgm:spPr/>
      <dgm:t>
        <a:bodyPr/>
        <a:lstStyle/>
        <a:p>
          <a:pPr>
            <a:buNone/>
          </a:pPr>
          <a:r>
            <a:rPr lang="id-ID" b="1" i="0" dirty="0"/>
            <a:t>Penawaran</a:t>
          </a:r>
          <a:endParaRPr lang="id-ID" dirty="0"/>
        </a:p>
      </dgm:t>
    </dgm:pt>
    <dgm:pt modelId="{EEC1F73A-FB57-4E58-B28F-619EBC8AD7AF}" type="parTrans" cxnId="{6CD5AC8B-F40C-4B1A-BBE8-E56137B722D8}">
      <dgm:prSet/>
      <dgm:spPr/>
      <dgm:t>
        <a:bodyPr/>
        <a:lstStyle/>
        <a:p>
          <a:endParaRPr lang="id-ID"/>
        </a:p>
      </dgm:t>
    </dgm:pt>
    <dgm:pt modelId="{C750B9B4-BF58-4135-91E3-890565796D34}" type="sibTrans" cxnId="{6CD5AC8B-F40C-4B1A-BBE8-E56137B722D8}">
      <dgm:prSet/>
      <dgm:spPr/>
      <dgm:t>
        <a:bodyPr/>
        <a:lstStyle/>
        <a:p>
          <a:endParaRPr lang="id-ID"/>
        </a:p>
      </dgm:t>
    </dgm:pt>
    <dgm:pt modelId="{B076759B-D3B0-47D9-81EB-3288F05188CF}">
      <dgm:prSet phldrT="[Text]"/>
      <dgm:spPr/>
      <dgm:t>
        <a:bodyPr/>
        <a:lstStyle/>
        <a:p>
          <a:pPr>
            <a:buNone/>
          </a:pPr>
          <a:r>
            <a:rPr lang="id-ID" b="1" i="0" dirty="0"/>
            <a:t>Negosiasi</a:t>
          </a:r>
          <a:endParaRPr lang="id-ID" dirty="0"/>
        </a:p>
      </dgm:t>
    </dgm:pt>
    <dgm:pt modelId="{0507D515-D2EC-4A1A-8033-D31532D14EAE}" type="parTrans" cxnId="{941361E5-1CE2-49F9-80EE-321B9AA0CB0C}">
      <dgm:prSet/>
      <dgm:spPr/>
      <dgm:t>
        <a:bodyPr/>
        <a:lstStyle/>
        <a:p>
          <a:endParaRPr lang="id-ID"/>
        </a:p>
      </dgm:t>
    </dgm:pt>
    <dgm:pt modelId="{794F6A75-4831-48CB-8F3E-C8E7DEFB3A13}" type="sibTrans" cxnId="{941361E5-1CE2-49F9-80EE-321B9AA0CB0C}">
      <dgm:prSet/>
      <dgm:spPr/>
      <dgm:t>
        <a:bodyPr/>
        <a:lstStyle/>
        <a:p>
          <a:endParaRPr lang="id-ID"/>
        </a:p>
      </dgm:t>
    </dgm:pt>
    <dgm:pt modelId="{D4A326C8-B7F2-48C0-8A52-4D4FEA626BC5}">
      <dgm:prSet phldrT="[Text]"/>
      <dgm:spPr/>
      <dgm:t>
        <a:bodyPr/>
        <a:lstStyle/>
        <a:p>
          <a:pPr>
            <a:buNone/>
          </a:pPr>
          <a:r>
            <a:rPr lang="id-ID" b="1" i="0" dirty="0"/>
            <a:t>Deal</a:t>
          </a:r>
          <a:endParaRPr lang="id-ID" dirty="0"/>
        </a:p>
      </dgm:t>
    </dgm:pt>
    <dgm:pt modelId="{89E94D69-1A1B-4097-8305-02C88CA7D05D}" type="parTrans" cxnId="{21529DC6-DDC7-4128-A551-C566ABC1781E}">
      <dgm:prSet/>
      <dgm:spPr/>
      <dgm:t>
        <a:bodyPr/>
        <a:lstStyle/>
        <a:p>
          <a:endParaRPr lang="id-ID"/>
        </a:p>
      </dgm:t>
    </dgm:pt>
    <dgm:pt modelId="{5611B919-0FF5-484E-85EA-C03760D6F5AD}" type="sibTrans" cxnId="{21529DC6-DDC7-4128-A551-C566ABC1781E}">
      <dgm:prSet/>
      <dgm:spPr/>
      <dgm:t>
        <a:bodyPr/>
        <a:lstStyle/>
        <a:p>
          <a:endParaRPr lang="id-ID"/>
        </a:p>
      </dgm:t>
    </dgm:pt>
    <dgm:pt modelId="{69A3F112-B972-4EEE-A108-22F1E87E64A2}" type="pres">
      <dgm:prSet presAssocID="{50AD22D8-3616-4E38-96E3-5477574F3B96}" presName="cycle" presStyleCnt="0">
        <dgm:presLayoutVars>
          <dgm:dir/>
          <dgm:resizeHandles val="exact"/>
        </dgm:presLayoutVars>
      </dgm:prSet>
      <dgm:spPr/>
    </dgm:pt>
    <dgm:pt modelId="{EAAAD7C4-03E2-4C9D-95A7-7B871B5E81F5}" type="pres">
      <dgm:prSet presAssocID="{95D7F460-46F6-48BD-8EE6-B2E8A12901B3}" presName="node" presStyleLbl="node1" presStyleIdx="0" presStyleCnt="4">
        <dgm:presLayoutVars>
          <dgm:bulletEnabled val="1"/>
        </dgm:presLayoutVars>
      </dgm:prSet>
      <dgm:spPr/>
    </dgm:pt>
    <dgm:pt modelId="{CDF85A18-49E0-4103-9489-60B2351C1683}" type="pres">
      <dgm:prSet presAssocID="{4236E39F-D901-4259-9412-DCB5548348C0}" presName="sibTrans" presStyleLbl="sibTrans2D1" presStyleIdx="0" presStyleCnt="4"/>
      <dgm:spPr/>
    </dgm:pt>
    <dgm:pt modelId="{2D9E3984-BA4F-4510-9BED-7B67F9CBA361}" type="pres">
      <dgm:prSet presAssocID="{4236E39F-D901-4259-9412-DCB5548348C0}" presName="connectorText" presStyleLbl="sibTrans2D1" presStyleIdx="0" presStyleCnt="4"/>
      <dgm:spPr/>
    </dgm:pt>
    <dgm:pt modelId="{67308124-F5EE-46B2-BCA4-3527CFE2A501}" type="pres">
      <dgm:prSet presAssocID="{FA796511-CCB5-40B2-8114-458028458783}" presName="node" presStyleLbl="node1" presStyleIdx="1" presStyleCnt="4">
        <dgm:presLayoutVars>
          <dgm:bulletEnabled val="1"/>
        </dgm:presLayoutVars>
      </dgm:prSet>
      <dgm:spPr/>
    </dgm:pt>
    <dgm:pt modelId="{67CC3EA2-82BF-487B-89AE-936C86DE084E}" type="pres">
      <dgm:prSet presAssocID="{C750B9B4-BF58-4135-91E3-890565796D34}" presName="sibTrans" presStyleLbl="sibTrans2D1" presStyleIdx="1" presStyleCnt="4"/>
      <dgm:spPr/>
    </dgm:pt>
    <dgm:pt modelId="{62DC38B3-AC76-408E-AA3F-20DCC44C7997}" type="pres">
      <dgm:prSet presAssocID="{C750B9B4-BF58-4135-91E3-890565796D34}" presName="connectorText" presStyleLbl="sibTrans2D1" presStyleIdx="1" presStyleCnt="4"/>
      <dgm:spPr/>
    </dgm:pt>
    <dgm:pt modelId="{9131C37D-B921-4D6E-8F9A-EC44BE7C792E}" type="pres">
      <dgm:prSet presAssocID="{B076759B-D3B0-47D9-81EB-3288F05188CF}" presName="node" presStyleLbl="node1" presStyleIdx="2" presStyleCnt="4">
        <dgm:presLayoutVars>
          <dgm:bulletEnabled val="1"/>
        </dgm:presLayoutVars>
      </dgm:prSet>
      <dgm:spPr/>
    </dgm:pt>
    <dgm:pt modelId="{C65104E5-0018-4EEB-A9D8-81C06F8E0AFD}" type="pres">
      <dgm:prSet presAssocID="{794F6A75-4831-48CB-8F3E-C8E7DEFB3A13}" presName="sibTrans" presStyleLbl="sibTrans2D1" presStyleIdx="2" presStyleCnt="4"/>
      <dgm:spPr/>
    </dgm:pt>
    <dgm:pt modelId="{3CEEEE76-0F59-445D-B76D-18CEE8B9F6D1}" type="pres">
      <dgm:prSet presAssocID="{794F6A75-4831-48CB-8F3E-C8E7DEFB3A13}" presName="connectorText" presStyleLbl="sibTrans2D1" presStyleIdx="2" presStyleCnt="4"/>
      <dgm:spPr/>
    </dgm:pt>
    <dgm:pt modelId="{3868C6B5-6E70-4AB9-91DF-B475DC572BC9}" type="pres">
      <dgm:prSet presAssocID="{D4A326C8-B7F2-48C0-8A52-4D4FEA626BC5}" presName="node" presStyleLbl="node1" presStyleIdx="3" presStyleCnt="4">
        <dgm:presLayoutVars>
          <dgm:bulletEnabled val="1"/>
        </dgm:presLayoutVars>
      </dgm:prSet>
      <dgm:spPr/>
    </dgm:pt>
    <dgm:pt modelId="{2ABB50DD-D854-43FE-883D-0B801DB34FD6}" type="pres">
      <dgm:prSet presAssocID="{5611B919-0FF5-484E-85EA-C03760D6F5AD}" presName="sibTrans" presStyleLbl="sibTrans2D1" presStyleIdx="3" presStyleCnt="4"/>
      <dgm:spPr/>
    </dgm:pt>
    <dgm:pt modelId="{C3ACCE8C-76FA-4A09-B135-32F778FF51F7}" type="pres">
      <dgm:prSet presAssocID="{5611B919-0FF5-484E-85EA-C03760D6F5AD}" presName="connectorText" presStyleLbl="sibTrans2D1" presStyleIdx="3" presStyleCnt="4"/>
      <dgm:spPr/>
    </dgm:pt>
  </dgm:ptLst>
  <dgm:cxnLst>
    <dgm:cxn modelId="{850EB203-991B-4F85-924B-C7D32C071BC2}" type="presOf" srcId="{794F6A75-4831-48CB-8F3E-C8E7DEFB3A13}" destId="{3CEEEE76-0F59-445D-B76D-18CEE8B9F6D1}" srcOrd="1" destOrd="0" presId="urn:microsoft.com/office/officeart/2005/8/layout/cycle2"/>
    <dgm:cxn modelId="{2056F60D-8A24-47E5-BA0B-321520C5632B}" srcId="{50AD22D8-3616-4E38-96E3-5477574F3B96}" destId="{95D7F460-46F6-48BD-8EE6-B2E8A12901B3}" srcOrd="0" destOrd="0" parTransId="{0ABA4E42-D692-42C0-99C6-7DFB98BEA66B}" sibTransId="{4236E39F-D901-4259-9412-DCB5548348C0}"/>
    <dgm:cxn modelId="{353B101E-E8F8-4234-A04C-FDF91C2172C9}" type="presOf" srcId="{5611B919-0FF5-484E-85EA-C03760D6F5AD}" destId="{2ABB50DD-D854-43FE-883D-0B801DB34FD6}" srcOrd="0" destOrd="0" presId="urn:microsoft.com/office/officeart/2005/8/layout/cycle2"/>
    <dgm:cxn modelId="{F6978D2B-FDAD-4AD4-BA7E-87C7474C384B}" type="presOf" srcId="{D4A326C8-B7F2-48C0-8A52-4D4FEA626BC5}" destId="{3868C6B5-6E70-4AB9-91DF-B475DC572BC9}" srcOrd="0" destOrd="0" presId="urn:microsoft.com/office/officeart/2005/8/layout/cycle2"/>
    <dgm:cxn modelId="{0B382031-05E7-42D3-8E14-2DFA5B82D9AD}" type="presOf" srcId="{50AD22D8-3616-4E38-96E3-5477574F3B96}" destId="{69A3F112-B972-4EEE-A108-22F1E87E64A2}" srcOrd="0" destOrd="0" presId="urn:microsoft.com/office/officeart/2005/8/layout/cycle2"/>
    <dgm:cxn modelId="{0ED69834-BEF9-478E-8248-02BADE5BA7E8}" type="presOf" srcId="{95D7F460-46F6-48BD-8EE6-B2E8A12901B3}" destId="{EAAAD7C4-03E2-4C9D-95A7-7B871B5E81F5}" srcOrd="0" destOrd="0" presId="urn:microsoft.com/office/officeart/2005/8/layout/cycle2"/>
    <dgm:cxn modelId="{65F2C741-5E68-40BB-89A4-BDE61178ACBD}" type="presOf" srcId="{FA796511-CCB5-40B2-8114-458028458783}" destId="{67308124-F5EE-46B2-BCA4-3527CFE2A501}" srcOrd="0" destOrd="0" presId="urn:microsoft.com/office/officeart/2005/8/layout/cycle2"/>
    <dgm:cxn modelId="{83556463-053A-4ADA-B695-9822695A5523}" type="presOf" srcId="{5611B919-0FF5-484E-85EA-C03760D6F5AD}" destId="{C3ACCE8C-76FA-4A09-B135-32F778FF51F7}" srcOrd="1" destOrd="0" presId="urn:microsoft.com/office/officeart/2005/8/layout/cycle2"/>
    <dgm:cxn modelId="{0742C846-4449-4229-BBF0-3644F7FE7D44}" type="presOf" srcId="{4236E39F-D901-4259-9412-DCB5548348C0}" destId="{CDF85A18-49E0-4103-9489-60B2351C1683}" srcOrd="0" destOrd="0" presId="urn:microsoft.com/office/officeart/2005/8/layout/cycle2"/>
    <dgm:cxn modelId="{FAB1FA49-D420-4868-BFDA-96678CDDD132}" type="presOf" srcId="{C750B9B4-BF58-4135-91E3-890565796D34}" destId="{62DC38B3-AC76-408E-AA3F-20DCC44C7997}" srcOrd="1" destOrd="0" presId="urn:microsoft.com/office/officeart/2005/8/layout/cycle2"/>
    <dgm:cxn modelId="{B9112854-2FC9-4425-9E4B-53A43C3DBAEA}" type="presOf" srcId="{B076759B-D3B0-47D9-81EB-3288F05188CF}" destId="{9131C37D-B921-4D6E-8F9A-EC44BE7C792E}" srcOrd="0" destOrd="0" presId="urn:microsoft.com/office/officeart/2005/8/layout/cycle2"/>
    <dgm:cxn modelId="{2E4B8157-9F67-4A77-A291-9517DC2BA9D6}" type="presOf" srcId="{4236E39F-D901-4259-9412-DCB5548348C0}" destId="{2D9E3984-BA4F-4510-9BED-7B67F9CBA361}" srcOrd="1" destOrd="0" presId="urn:microsoft.com/office/officeart/2005/8/layout/cycle2"/>
    <dgm:cxn modelId="{6CD5AC8B-F40C-4B1A-BBE8-E56137B722D8}" srcId="{50AD22D8-3616-4E38-96E3-5477574F3B96}" destId="{FA796511-CCB5-40B2-8114-458028458783}" srcOrd="1" destOrd="0" parTransId="{EEC1F73A-FB57-4E58-B28F-619EBC8AD7AF}" sibTransId="{C750B9B4-BF58-4135-91E3-890565796D34}"/>
    <dgm:cxn modelId="{8F0B9FB4-BD97-457D-86BB-91F5B89B2C54}" type="presOf" srcId="{C750B9B4-BF58-4135-91E3-890565796D34}" destId="{67CC3EA2-82BF-487B-89AE-936C86DE084E}" srcOrd="0" destOrd="0" presId="urn:microsoft.com/office/officeart/2005/8/layout/cycle2"/>
    <dgm:cxn modelId="{21529DC6-DDC7-4128-A551-C566ABC1781E}" srcId="{50AD22D8-3616-4E38-96E3-5477574F3B96}" destId="{D4A326C8-B7F2-48C0-8A52-4D4FEA626BC5}" srcOrd="3" destOrd="0" parTransId="{89E94D69-1A1B-4097-8305-02C88CA7D05D}" sibTransId="{5611B919-0FF5-484E-85EA-C03760D6F5AD}"/>
    <dgm:cxn modelId="{FBFD90CA-AF6E-4F65-A9F1-1DB3D1D69173}" type="presOf" srcId="{794F6A75-4831-48CB-8F3E-C8E7DEFB3A13}" destId="{C65104E5-0018-4EEB-A9D8-81C06F8E0AFD}" srcOrd="0" destOrd="0" presId="urn:microsoft.com/office/officeart/2005/8/layout/cycle2"/>
    <dgm:cxn modelId="{941361E5-1CE2-49F9-80EE-321B9AA0CB0C}" srcId="{50AD22D8-3616-4E38-96E3-5477574F3B96}" destId="{B076759B-D3B0-47D9-81EB-3288F05188CF}" srcOrd="2" destOrd="0" parTransId="{0507D515-D2EC-4A1A-8033-D31532D14EAE}" sibTransId="{794F6A75-4831-48CB-8F3E-C8E7DEFB3A13}"/>
    <dgm:cxn modelId="{77AE1C0D-3E22-46CA-96C8-A97081F79468}" type="presParOf" srcId="{69A3F112-B972-4EEE-A108-22F1E87E64A2}" destId="{EAAAD7C4-03E2-4C9D-95A7-7B871B5E81F5}" srcOrd="0" destOrd="0" presId="urn:microsoft.com/office/officeart/2005/8/layout/cycle2"/>
    <dgm:cxn modelId="{2BC31ADD-4CEA-4D33-B923-8197F317A80D}" type="presParOf" srcId="{69A3F112-B972-4EEE-A108-22F1E87E64A2}" destId="{CDF85A18-49E0-4103-9489-60B2351C1683}" srcOrd="1" destOrd="0" presId="urn:microsoft.com/office/officeart/2005/8/layout/cycle2"/>
    <dgm:cxn modelId="{10463D73-9B2B-4821-A4F8-34790A4800F9}" type="presParOf" srcId="{CDF85A18-49E0-4103-9489-60B2351C1683}" destId="{2D9E3984-BA4F-4510-9BED-7B67F9CBA361}" srcOrd="0" destOrd="0" presId="urn:microsoft.com/office/officeart/2005/8/layout/cycle2"/>
    <dgm:cxn modelId="{F0B1B2A6-BE12-4D80-938F-C1B0515B7413}" type="presParOf" srcId="{69A3F112-B972-4EEE-A108-22F1E87E64A2}" destId="{67308124-F5EE-46B2-BCA4-3527CFE2A501}" srcOrd="2" destOrd="0" presId="urn:microsoft.com/office/officeart/2005/8/layout/cycle2"/>
    <dgm:cxn modelId="{42A746ED-374B-47E3-8DD9-692FB7E1A172}" type="presParOf" srcId="{69A3F112-B972-4EEE-A108-22F1E87E64A2}" destId="{67CC3EA2-82BF-487B-89AE-936C86DE084E}" srcOrd="3" destOrd="0" presId="urn:microsoft.com/office/officeart/2005/8/layout/cycle2"/>
    <dgm:cxn modelId="{17B273F5-8ED9-42F5-9FD7-9C72470F9464}" type="presParOf" srcId="{67CC3EA2-82BF-487B-89AE-936C86DE084E}" destId="{62DC38B3-AC76-408E-AA3F-20DCC44C7997}" srcOrd="0" destOrd="0" presId="urn:microsoft.com/office/officeart/2005/8/layout/cycle2"/>
    <dgm:cxn modelId="{A91E9345-22B6-4C45-BADD-4FE4B265A5C8}" type="presParOf" srcId="{69A3F112-B972-4EEE-A108-22F1E87E64A2}" destId="{9131C37D-B921-4D6E-8F9A-EC44BE7C792E}" srcOrd="4" destOrd="0" presId="urn:microsoft.com/office/officeart/2005/8/layout/cycle2"/>
    <dgm:cxn modelId="{4D4E9EDC-365B-4C26-924E-8B13D5F5E1D7}" type="presParOf" srcId="{69A3F112-B972-4EEE-A108-22F1E87E64A2}" destId="{C65104E5-0018-4EEB-A9D8-81C06F8E0AFD}" srcOrd="5" destOrd="0" presId="urn:microsoft.com/office/officeart/2005/8/layout/cycle2"/>
    <dgm:cxn modelId="{64FE6880-3841-4E8B-AF44-3030B23F1994}" type="presParOf" srcId="{C65104E5-0018-4EEB-A9D8-81C06F8E0AFD}" destId="{3CEEEE76-0F59-445D-B76D-18CEE8B9F6D1}" srcOrd="0" destOrd="0" presId="urn:microsoft.com/office/officeart/2005/8/layout/cycle2"/>
    <dgm:cxn modelId="{E6AFE3D6-8B73-4530-8311-38180CAFEC99}" type="presParOf" srcId="{69A3F112-B972-4EEE-A108-22F1E87E64A2}" destId="{3868C6B5-6E70-4AB9-91DF-B475DC572BC9}" srcOrd="6" destOrd="0" presId="urn:microsoft.com/office/officeart/2005/8/layout/cycle2"/>
    <dgm:cxn modelId="{0E4928E8-22B6-471F-81AC-E9584825B8EF}" type="presParOf" srcId="{69A3F112-B972-4EEE-A108-22F1E87E64A2}" destId="{2ABB50DD-D854-43FE-883D-0B801DB34FD6}" srcOrd="7" destOrd="0" presId="urn:microsoft.com/office/officeart/2005/8/layout/cycle2"/>
    <dgm:cxn modelId="{7A044691-89D5-49D2-A40D-FDC196C94E10}" type="presParOf" srcId="{2ABB50DD-D854-43FE-883D-0B801DB34FD6}" destId="{C3ACCE8C-76FA-4A09-B135-32F778FF51F7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56880F-3F88-416B-8FCA-71244B74F3D3}">
      <dsp:nvSpPr>
        <dsp:cNvPr id="0" name=""/>
        <dsp:cNvSpPr/>
      </dsp:nvSpPr>
      <dsp:spPr>
        <a:xfrm>
          <a:off x="3821000" y="1159254"/>
          <a:ext cx="242999" cy="1064567"/>
        </a:xfrm>
        <a:custGeom>
          <a:avLst/>
          <a:gdLst/>
          <a:ahLst/>
          <a:cxnLst/>
          <a:rect l="0" t="0" r="0" b="0"/>
          <a:pathLst>
            <a:path>
              <a:moveTo>
                <a:pt x="242999" y="0"/>
              </a:moveTo>
              <a:lnTo>
                <a:pt x="242999" y="1064567"/>
              </a:lnTo>
              <a:lnTo>
                <a:pt x="0" y="1064567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F1C600-4FF4-4426-8463-065F19B92D09}">
      <dsp:nvSpPr>
        <dsp:cNvPr id="0" name=""/>
        <dsp:cNvSpPr/>
      </dsp:nvSpPr>
      <dsp:spPr>
        <a:xfrm>
          <a:off x="4064000" y="1159254"/>
          <a:ext cx="2800275" cy="21291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6136"/>
              </a:lnTo>
              <a:lnTo>
                <a:pt x="2800275" y="1886136"/>
              </a:lnTo>
              <a:lnTo>
                <a:pt x="2800275" y="2129135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B445D1-403E-401C-849E-DA7E490462F7}">
      <dsp:nvSpPr>
        <dsp:cNvPr id="0" name=""/>
        <dsp:cNvSpPr/>
      </dsp:nvSpPr>
      <dsp:spPr>
        <a:xfrm>
          <a:off x="4018280" y="1159254"/>
          <a:ext cx="91440" cy="212913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29135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E350251-E89F-4B92-BEF0-97957B57F1A6}">
      <dsp:nvSpPr>
        <dsp:cNvPr id="0" name=""/>
        <dsp:cNvSpPr/>
      </dsp:nvSpPr>
      <dsp:spPr>
        <a:xfrm>
          <a:off x="1263724" y="1159254"/>
          <a:ext cx="2800275" cy="2129135"/>
        </a:xfrm>
        <a:custGeom>
          <a:avLst/>
          <a:gdLst/>
          <a:ahLst/>
          <a:cxnLst/>
          <a:rect l="0" t="0" r="0" b="0"/>
          <a:pathLst>
            <a:path>
              <a:moveTo>
                <a:pt x="2800275" y="0"/>
              </a:moveTo>
              <a:lnTo>
                <a:pt x="2800275" y="1886136"/>
              </a:lnTo>
              <a:lnTo>
                <a:pt x="0" y="1886136"/>
              </a:lnTo>
              <a:lnTo>
                <a:pt x="0" y="2129135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B1F0272-BF1A-4779-88BA-492E13DACC51}">
      <dsp:nvSpPr>
        <dsp:cNvPr id="0" name=""/>
        <dsp:cNvSpPr/>
      </dsp:nvSpPr>
      <dsp:spPr>
        <a:xfrm>
          <a:off x="2906861" y="2116"/>
          <a:ext cx="2314277" cy="1157138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600" b="1" i="0" kern="1200" dirty="0"/>
            <a:t>Direktur</a:t>
          </a:r>
          <a:endParaRPr lang="id-ID" sz="3600" kern="1200" dirty="0"/>
        </a:p>
      </dsp:txBody>
      <dsp:txXfrm>
        <a:off x="2906861" y="2116"/>
        <a:ext cx="2314277" cy="1157138"/>
      </dsp:txXfrm>
    </dsp:sp>
    <dsp:sp modelId="{E02CE35F-D62C-4755-B29E-7616747C1F83}">
      <dsp:nvSpPr>
        <dsp:cNvPr id="0" name=""/>
        <dsp:cNvSpPr/>
      </dsp:nvSpPr>
      <dsp:spPr>
        <a:xfrm>
          <a:off x="106585" y="3288390"/>
          <a:ext cx="2314277" cy="115713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600" b="1" i="0" kern="1200" dirty="0"/>
            <a:t>Staff</a:t>
          </a:r>
          <a:r>
            <a:rPr lang="id-ID" sz="3600" b="0" i="0" kern="1200" dirty="0"/>
            <a:t> </a:t>
          </a:r>
          <a:endParaRPr lang="id-ID" sz="3600" kern="1200" dirty="0"/>
        </a:p>
      </dsp:txBody>
      <dsp:txXfrm>
        <a:off x="106585" y="3288390"/>
        <a:ext cx="2314277" cy="1157138"/>
      </dsp:txXfrm>
    </dsp:sp>
    <dsp:sp modelId="{44C7A7C0-95D0-4BFF-A1FB-EA3FAC629288}">
      <dsp:nvSpPr>
        <dsp:cNvPr id="0" name=""/>
        <dsp:cNvSpPr/>
      </dsp:nvSpPr>
      <dsp:spPr>
        <a:xfrm>
          <a:off x="2906861" y="3288390"/>
          <a:ext cx="2314277" cy="115713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600" b="1" i="0" kern="1200" dirty="0"/>
            <a:t>Staff</a:t>
          </a:r>
          <a:r>
            <a:rPr lang="id-ID" sz="3600" b="0" i="0" kern="1200" dirty="0"/>
            <a:t> </a:t>
          </a:r>
          <a:endParaRPr lang="id-ID" sz="3600" kern="1200" dirty="0"/>
        </a:p>
      </dsp:txBody>
      <dsp:txXfrm>
        <a:off x="2906861" y="3288390"/>
        <a:ext cx="2314277" cy="1157138"/>
      </dsp:txXfrm>
    </dsp:sp>
    <dsp:sp modelId="{91E08EDF-18BB-4F4C-A6CA-E9878E099671}">
      <dsp:nvSpPr>
        <dsp:cNvPr id="0" name=""/>
        <dsp:cNvSpPr/>
      </dsp:nvSpPr>
      <dsp:spPr>
        <a:xfrm>
          <a:off x="5707136" y="3288390"/>
          <a:ext cx="2314277" cy="115713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600" b="1" i="0" kern="1200" dirty="0"/>
            <a:t>Staff</a:t>
          </a:r>
          <a:r>
            <a:rPr lang="id-ID" sz="3600" b="0" i="0" kern="1200" dirty="0"/>
            <a:t> </a:t>
          </a:r>
          <a:endParaRPr lang="id-ID" sz="3600" kern="1200" dirty="0"/>
        </a:p>
      </dsp:txBody>
      <dsp:txXfrm>
        <a:off x="5707136" y="3288390"/>
        <a:ext cx="2314277" cy="1157138"/>
      </dsp:txXfrm>
    </dsp:sp>
    <dsp:sp modelId="{4AB33A37-8968-451F-BDAF-6191A394821C}">
      <dsp:nvSpPr>
        <dsp:cNvPr id="0" name=""/>
        <dsp:cNvSpPr/>
      </dsp:nvSpPr>
      <dsp:spPr>
        <a:xfrm>
          <a:off x="1506723" y="1645253"/>
          <a:ext cx="2314277" cy="115713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600" b="1" i="0" kern="1200" dirty="0"/>
            <a:t>Manager</a:t>
          </a:r>
          <a:endParaRPr lang="id-ID" sz="3600" kern="1200" dirty="0"/>
        </a:p>
      </dsp:txBody>
      <dsp:txXfrm>
        <a:off x="1506723" y="1645253"/>
        <a:ext cx="2314277" cy="11571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AAD7C4-03E2-4C9D-95A7-7B871B5E81F5}">
      <dsp:nvSpPr>
        <dsp:cNvPr id="0" name=""/>
        <dsp:cNvSpPr/>
      </dsp:nvSpPr>
      <dsp:spPr>
        <a:xfrm>
          <a:off x="2573067" y="1403"/>
          <a:ext cx="1573205" cy="157320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  <a:sp3d extrusionH="28000" prstMaterial="matte"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600" b="1" i="0" kern="1200" dirty="0"/>
            <a:t>Prospek</a:t>
          </a:r>
          <a:endParaRPr lang="id-ID" sz="1600" kern="1200" dirty="0"/>
        </a:p>
      </dsp:txBody>
      <dsp:txXfrm>
        <a:off x="2803458" y="231794"/>
        <a:ext cx="1112423" cy="1112423"/>
      </dsp:txXfrm>
    </dsp:sp>
    <dsp:sp modelId="{CDF85A18-49E0-4103-9489-60B2351C1683}">
      <dsp:nvSpPr>
        <dsp:cNvPr id="0" name=""/>
        <dsp:cNvSpPr/>
      </dsp:nvSpPr>
      <dsp:spPr>
        <a:xfrm rot="2700000">
          <a:off x="3977387" y="1349348"/>
          <a:ext cx="418207" cy="53095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227350" prstMaterial="matte"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1300" kern="1200"/>
        </a:p>
      </dsp:txBody>
      <dsp:txXfrm>
        <a:off x="3995760" y="1411181"/>
        <a:ext cx="292745" cy="318574"/>
      </dsp:txXfrm>
    </dsp:sp>
    <dsp:sp modelId="{67308124-F5EE-46B2-BCA4-3527CFE2A501}">
      <dsp:nvSpPr>
        <dsp:cNvPr id="0" name=""/>
        <dsp:cNvSpPr/>
      </dsp:nvSpPr>
      <dsp:spPr>
        <a:xfrm>
          <a:off x="4243448" y="1671784"/>
          <a:ext cx="1573205" cy="157320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  <a:sp3d extrusionH="28000" prstMaterial="matte"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600" b="1" i="0" kern="1200" dirty="0"/>
            <a:t>Penawaran</a:t>
          </a:r>
          <a:endParaRPr lang="id-ID" sz="1600" kern="1200" dirty="0"/>
        </a:p>
      </dsp:txBody>
      <dsp:txXfrm>
        <a:off x="4473839" y="1902175"/>
        <a:ext cx="1112423" cy="1112423"/>
      </dsp:txXfrm>
    </dsp:sp>
    <dsp:sp modelId="{67CC3EA2-82BF-487B-89AE-936C86DE084E}">
      <dsp:nvSpPr>
        <dsp:cNvPr id="0" name=""/>
        <dsp:cNvSpPr/>
      </dsp:nvSpPr>
      <dsp:spPr>
        <a:xfrm rot="8100000">
          <a:off x="3994126" y="3019729"/>
          <a:ext cx="418207" cy="53095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227350" prstMaterial="matte"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1300" kern="1200"/>
        </a:p>
      </dsp:txBody>
      <dsp:txXfrm rot="10800000">
        <a:off x="4101215" y="3081562"/>
        <a:ext cx="292745" cy="318574"/>
      </dsp:txXfrm>
    </dsp:sp>
    <dsp:sp modelId="{9131C37D-B921-4D6E-8F9A-EC44BE7C792E}">
      <dsp:nvSpPr>
        <dsp:cNvPr id="0" name=""/>
        <dsp:cNvSpPr/>
      </dsp:nvSpPr>
      <dsp:spPr>
        <a:xfrm>
          <a:off x="2573067" y="3342165"/>
          <a:ext cx="1573205" cy="157320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  <a:sp3d extrusionH="28000" prstMaterial="matte"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600" b="1" i="0" kern="1200" dirty="0"/>
            <a:t>Negosiasi</a:t>
          </a:r>
          <a:endParaRPr lang="id-ID" sz="1600" kern="1200" dirty="0"/>
        </a:p>
      </dsp:txBody>
      <dsp:txXfrm>
        <a:off x="2803458" y="3572556"/>
        <a:ext cx="1112423" cy="1112423"/>
      </dsp:txXfrm>
    </dsp:sp>
    <dsp:sp modelId="{C65104E5-0018-4EEB-A9D8-81C06F8E0AFD}">
      <dsp:nvSpPr>
        <dsp:cNvPr id="0" name=""/>
        <dsp:cNvSpPr/>
      </dsp:nvSpPr>
      <dsp:spPr>
        <a:xfrm rot="13500000">
          <a:off x="2323745" y="3036468"/>
          <a:ext cx="418207" cy="53095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227350" prstMaterial="matte"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1300" kern="1200"/>
        </a:p>
      </dsp:txBody>
      <dsp:txXfrm rot="10800000">
        <a:off x="2430834" y="3187017"/>
        <a:ext cx="292745" cy="318574"/>
      </dsp:txXfrm>
    </dsp:sp>
    <dsp:sp modelId="{3868C6B5-6E70-4AB9-91DF-B475DC572BC9}">
      <dsp:nvSpPr>
        <dsp:cNvPr id="0" name=""/>
        <dsp:cNvSpPr/>
      </dsp:nvSpPr>
      <dsp:spPr>
        <a:xfrm>
          <a:off x="902686" y="1671784"/>
          <a:ext cx="1573205" cy="157320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  <a:sp3d extrusionH="28000" prstMaterial="matte"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600" b="1" i="0" kern="1200" dirty="0"/>
            <a:t>Deal</a:t>
          </a:r>
          <a:endParaRPr lang="id-ID" sz="1600" kern="1200" dirty="0"/>
        </a:p>
      </dsp:txBody>
      <dsp:txXfrm>
        <a:off x="1133077" y="1902175"/>
        <a:ext cx="1112423" cy="1112423"/>
      </dsp:txXfrm>
    </dsp:sp>
    <dsp:sp modelId="{2ABB50DD-D854-43FE-883D-0B801DB34FD6}">
      <dsp:nvSpPr>
        <dsp:cNvPr id="0" name=""/>
        <dsp:cNvSpPr/>
      </dsp:nvSpPr>
      <dsp:spPr>
        <a:xfrm rot="18900000">
          <a:off x="2307007" y="1366087"/>
          <a:ext cx="418207" cy="53095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227350" prstMaterial="matte"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1300" kern="1200"/>
        </a:p>
      </dsp:txBody>
      <dsp:txXfrm>
        <a:off x="2325380" y="1516636"/>
        <a:ext cx="292745" cy="3185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2A6E0-A2D5-7D9C-E291-9D9860AC05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94CC10-53FA-FEE8-929E-B4F2B4E21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43699-D064-7900-83CB-A5105E150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AC413-98A4-23BD-467B-A2EF8448D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30BC4-B385-14FF-321A-668D565C4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46061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AD30B-97AD-DEA0-6F03-EB157680D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C4E2A-89EC-62C2-84DB-A30F8E407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9DCA5-856F-7DDF-4AA1-F2B6DB103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5B5EA-57FA-F5FD-BE01-2A6F8140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6A851-0EE3-1F44-CBC3-118E959CB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91129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133B-6BD6-367D-581F-24186DB7A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844EB-0E62-8862-E974-331BE905F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F7618-0BB1-CA6E-D86B-7BB939CE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B42D5-80E2-F06A-7045-A0E70564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AEAA2-8244-280A-8715-97E412AC4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1714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D3F5C-5EFC-FB44-9F13-7D6D0E55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58CA3-4948-F265-E7E1-19FE6F27C8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0D786F-CF6C-8573-949F-AA8AA4357B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335CA-0FD6-2EFB-E893-D3AD947D6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4B1A5F-58DF-69C1-6E8F-352AFE43C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70819-D5D5-E018-770C-0DB65ED9B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4689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035FE-3B8C-FF1D-4C5C-39773A573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40E4D7-A953-FB2C-7908-987D646B8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A507A5-3632-9873-1EFC-2F442E3966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BAFCA7-72F4-167F-CBA1-802352665B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89CCC1-4CC5-1045-A997-E9B8F71763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71A78D-3E0B-AFD3-B469-F6EF29832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64CDDD-B8B6-21CB-DF87-C49872F13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D4EE95-0099-E4A3-7CAE-A5ACC1CEB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5285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EDE6F-7F8E-FC01-B0C6-9A92F765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C205A0-2242-5297-AD6F-289007D65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2E56B6-27F7-5B31-1643-B235F9ECD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BB727-9DE3-0DDC-752D-99004956A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1587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9B6710-B187-9C42-A435-7F3D021B0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863EC1-9930-5F1A-CE0A-3B8E83442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BCD08-58DD-26E2-8FCD-DC8472FE0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5768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E3488-8570-9EF6-D656-9B74F97E7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6E81-5108-C082-D5A3-035D23F4C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A1155-971D-F22B-C68B-0D4406E5D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2901E8-7451-45D6-5F50-7FB0CF5B5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FAE82-A09B-FC2A-9649-C482E6FA5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A12642-C674-7825-7D3A-B4296CEBC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9747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8244B-41F5-6773-72E3-A3CA642AB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3B27D8-1D8A-4018-7B0B-969F866B3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6BCCD9-4E9F-587D-DF94-CB617EC784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AE26B-D1F8-1B3B-F901-194C5703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A8CBFA-C07E-0635-5F37-D5BF6CB5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A0B8E-B146-2A51-37FB-4C448B8B5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23596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F03B-353C-E5FB-B203-9E72882C9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72842-3044-02EB-414D-3F8A2FCB5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22656-F255-DC28-237D-6A6185771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1A0F3-4218-7D5A-D242-C124561BC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6292E-2157-7286-6E6E-746CBFAE5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9043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8D278-E949-7CA4-FBEA-226624241C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4D9622-A84E-6EB5-1E10-3FF4FB7D0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A4A10-9145-B8ED-B8A7-E236E8B3B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00432-43F1-88F9-EB92-328DCC3CF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B2601-CC07-4B67-8E66-E3B203E5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29880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1DCC66-F5F8-4793-2632-FD1A81EC3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F1E74C-8C0C-34CB-1083-B1A5B8556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09FD1-45A9-7EBE-6FB2-5FB45BFDBA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D79B96-C293-4C0B-9100-58C95BDC99F2}" type="datetimeFigureOut">
              <a:rPr lang="id-ID" smtClean="0"/>
              <a:t>03/07/2026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E050D-9060-1808-BF0A-FA8AE22CF7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38D89-EDA6-4A04-2C83-A4A05E4A7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ACF67-7EFB-49F1-BF4C-5E8F78770FF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38713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1F7C0D-C93B-D5FD-D421-DD1A01C18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STRUKTUR ORGANISASI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12DA03B-2597-E2A9-31D6-01A3F04CC5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40658"/>
              </p:ext>
            </p:extLst>
          </p:nvPr>
        </p:nvGraphicFramePr>
        <p:xfrm>
          <a:off x="2032000" y="1690688"/>
          <a:ext cx="8128000" cy="44476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171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1E89A-D70F-F24B-85E9-C1C1358D9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PROSES BISNIS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B0F5F1-9D8F-FF6C-92FB-120BB3FFA85E}"/>
              </a:ext>
            </a:extLst>
          </p:cNvPr>
          <p:cNvSpPr/>
          <p:nvPr/>
        </p:nvSpPr>
        <p:spPr>
          <a:xfrm>
            <a:off x="1617688" y="3449611"/>
            <a:ext cx="1693889" cy="659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PROSPEK</a:t>
            </a:r>
            <a:endParaRPr lang="id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AC516C9-9C1A-FD8C-1766-8B88CA494857}"/>
              </a:ext>
            </a:extLst>
          </p:cNvPr>
          <p:cNvSpPr/>
          <p:nvPr/>
        </p:nvSpPr>
        <p:spPr>
          <a:xfrm>
            <a:off x="4106055" y="3449611"/>
            <a:ext cx="1693889" cy="659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PENAWARAN</a:t>
            </a:r>
            <a:endParaRPr lang="id-ID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A7560E-C5C0-B06F-ADAD-54691F6A38D7}"/>
              </a:ext>
            </a:extLst>
          </p:cNvPr>
          <p:cNvSpPr/>
          <p:nvPr/>
        </p:nvSpPr>
        <p:spPr>
          <a:xfrm>
            <a:off x="6594422" y="3449611"/>
            <a:ext cx="1693889" cy="659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NEGOSIASI</a:t>
            </a:r>
            <a:endParaRPr lang="id-ID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80FC72-DE6C-4AC7-ED41-B2895CDB7D90}"/>
              </a:ext>
            </a:extLst>
          </p:cNvPr>
          <p:cNvSpPr/>
          <p:nvPr/>
        </p:nvSpPr>
        <p:spPr>
          <a:xfrm>
            <a:off x="9082789" y="3449611"/>
            <a:ext cx="1693889" cy="65956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b="1" dirty="0"/>
              <a:t>DEAL</a:t>
            </a:r>
            <a:endParaRPr lang="id-ID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8453025-3D46-8D2F-3031-AE8FD3D59DE8}"/>
              </a:ext>
            </a:extLst>
          </p:cNvPr>
          <p:cNvSpPr/>
          <p:nvPr/>
        </p:nvSpPr>
        <p:spPr>
          <a:xfrm>
            <a:off x="3447738" y="3541426"/>
            <a:ext cx="509665" cy="4759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59E5F7B-A496-2EBE-D605-EF3FDFE458CE}"/>
              </a:ext>
            </a:extLst>
          </p:cNvPr>
          <p:cNvSpPr/>
          <p:nvPr/>
        </p:nvSpPr>
        <p:spPr>
          <a:xfrm>
            <a:off x="5957343" y="3541426"/>
            <a:ext cx="509665" cy="4759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0E8914B-7219-FA0E-894B-0551F3391C8B}"/>
              </a:ext>
            </a:extLst>
          </p:cNvPr>
          <p:cNvSpPr/>
          <p:nvPr/>
        </p:nvSpPr>
        <p:spPr>
          <a:xfrm>
            <a:off x="8430717" y="3541426"/>
            <a:ext cx="509665" cy="4759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90883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A680-29BA-7F4D-C381-6EE0438EE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SIKLUS PENJUALAN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31D2B4A-91A2-1DCE-DDA7-2F29568585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169438"/>
              </p:ext>
            </p:extLst>
          </p:nvPr>
        </p:nvGraphicFramePr>
        <p:xfrm>
          <a:off x="2736329" y="970613"/>
          <a:ext cx="6719341" cy="49167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10775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STRUKTUR ORGANISASI</vt:lpstr>
      <vt:lpstr>PROSES BISNIS</vt:lpstr>
      <vt:lpstr>SIKLUS PENJUALAN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</cp:revision>
  <dcterms:created xsi:type="dcterms:W3CDTF">2026-07-03T05:47:54Z</dcterms:created>
  <dcterms:modified xsi:type="dcterms:W3CDTF">2026-07-03T05:51:10Z</dcterms:modified>
</cp:coreProperties>
</file>