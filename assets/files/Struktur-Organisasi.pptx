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9898F2-45CC-476A-AD4C-296C3A7036F3}" type="doc">
      <dgm:prSet loTypeId="urn:microsoft.com/office/officeart/2005/8/layout/orgChart1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id-ID"/>
        </a:p>
      </dgm:t>
    </dgm:pt>
    <dgm:pt modelId="{AF5EEB3C-EC9E-4DD7-BB05-DE9AAB3A7EC9}">
      <dgm:prSet phldrT="[Text]" custT="1"/>
      <dgm:spPr/>
      <dgm:t>
        <a:bodyPr/>
        <a:lstStyle/>
        <a:p>
          <a:pPr>
            <a:buNone/>
          </a:pPr>
          <a:r>
            <a:rPr lang="id-ID" sz="2400" b="1" i="0" dirty="0"/>
            <a:t>Direktur</a:t>
          </a:r>
          <a:endParaRPr lang="id-ID" sz="2400" dirty="0"/>
        </a:p>
      </dgm:t>
    </dgm:pt>
    <dgm:pt modelId="{0C0E5A4F-134F-4C8E-9492-EDBE2C765597}" type="parTrans" cxnId="{189115C8-59AE-4716-BA00-51FE92E69CCB}">
      <dgm:prSet/>
      <dgm:spPr/>
      <dgm:t>
        <a:bodyPr/>
        <a:lstStyle/>
        <a:p>
          <a:endParaRPr lang="id-ID" sz="1400"/>
        </a:p>
      </dgm:t>
    </dgm:pt>
    <dgm:pt modelId="{D4E6A4EE-B5FA-48D0-BC2C-0B65D33619FA}" type="sibTrans" cxnId="{189115C8-59AE-4716-BA00-51FE92E69CCB}">
      <dgm:prSet/>
      <dgm:spPr/>
      <dgm:t>
        <a:bodyPr/>
        <a:lstStyle/>
        <a:p>
          <a:endParaRPr lang="id-ID" sz="1400"/>
        </a:p>
      </dgm:t>
    </dgm:pt>
    <dgm:pt modelId="{6A3E31BC-BAD6-460A-8FFA-6F8CF4660740}" type="asst">
      <dgm:prSet phldrT="[Text]" custT="1"/>
      <dgm:spPr/>
      <dgm:t>
        <a:bodyPr/>
        <a:lstStyle/>
        <a:p>
          <a:pPr>
            <a:buNone/>
          </a:pPr>
          <a:r>
            <a:rPr lang="id-ID" sz="2400" b="1" i="0" dirty="0"/>
            <a:t>Manager</a:t>
          </a:r>
          <a:endParaRPr lang="id-ID" sz="2400" dirty="0"/>
        </a:p>
      </dgm:t>
    </dgm:pt>
    <dgm:pt modelId="{34951579-206E-428E-810F-2B5365B9B1A5}" type="parTrans" cxnId="{DF73629B-0193-4CB4-A7C2-4BCBDC5C1F4D}">
      <dgm:prSet/>
      <dgm:spPr/>
      <dgm:t>
        <a:bodyPr/>
        <a:lstStyle/>
        <a:p>
          <a:endParaRPr lang="id-ID" sz="1400"/>
        </a:p>
      </dgm:t>
    </dgm:pt>
    <dgm:pt modelId="{B6585105-BD67-4FBA-9B07-E7D8E426B776}" type="sibTrans" cxnId="{DF73629B-0193-4CB4-A7C2-4BCBDC5C1F4D}">
      <dgm:prSet/>
      <dgm:spPr/>
      <dgm:t>
        <a:bodyPr/>
        <a:lstStyle/>
        <a:p>
          <a:endParaRPr lang="id-ID" sz="1400"/>
        </a:p>
      </dgm:t>
    </dgm:pt>
    <dgm:pt modelId="{8A4C2F96-2844-484A-993C-383254337803}">
      <dgm:prSet phldrT="[Text]" custT="1"/>
      <dgm:spPr/>
      <dgm:t>
        <a:bodyPr/>
        <a:lstStyle/>
        <a:p>
          <a:pPr>
            <a:buNone/>
          </a:pPr>
          <a:r>
            <a:rPr lang="id-ID" sz="2400" b="1" i="0" dirty="0"/>
            <a:t>Staff</a:t>
          </a:r>
          <a:r>
            <a:rPr lang="id-ID" sz="2400" b="0" i="0" dirty="0"/>
            <a:t> </a:t>
          </a:r>
          <a:endParaRPr lang="id-ID" sz="2400" dirty="0"/>
        </a:p>
      </dgm:t>
    </dgm:pt>
    <dgm:pt modelId="{4C9AFFC5-3F40-4AAD-9BDD-53D61C88B300}" type="parTrans" cxnId="{8C7BE856-8137-46F7-8CB8-F0E2DA603924}">
      <dgm:prSet/>
      <dgm:spPr/>
      <dgm:t>
        <a:bodyPr/>
        <a:lstStyle/>
        <a:p>
          <a:endParaRPr lang="id-ID" sz="1400"/>
        </a:p>
      </dgm:t>
    </dgm:pt>
    <dgm:pt modelId="{4D78E541-222B-4EE2-96DB-2D2987D51634}" type="sibTrans" cxnId="{8C7BE856-8137-46F7-8CB8-F0E2DA603924}">
      <dgm:prSet/>
      <dgm:spPr/>
      <dgm:t>
        <a:bodyPr/>
        <a:lstStyle/>
        <a:p>
          <a:endParaRPr lang="id-ID" sz="1400"/>
        </a:p>
      </dgm:t>
    </dgm:pt>
    <dgm:pt modelId="{F50719F5-C6EE-4EA1-8E56-E1801FF5DA57}">
      <dgm:prSet phldrT="[Text]" custT="1"/>
      <dgm:spPr/>
      <dgm:t>
        <a:bodyPr/>
        <a:lstStyle/>
        <a:p>
          <a:pPr>
            <a:buNone/>
          </a:pPr>
          <a:r>
            <a:rPr lang="id-ID" sz="2400" b="1" i="0" dirty="0"/>
            <a:t>Staff</a:t>
          </a:r>
          <a:r>
            <a:rPr lang="id-ID" sz="2400" b="0" i="0" dirty="0"/>
            <a:t> </a:t>
          </a:r>
          <a:endParaRPr lang="id-ID" sz="2400" dirty="0"/>
        </a:p>
      </dgm:t>
    </dgm:pt>
    <dgm:pt modelId="{EBD99AF5-3020-4DB7-AFCE-BDFDBD3E65BF}" type="parTrans" cxnId="{1F2D7B51-7B6D-406C-B28E-3D82886DE75E}">
      <dgm:prSet/>
      <dgm:spPr/>
      <dgm:t>
        <a:bodyPr/>
        <a:lstStyle/>
        <a:p>
          <a:endParaRPr lang="id-ID" sz="1400"/>
        </a:p>
      </dgm:t>
    </dgm:pt>
    <dgm:pt modelId="{42B031C1-D490-4371-8C52-A58DA7072540}" type="sibTrans" cxnId="{1F2D7B51-7B6D-406C-B28E-3D82886DE75E}">
      <dgm:prSet/>
      <dgm:spPr/>
      <dgm:t>
        <a:bodyPr/>
        <a:lstStyle/>
        <a:p>
          <a:endParaRPr lang="id-ID" sz="1400"/>
        </a:p>
      </dgm:t>
    </dgm:pt>
    <dgm:pt modelId="{CD007B0F-AA36-49B1-8BA5-14121908521B}">
      <dgm:prSet phldrT="[Text]" custT="1"/>
      <dgm:spPr/>
      <dgm:t>
        <a:bodyPr/>
        <a:lstStyle/>
        <a:p>
          <a:pPr>
            <a:buNone/>
          </a:pPr>
          <a:r>
            <a:rPr lang="id-ID" sz="2400" b="1" i="0" dirty="0"/>
            <a:t>Staff</a:t>
          </a:r>
          <a:r>
            <a:rPr lang="id-ID" sz="2400" b="0" i="0" dirty="0"/>
            <a:t> </a:t>
          </a:r>
          <a:endParaRPr lang="id-ID" sz="2400" dirty="0"/>
        </a:p>
      </dgm:t>
    </dgm:pt>
    <dgm:pt modelId="{41DA8E88-B8C6-42B5-B9DF-D21C80879A1B}" type="parTrans" cxnId="{5AD46D2B-6B7E-4CB8-969E-B1276E5BEAE4}">
      <dgm:prSet/>
      <dgm:spPr/>
      <dgm:t>
        <a:bodyPr/>
        <a:lstStyle/>
        <a:p>
          <a:endParaRPr lang="id-ID" sz="1400"/>
        </a:p>
      </dgm:t>
    </dgm:pt>
    <dgm:pt modelId="{5E0DA399-DA21-4F18-9199-53B26B5A9A43}" type="sibTrans" cxnId="{5AD46D2B-6B7E-4CB8-969E-B1276E5BEAE4}">
      <dgm:prSet/>
      <dgm:spPr/>
      <dgm:t>
        <a:bodyPr/>
        <a:lstStyle/>
        <a:p>
          <a:endParaRPr lang="id-ID" sz="1400"/>
        </a:p>
      </dgm:t>
    </dgm:pt>
    <dgm:pt modelId="{83BB7BDF-28B5-4E01-8B67-F045C85748A0}" type="asst">
      <dgm:prSet phldrT="[Text]" phldr="0" custT="1"/>
      <dgm:spPr/>
      <dgm:t>
        <a:bodyPr/>
        <a:lstStyle/>
        <a:p>
          <a:r>
            <a:rPr lang="en-US" sz="2400" dirty="0" err="1"/>
            <a:t>SubStaff</a:t>
          </a:r>
          <a:endParaRPr lang="id-ID" sz="2800" dirty="0"/>
        </a:p>
      </dgm:t>
    </dgm:pt>
    <dgm:pt modelId="{C8582AAD-20C4-451C-A958-E34A4CE53788}" type="parTrans" cxnId="{C2D90C3E-A0F1-4307-875D-846748858DCB}">
      <dgm:prSet/>
      <dgm:spPr/>
      <dgm:t>
        <a:bodyPr/>
        <a:lstStyle/>
        <a:p>
          <a:endParaRPr lang="id-ID"/>
        </a:p>
      </dgm:t>
    </dgm:pt>
    <dgm:pt modelId="{DCEEF8F8-5CB8-432E-A0B6-33A88E074B10}" type="sibTrans" cxnId="{C2D90C3E-A0F1-4307-875D-846748858DCB}">
      <dgm:prSet/>
      <dgm:spPr/>
      <dgm:t>
        <a:bodyPr/>
        <a:lstStyle/>
        <a:p>
          <a:endParaRPr lang="id-ID"/>
        </a:p>
      </dgm:t>
    </dgm:pt>
    <dgm:pt modelId="{D092CFFF-841F-4A6C-82F8-7E3A72A7A4FA}" type="pres">
      <dgm:prSet presAssocID="{AC9898F2-45CC-476A-AD4C-296C3A7036F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2C3FC9D-CFB6-456B-B98C-DFB73578D852}" type="pres">
      <dgm:prSet presAssocID="{AF5EEB3C-EC9E-4DD7-BB05-DE9AAB3A7EC9}" presName="hierRoot1" presStyleCnt="0">
        <dgm:presLayoutVars>
          <dgm:hierBranch val="init"/>
        </dgm:presLayoutVars>
      </dgm:prSet>
      <dgm:spPr/>
    </dgm:pt>
    <dgm:pt modelId="{CED8AFD7-4E2C-450A-BB6B-CEEAAEF0A638}" type="pres">
      <dgm:prSet presAssocID="{AF5EEB3C-EC9E-4DD7-BB05-DE9AAB3A7EC9}" presName="rootComposite1" presStyleCnt="0"/>
      <dgm:spPr/>
    </dgm:pt>
    <dgm:pt modelId="{C1D4043B-660F-4D82-B918-537AEE2442F4}" type="pres">
      <dgm:prSet presAssocID="{AF5EEB3C-EC9E-4DD7-BB05-DE9AAB3A7EC9}" presName="rootText1" presStyleLbl="node0" presStyleIdx="0" presStyleCnt="1">
        <dgm:presLayoutVars>
          <dgm:chPref val="3"/>
        </dgm:presLayoutVars>
      </dgm:prSet>
      <dgm:spPr/>
    </dgm:pt>
    <dgm:pt modelId="{B7E0667B-8656-48CF-B8EC-93A18332F465}" type="pres">
      <dgm:prSet presAssocID="{AF5EEB3C-EC9E-4DD7-BB05-DE9AAB3A7EC9}" presName="rootConnector1" presStyleLbl="node1" presStyleIdx="0" presStyleCnt="0"/>
      <dgm:spPr/>
    </dgm:pt>
    <dgm:pt modelId="{2D4441C4-4CD2-42A8-BA3B-1BD2D8CA4E54}" type="pres">
      <dgm:prSet presAssocID="{AF5EEB3C-EC9E-4DD7-BB05-DE9AAB3A7EC9}" presName="hierChild2" presStyleCnt="0"/>
      <dgm:spPr/>
    </dgm:pt>
    <dgm:pt modelId="{9BB12E16-BA76-49C4-BD20-929E7D7E2D67}" type="pres">
      <dgm:prSet presAssocID="{4C9AFFC5-3F40-4AAD-9BDD-53D61C88B300}" presName="Name37" presStyleLbl="parChTrans1D2" presStyleIdx="0" presStyleCnt="4"/>
      <dgm:spPr/>
    </dgm:pt>
    <dgm:pt modelId="{C18F4337-DFD1-4A65-8533-1A8C088528C2}" type="pres">
      <dgm:prSet presAssocID="{8A4C2F96-2844-484A-993C-383254337803}" presName="hierRoot2" presStyleCnt="0">
        <dgm:presLayoutVars>
          <dgm:hierBranch val="init"/>
        </dgm:presLayoutVars>
      </dgm:prSet>
      <dgm:spPr/>
    </dgm:pt>
    <dgm:pt modelId="{E5547AE3-F21E-4285-8794-F2A04EC30FE9}" type="pres">
      <dgm:prSet presAssocID="{8A4C2F96-2844-484A-993C-383254337803}" presName="rootComposite" presStyleCnt="0"/>
      <dgm:spPr/>
    </dgm:pt>
    <dgm:pt modelId="{062BD152-9F56-4789-A253-D16EA6A9BCD3}" type="pres">
      <dgm:prSet presAssocID="{8A4C2F96-2844-484A-993C-383254337803}" presName="rootText" presStyleLbl="node2" presStyleIdx="0" presStyleCnt="3">
        <dgm:presLayoutVars>
          <dgm:chPref val="3"/>
        </dgm:presLayoutVars>
      </dgm:prSet>
      <dgm:spPr/>
    </dgm:pt>
    <dgm:pt modelId="{1149A84D-C2FF-4417-B983-79B6CC61F76C}" type="pres">
      <dgm:prSet presAssocID="{8A4C2F96-2844-484A-993C-383254337803}" presName="rootConnector" presStyleLbl="node2" presStyleIdx="0" presStyleCnt="3"/>
      <dgm:spPr/>
    </dgm:pt>
    <dgm:pt modelId="{E0239B7A-2E12-4BFB-9D75-3353EFAAE2DF}" type="pres">
      <dgm:prSet presAssocID="{8A4C2F96-2844-484A-993C-383254337803}" presName="hierChild4" presStyleCnt="0"/>
      <dgm:spPr/>
    </dgm:pt>
    <dgm:pt modelId="{3B98B544-2FA9-43B5-A638-3719B8FC89FF}" type="pres">
      <dgm:prSet presAssocID="{8A4C2F96-2844-484A-993C-383254337803}" presName="hierChild5" presStyleCnt="0"/>
      <dgm:spPr/>
    </dgm:pt>
    <dgm:pt modelId="{1C9CBE24-F502-4E37-8D80-9E7CBEA70780}" type="pres">
      <dgm:prSet presAssocID="{EBD99AF5-3020-4DB7-AFCE-BDFDBD3E65BF}" presName="Name37" presStyleLbl="parChTrans1D2" presStyleIdx="1" presStyleCnt="4"/>
      <dgm:spPr/>
    </dgm:pt>
    <dgm:pt modelId="{926BCE36-4A39-4D62-A09B-86B1CA14CFE3}" type="pres">
      <dgm:prSet presAssocID="{F50719F5-C6EE-4EA1-8E56-E1801FF5DA57}" presName="hierRoot2" presStyleCnt="0">
        <dgm:presLayoutVars>
          <dgm:hierBranch val="init"/>
        </dgm:presLayoutVars>
      </dgm:prSet>
      <dgm:spPr/>
    </dgm:pt>
    <dgm:pt modelId="{E99E34BC-55FD-49E4-B80C-69BAA378CBE8}" type="pres">
      <dgm:prSet presAssocID="{F50719F5-C6EE-4EA1-8E56-E1801FF5DA57}" presName="rootComposite" presStyleCnt="0"/>
      <dgm:spPr/>
    </dgm:pt>
    <dgm:pt modelId="{08E155AF-8F71-462F-84F3-A8A8BFDF98CE}" type="pres">
      <dgm:prSet presAssocID="{F50719F5-C6EE-4EA1-8E56-E1801FF5DA57}" presName="rootText" presStyleLbl="node2" presStyleIdx="1" presStyleCnt="3">
        <dgm:presLayoutVars>
          <dgm:chPref val="3"/>
        </dgm:presLayoutVars>
      </dgm:prSet>
      <dgm:spPr/>
    </dgm:pt>
    <dgm:pt modelId="{7C5A45A3-81D0-4E8C-B438-50B6E3FFA278}" type="pres">
      <dgm:prSet presAssocID="{F50719F5-C6EE-4EA1-8E56-E1801FF5DA57}" presName="rootConnector" presStyleLbl="node2" presStyleIdx="1" presStyleCnt="3"/>
      <dgm:spPr/>
    </dgm:pt>
    <dgm:pt modelId="{54AAF19A-6890-4E03-8B80-DAD8DC7C6257}" type="pres">
      <dgm:prSet presAssocID="{F50719F5-C6EE-4EA1-8E56-E1801FF5DA57}" presName="hierChild4" presStyleCnt="0"/>
      <dgm:spPr/>
    </dgm:pt>
    <dgm:pt modelId="{999ECD36-07E1-45BC-A255-A9FC5780FA7F}" type="pres">
      <dgm:prSet presAssocID="{F50719F5-C6EE-4EA1-8E56-E1801FF5DA57}" presName="hierChild5" presStyleCnt="0"/>
      <dgm:spPr/>
    </dgm:pt>
    <dgm:pt modelId="{E9315C65-5AD9-4BF9-96C1-1578D815F1D1}" type="pres">
      <dgm:prSet presAssocID="{41DA8E88-B8C6-42B5-B9DF-D21C80879A1B}" presName="Name37" presStyleLbl="parChTrans1D2" presStyleIdx="2" presStyleCnt="4"/>
      <dgm:spPr/>
    </dgm:pt>
    <dgm:pt modelId="{1297FEAA-3AAE-40C0-94FE-C9AEF6482180}" type="pres">
      <dgm:prSet presAssocID="{CD007B0F-AA36-49B1-8BA5-14121908521B}" presName="hierRoot2" presStyleCnt="0">
        <dgm:presLayoutVars>
          <dgm:hierBranch val="init"/>
        </dgm:presLayoutVars>
      </dgm:prSet>
      <dgm:spPr/>
    </dgm:pt>
    <dgm:pt modelId="{108FE41D-0106-4082-AC40-CE97B9DCD770}" type="pres">
      <dgm:prSet presAssocID="{CD007B0F-AA36-49B1-8BA5-14121908521B}" presName="rootComposite" presStyleCnt="0"/>
      <dgm:spPr/>
    </dgm:pt>
    <dgm:pt modelId="{7CD488D0-6009-4A29-B90C-C15742A5FD24}" type="pres">
      <dgm:prSet presAssocID="{CD007B0F-AA36-49B1-8BA5-14121908521B}" presName="rootText" presStyleLbl="node2" presStyleIdx="2" presStyleCnt="3">
        <dgm:presLayoutVars>
          <dgm:chPref val="3"/>
        </dgm:presLayoutVars>
      </dgm:prSet>
      <dgm:spPr/>
    </dgm:pt>
    <dgm:pt modelId="{4DC57FC4-6ACA-4038-8098-8461347EB8B3}" type="pres">
      <dgm:prSet presAssocID="{CD007B0F-AA36-49B1-8BA5-14121908521B}" presName="rootConnector" presStyleLbl="node2" presStyleIdx="2" presStyleCnt="3"/>
      <dgm:spPr/>
    </dgm:pt>
    <dgm:pt modelId="{6A872D1F-8F70-4D26-8743-B9C3B91DCA3B}" type="pres">
      <dgm:prSet presAssocID="{CD007B0F-AA36-49B1-8BA5-14121908521B}" presName="hierChild4" presStyleCnt="0"/>
      <dgm:spPr/>
    </dgm:pt>
    <dgm:pt modelId="{E7C5E54F-7D76-45B4-8CA1-C97088867EAB}" type="pres">
      <dgm:prSet presAssocID="{CD007B0F-AA36-49B1-8BA5-14121908521B}" presName="hierChild5" presStyleCnt="0"/>
      <dgm:spPr/>
    </dgm:pt>
    <dgm:pt modelId="{3DBEC4FD-3248-446C-952C-755B7F955E9E}" type="pres">
      <dgm:prSet presAssocID="{C8582AAD-20C4-451C-A958-E34A4CE53788}" presName="Name111" presStyleLbl="parChTrans1D3" presStyleIdx="0" presStyleCnt="1"/>
      <dgm:spPr/>
    </dgm:pt>
    <dgm:pt modelId="{E3604A37-9936-4BAD-8FBE-F315A67977DB}" type="pres">
      <dgm:prSet presAssocID="{83BB7BDF-28B5-4E01-8B67-F045C85748A0}" presName="hierRoot3" presStyleCnt="0">
        <dgm:presLayoutVars>
          <dgm:hierBranch val="init"/>
        </dgm:presLayoutVars>
      </dgm:prSet>
      <dgm:spPr/>
    </dgm:pt>
    <dgm:pt modelId="{A99940D4-6BB4-45DF-923D-E57E3776815D}" type="pres">
      <dgm:prSet presAssocID="{83BB7BDF-28B5-4E01-8B67-F045C85748A0}" presName="rootComposite3" presStyleCnt="0"/>
      <dgm:spPr/>
    </dgm:pt>
    <dgm:pt modelId="{12EB8A7C-C5E3-41B1-AF2B-D3081296A567}" type="pres">
      <dgm:prSet presAssocID="{83BB7BDF-28B5-4E01-8B67-F045C85748A0}" presName="rootText3" presStyleLbl="asst2" presStyleIdx="0" presStyleCnt="1">
        <dgm:presLayoutVars>
          <dgm:chPref val="3"/>
        </dgm:presLayoutVars>
      </dgm:prSet>
      <dgm:spPr/>
    </dgm:pt>
    <dgm:pt modelId="{3BD2F0A0-7E52-4A17-88A7-95DEC1F4E8D8}" type="pres">
      <dgm:prSet presAssocID="{83BB7BDF-28B5-4E01-8B67-F045C85748A0}" presName="rootConnector3" presStyleLbl="asst2" presStyleIdx="0" presStyleCnt="1"/>
      <dgm:spPr/>
    </dgm:pt>
    <dgm:pt modelId="{A12A9BCF-C5A3-4043-8C0B-DDA7739964A2}" type="pres">
      <dgm:prSet presAssocID="{83BB7BDF-28B5-4E01-8B67-F045C85748A0}" presName="hierChild6" presStyleCnt="0"/>
      <dgm:spPr/>
    </dgm:pt>
    <dgm:pt modelId="{1CBF513A-BA9A-4178-8D55-18917423B4B1}" type="pres">
      <dgm:prSet presAssocID="{83BB7BDF-28B5-4E01-8B67-F045C85748A0}" presName="hierChild7" presStyleCnt="0"/>
      <dgm:spPr/>
    </dgm:pt>
    <dgm:pt modelId="{A46C049E-62F5-44E7-B840-C3150319CB13}" type="pres">
      <dgm:prSet presAssocID="{AF5EEB3C-EC9E-4DD7-BB05-DE9AAB3A7EC9}" presName="hierChild3" presStyleCnt="0"/>
      <dgm:spPr/>
    </dgm:pt>
    <dgm:pt modelId="{F9F340BA-46F4-41D1-B7D7-D4FE325907CD}" type="pres">
      <dgm:prSet presAssocID="{34951579-206E-428E-810F-2B5365B9B1A5}" presName="Name111" presStyleLbl="parChTrans1D2" presStyleIdx="3" presStyleCnt="4"/>
      <dgm:spPr/>
    </dgm:pt>
    <dgm:pt modelId="{00BA4B18-A809-479E-9011-0A44C52211A2}" type="pres">
      <dgm:prSet presAssocID="{6A3E31BC-BAD6-460A-8FFA-6F8CF4660740}" presName="hierRoot3" presStyleCnt="0">
        <dgm:presLayoutVars>
          <dgm:hierBranch val="init"/>
        </dgm:presLayoutVars>
      </dgm:prSet>
      <dgm:spPr/>
    </dgm:pt>
    <dgm:pt modelId="{164EDCAB-8805-4A39-808C-88ADD6F668F1}" type="pres">
      <dgm:prSet presAssocID="{6A3E31BC-BAD6-460A-8FFA-6F8CF4660740}" presName="rootComposite3" presStyleCnt="0"/>
      <dgm:spPr/>
    </dgm:pt>
    <dgm:pt modelId="{3CD4C761-1F5D-49B9-A43D-03E8FA074AE1}" type="pres">
      <dgm:prSet presAssocID="{6A3E31BC-BAD6-460A-8FFA-6F8CF4660740}" presName="rootText3" presStyleLbl="asst1" presStyleIdx="0" presStyleCnt="1">
        <dgm:presLayoutVars>
          <dgm:chPref val="3"/>
        </dgm:presLayoutVars>
      </dgm:prSet>
      <dgm:spPr/>
    </dgm:pt>
    <dgm:pt modelId="{0C50EF04-A17A-44CB-BF2B-A746468136C4}" type="pres">
      <dgm:prSet presAssocID="{6A3E31BC-BAD6-460A-8FFA-6F8CF4660740}" presName="rootConnector3" presStyleLbl="asst1" presStyleIdx="0" presStyleCnt="1"/>
      <dgm:spPr/>
    </dgm:pt>
    <dgm:pt modelId="{2348A08E-80C3-46B6-A15C-9354EDB72A1C}" type="pres">
      <dgm:prSet presAssocID="{6A3E31BC-BAD6-460A-8FFA-6F8CF4660740}" presName="hierChild6" presStyleCnt="0"/>
      <dgm:spPr/>
    </dgm:pt>
    <dgm:pt modelId="{3EBB08CA-A3F0-452E-875E-3BCA298EE3DE}" type="pres">
      <dgm:prSet presAssocID="{6A3E31BC-BAD6-460A-8FFA-6F8CF4660740}" presName="hierChild7" presStyleCnt="0"/>
      <dgm:spPr/>
    </dgm:pt>
  </dgm:ptLst>
  <dgm:cxnLst>
    <dgm:cxn modelId="{46CB800D-E5B1-4F92-8C15-F59608CE447F}" type="presOf" srcId="{83BB7BDF-28B5-4E01-8B67-F045C85748A0}" destId="{12EB8A7C-C5E3-41B1-AF2B-D3081296A567}" srcOrd="0" destOrd="0" presId="urn:microsoft.com/office/officeart/2005/8/layout/orgChart1"/>
    <dgm:cxn modelId="{3B7E6110-957B-476E-A13D-0A8E78BF47C2}" type="presOf" srcId="{8A4C2F96-2844-484A-993C-383254337803}" destId="{062BD152-9F56-4789-A253-D16EA6A9BCD3}" srcOrd="0" destOrd="0" presId="urn:microsoft.com/office/officeart/2005/8/layout/orgChart1"/>
    <dgm:cxn modelId="{8C2CBA11-C6BC-4184-B7CF-F4F3B6161144}" type="presOf" srcId="{6A3E31BC-BAD6-460A-8FFA-6F8CF4660740}" destId="{3CD4C761-1F5D-49B9-A43D-03E8FA074AE1}" srcOrd="0" destOrd="0" presId="urn:microsoft.com/office/officeart/2005/8/layout/orgChart1"/>
    <dgm:cxn modelId="{5AD46D2B-6B7E-4CB8-969E-B1276E5BEAE4}" srcId="{AF5EEB3C-EC9E-4DD7-BB05-DE9AAB3A7EC9}" destId="{CD007B0F-AA36-49B1-8BA5-14121908521B}" srcOrd="3" destOrd="0" parTransId="{41DA8E88-B8C6-42B5-B9DF-D21C80879A1B}" sibTransId="{5E0DA399-DA21-4F18-9199-53B26B5A9A43}"/>
    <dgm:cxn modelId="{24730A33-4D1C-403D-A632-39C5820983A7}" type="presOf" srcId="{F50719F5-C6EE-4EA1-8E56-E1801FF5DA57}" destId="{08E155AF-8F71-462F-84F3-A8A8BFDF98CE}" srcOrd="0" destOrd="0" presId="urn:microsoft.com/office/officeart/2005/8/layout/orgChart1"/>
    <dgm:cxn modelId="{78C3FD34-8E29-401C-ADE3-CEDC07A193F5}" type="presOf" srcId="{83BB7BDF-28B5-4E01-8B67-F045C85748A0}" destId="{3BD2F0A0-7E52-4A17-88A7-95DEC1F4E8D8}" srcOrd="1" destOrd="0" presId="urn:microsoft.com/office/officeart/2005/8/layout/orgChart1"/>
    <dgm:cxn modelId="{C2D90C3E-A0F1-4307-875D-846748858DCB}" srcId="{CD007B0F-AA36-49B1-8BA5-14121908521B}" destId="{83BB7BDF-28B5-4E01-8B67-F045C85748A0}" srcOrd="0" destOrd="0" parTransId="{C8582AAD-20C4-451C-A958-E34A4CE53788}" sibTransId="{DCEEF8F8-5CB8-432E-A0B6-33A88E074B10}"/>
    <dgm:cxn modelId="{C955586F-3027-46A1-8284-AEEB6C6D5565}" type="presOf" srcId="{8A4C2F96-2844-484A-993C-383254337803}" destId="{1149A84D-C2FF-4417-B983-79B6CC61F76C}" srcOrd="1" destOrd="0" presId="urn:microsoft.com/office/officeart/2005/8/layout/orgChart1"/>
    <dgm:cxn modelId="{2DF5844F-C833-4BBC-BF39-6DA09BC3F725}" type="presOf" srcId="{AF5EEB3C-EC9E-4DD7-BB05-DE9AAB3A7EC9}" destId="{C1D4043B-660F-4D82-B918-537AEE2442F4}" srcOrd="0" destOrd="0" presId="urn:microsoft.com/office/officeart/2005/8/layout/orgChart1"/>
    <dgm:cxn modelId="{1F2D7B51-7B6D-406C-B28E-3D82886DE75E}" srcId="{AF5EEB3C-EC9E-4DD7-BB05-DE9AAB3A7EC9}" destId="{F50719F5-C6EE-4EA1-8E56-E1801FF5DA57}" srcOrd="2" destOrd="0" parTransId="{EBD99AF5-3020-4DB7-AFCE-BDFDBD3E65BF}" sibTransId="{42B031C1-D490-4371-8C52-A58DA7072540}"/>
    <dgm:cxn modelId="{8AFE8952-BC17-4DD7-9F80-DD302E92E452}" type="presOf" srcId="{41DA8E88-B8C6-42B5-B9DF-D21C80879A1B}" destId="{E9315C65-5AD9-4BF9-96C1-1578D815F1D1}" srcOrd="0" destOrd="0" presId="urn:microsoft.com/office/officeart/2005/8/layout/orgChart1"/>
    <dgm:cxn modelId="{8C7BE856-8137-46F7-8CB8-F0E2DA603924}" srcId="{AF5EEB3C-EC9E-4DD7-BB05-DE9AAB3A7EC9}" destId="{8A4C2F96-2844-484A-993C-383254337803}" srcOrd="1" destOrd="0" parTransId="{4C9AFFC5-3F40-4AAD-9BDD-53D61C88B300}" sibTransId="{4D78E541-222B-4EE2-96DB-2D2987D51634}"/>
    <dgm:cxn modelId="{BC7F2389-E5E4-48A2-A244-A83A30A7A3C2}" type="presOf" srcId="{4C9AFFC5-3F40-4AAD-9BDD-53D61C88B300}" destId="{9BB12E16-BA76-49C4-BD20-929E7D7E2D67}" srcOrd="0" destOrd="0" presId="urn:microsoft.com/office/officeart/2005/8/layout/orgChart1"/>
    <dgm:cxn modelId="{EA5B998A-F559-4098-BF67-58562552B71D}" type="presOf" srcId="{F50719F5-C6EE-4EA1-8E56-E1801FF5DA57}" destId="{7C5A45A3-81D0-4E8C-B438-50B6E3FFA278}" srcOrd="1" destOrd="0" presId="urn:microsoft.com/office/officeart/2005/8/layout/orgChart1"/>
    <dgm:cxn modelId="{E61E3594-5415-4FCA-9739-9CF8180795F5}" type="presOf" srcId="{CD007B0F-AA36-49B1-8BA5-14121908521B}" destId="{4DC57FC4-6ACA-4038-8098-8461347EB8B3}" srcOrd="1" destOrd="0" presId="urn:microsoft.com/office/officeart/2005/8/layout/orgChart1"/>
    <dgm:cxn modelId="{131A9A94-552B-4022-91A5-1DDBBC2879A8}" type="presOf" srcId="{EBD99AF5-3020-4DB7-AFCE-BDFDBD3E65BF}" destId="{1C9CBE24-F502-4E37-8D80-9E7CBEA70780}" srcOrd="0" destOrd="0" presId="urn:microsoft.com/office/officeart/2005/8/layout/orgChart1"/>
    <dgm:cxn modelId="{EB32BC99-12E6-49AC-A7A9-26896AE0A081}" type="presOf" srcId="{CD007B0F-AA36-49B1-8BA5-14121908521B}" destId="{7CD488D0-6009-4A29-B90C-C15742A5FD24}" srcOrd="0" destOrd="0" presId="urn:microsoft.com/office/officeart/2005/8/layout/orgChart1"/>
    <dgm:cxn modelId="{DF73629B-0193-4CB4-A7C2-4BCBDC5C1F4D}" srcId="{AF5EEB3C-EC9E-4DD7-BB05-DE9AAB3A7EC9}" destId="{6A3E31BC-BAD6-460A-8FFA-6F8CF4660740}" srcOrd="0" destOrd="0" parTransId="{34951579-206E-428E-810F-2B5365B9B1A5}" sibTransId="{B6585105-BD67-4FBA-9B07-E7D8E426B776}"/>
    <dgm:cxn modelId="{BE8B20B0-5D53-4271-97BC-48223D133BFA}" type="presOf" srcId="{AF5EEB3C-EC9E-4DD7-BB05-DE9AAB3A7EC9}" destId="{B7E0667B-8656-48CF-B8EC-93A18332F465}" srcOrd="1" destOrd="0" presId="urn:microsoft.com/office/officeart/2005/8/layout/orgChart1"/>
    <dgm:cxn modelId="{003872C1-7173-4111-841A-4789DA784343}" type="presOf" srcId="{6A3E31BC-BAD6-460A-8FFA-6F8CF4660740}" destId="{0C50EF04-A17A-44CB-BF2B-A746468136C4}" srcOrd="1" destOrd="0" presId="urn:microsoft.com/office/officeart/2005/8/layout/orgChart1"/>
    <dgm:cxn modelId="{189115C8-59AE-4716-BA00-51FE92E69CCB}" srcId="{AC9898F2-45CC-476A-AD4C-296C3A7036F3}" destId="{AF5EEB3C-EC9E-4DD7-BB05-DE9AAB3A7EC9}" srcOrd="0" destOrd="0" parTransId="{0C0E5A4F-134F-4C8E-9492-EDBE2C765597}" sibTransId="{D4E6A4EE-B5FA-48D0-BC2C-0B65D33619FA}"/>
    <dgm:cxn modelId="{7C0D31D7-F7D1-454A-81A1-0A5BC38384D4}" type="presOf" srcId="{C8582AAD-20C4-451C-A958-E34A4CE53788}" destId="{3DBEC4FD-3248-446C-952C-755B7F955E9E}" srcOrd="0" destOrd="0" presId="urn:microsoft.com/office/officeart/2005/8/layout/orgChart1"/>
    <dgm:cxn modelId="{C46E09DC-9B20-4DF7-9385-0F75E17D4E46}" type="presOf" srcId="{AC9898F2-45CC-476A-AD4C-296C3A7036F3}" destId="{D092CFFF-841F-4A6C-82F8-7E3A72A7A4FA}" srcOrd="0" destOrd="0" presId="urn:microsoft.com/office/officeart/2005/8/layout/orgChart1"/>
    <dgm:cxn modelId="{387AACE6-F51E-4159-9494-17E079C790C3}" type="presOf" srcId="{34951579-206E-428E-810F-2B5365B9B1A5}" destId="{F9F340BA-46F4-41D1-B7D7-D4FE325907CD}" srcOrd="0" destOrd="0" presId="urn:microsoft.com/office/officeart/2005/8/layout/orgChart1"/>
    <dgm:cxn modelId="{58059640-082E-4E07-A5F1-8392EB5EA575}" type="presParOf" srcId="{D092CFFF-841F-4A6C-82F8-7E3A72A7A4FA}" destId="{52C3FC9D-CFB6-456B-B98C-DFB73578D852}" srcOrd="0" destOrd="0" presId="urn:microsoft.com/office/officeart/2005/8/layout/orgChart1"/>
    <dgm:cxn modelId="{8F1B916D-F7BF-47A1-A3CE-5CE56D7F3E8C}" type="presParOf" srcId="{52C3FC9D-CFB6-456B-B98C-DFB73578D852}" destId="{CED8AFD7-4E2C-450A-BB6B-CEEAAEF0A638}" srcOrd="0" destOrd="0" presId="urn:microsoft.com/office/officeart/2005/8/layout/orgChart1"/>
    <dgm:cxn modelId="{FEBC4449-A2F5-44E7-874F-84E1FE0F3F04}" type="presParOf" srcId="{CED8AFD7-4E2C-450A-BB6B-CEEAAEF0A638}" destId="{C1D4043B-660F-4D82-B918-537AEE2442F4}" srcOrd="0" destOrd="0" presId="urn:microsoft.com/office/officeart/2005/8/layout/orgChart1"/>
    <dgm:cxn modelId="{A7C6B9C0-B596-498B-A18C-C27409E6FED8}" type="presParOf" srcId="{CED8AFD7-4E2C-450A-BB6B-CEEAAEF0A638}" destId="{B7E0667B-8656-48CF-B8EC-93A18332F465}" srcOrd="1" destOrd="0" presId="urn:microsoft.com/office/officeart/2005/8/layout/orgChart1"/>
    <dgm:cxn modelId="{0D735167-D203-48F9-920B-3F6BA4DD6681}" type="presParOf" srcId="{52C3FC9D-CFB6-456B-B98C-DFB73578D852}" destId="{2D4441C4-4CD2-42A8-BA3B-1BD2D8CA4E54}" srcOrd="1" destOrd="0" presId="urn:microsoft.com/office/officeart/2005/8/layout/orgChart1"/>
    <dgm:cxn modelId="{22289A1C-28C1-47CE-A5D8-38AD34915DEE}" type="presParOf" srcId="{2D4441C4-4CD2-42A8-BA3B-1BD2D8CA4E54}" destId="{9BB12E16-BA76-49C4-BD20-929E7D7E2D67}" srcOrd="0" destOrd="0" presId="urn:microsoft.com/office/officeart/2005/8/layout/orgChart1"/>
    <dgm:cxn modelId="{621C96C7-D98A-4273-B157-90661D433DF7}" type="presParOf" srcId="{2D4441C4-4CD2-42A8-BA3B-1BD2D8CA4E54}" destId="{C18F4337-DFD1-4A65-8533-1A8C088528C2}" srcOrd="1" destOrd="0" presId="urn:microsoft.com/office/officeart/2005/8/layout/orgChart1"/>
    <dgm:cxn modelId="{B4F7F542-14BE-4BBA-8CF3-C300E823A4D4}" type="presParOf" srcId="{C18F4337-DFD1-4A65-8533-1A8C088528C2}" destId="{E5547AE3-F21E-4285-8794-F2A04EC30FE9}" srcOrd="0" destOrd="0" presId="urn:microsoft.com/office/officeart/2005/8/layout/orgChart1"/>
    <dgm:cxn modelId="{3663AF54-11D4-4117-AF35-3A56D36FB368}" type="presParOf" srcId="{E5547AE3-F21E-4285-8794-F2A04EC30FE9}" destId="{062BD152-9F56-4789-A253-D16EA6A9BCD3}" srcOrd="0" destOrd="0" presId="urn:microsoft.com/office/officeart/2005/8/layout/orgChart1"/>
    <dgm:cxn modelId="{B6D715EA-0212-4F6D-B7CC-DFA6ECC94CB0}" type="presParOf" srcId="{E5547AE3-F21E-4285-8794-F2A04EC30FE9}" destId="{1149A84D-C2FF-4417-B983-79B6CC61F76C}" srcOrd="1" destOrd="0" presId="urn:microsoft.com/office/officeart/2005/8/layout/orgChart1"/>
    <dgm:cxn modelId="{DBEB54D0-9A62-4374-B6B3-E3E41C1F7D16}" type="presParOf" srcId="{C18F4337-DFD1-4A65-8533-1A8C088528C2}" destId="{E0239B7A-2E12-4BFB-9D75-3353EFAAE2DF}" srcOrd="1" destOrd="0" presId="urn:microsoft.com/office/officeart/2005/8/layout/orgChart1"/>
    <dgm:cxn modelId="{CFE1BBF6-3A3D-4BD2-BB6E-669BEABD822E}" type="presParOf" srcId="{C18F4337-DFD1-4A65-8533-1A8C088528C2}" destId="{3B98B544-2FA9-43B5-A638-3719B8FC89FF}" srcOrd="2" destOrd="0" presId="urn:microsoft.com/office/officeart/2005/8/layout/orgChart1"/>
    <dgm:cxn modelId="{214B5EF8-FC3F-4803-A9A9-E3258E2A5CD6}" type="presParOf" srcId="{2D4441C4-4CD2-42A8-BA3B-1BD2D8CA4E54}" destId="{1C9CBE24-F502-4E37-8D80-9E7CBEA70780}" srcOrd="2" destOrd="0" presId="urn:microsoft.com/office/officeart/2005/8/layout/orgChart1"/>
    <dgm:cxn modelId="{FD9340DE-C8B2-4D84-93B9-59DCEF3D1178}" type="presParOf" srcId="{2D4441C4-4CD2-42A8-BA3B-1BD2D8CA4E54}" destId="{926BCE36-4A39-4D62-A09B-86B1CA14CFE3}" srcOrd="3" destOrd="0" presId="urn:microsoft.com/office/officeart/2005/8/layout/orgChart1"/>
    <dgm:cxn modelId="{36AD10F2-EBE3-45BE-885E-53E4657CCDE7}" type="presParOf" srcId="{926BCE36-4A39-4D62-A09B-86B1CA14CFE3}" destId="{E99E34BC-55FD-49E4-B80C-69BAA378CBE8}" srcOrd="0" destOrd="0" presId="urn:microsoft.com/office/officeart/2005/8/layout/orgChart1"/>
    <dgm:cxn modelId="{AC0ABDEE-3914-4C1F-B489-4C53D16117A0}" type="presParOf" srcId="{E99E34BC-55FD-49E4-B80C-69BAA378CBE8}" destId="{08E155AF-8F71-462F-84F3-A8A8BFDF98CE}" srcOrd="0" destOrd="0" presId="urn:microsoft.com/office/officeart/2005/8/layout/orgChart1"/>
    <dgm:cxn modelId="{B042523A-5DC3-409F-9931-B578263CF7F9}" type="presParOf" srcId="{E99E34BC-55FD-49E4-B80C-69BAA378CBE8}" destId="{7C5A45A3-81D0-4E8C-B438-50B6E3FFA278}" srcOrd="1" destOrd="0" presId="urn:microsoft.com/office/officeart/2005/8/layout/orgChart1"/>
    <dgm:cxn modelId="{59B5E740-56FB-4ECC-9F55-922E933EE412}" type="presParOf" srcId="{926BCE36-4A39-4D62-A09B-86B1CA14CFE3}" destId="{54AAF19A-6890-4E03-8B80-DAD8DC7C6257}" srcOrd="1" destOrd="0" presId="urn:microsoft.com/office/officeart/2005/8/layout/orgChart1"/>
    <dgm:cxn modelId="{5CBB8E97-208E-41B4-A75B-66574F5F131B}" type="presParOf" srcId="{926BCE36-4A39-4D62-A09B-86B1CA14CFE3}" destId="{999ECD36-07E1-45BC-A255-A9FC5780FA7F}" srcOrd="2" destOrd="0" presId="urn:microsoft.com/office/officeart/2005/8/layout/orgChart1"/>
    <dgm:cxn modelId="{0BAD91E3-7903-4CE0-9070-D60BE595528F}" type="presParOf" srcId="{2D4441C4-4CD2-42A8-BA3B-1BD2D8CA4E54}" destId="{E9315C65-5AD9-4BF9-96C1-1578D815F1D1}" srcOrd="4" destOrd="0" presId="urn:microsoft.com/office/officeart/2005/8/layout/orgChart1"/>
    <dgm:cxn modelId="{ACAE5B65-E3F0-4690-9B70-E98572CF34C4}" type="presParOf" srcId="{2D4441C4-4CD2-42A8-BA3B-1BD2D8CA4E54}" destId="{1297FEAA-3AAE-40C0-94FE-C9AEF6482180}" srcOrd="5" destOrd="0" presId="urn:microsoft.com/office/officeart/2005/8/layout/orgChart1"/>
    <dgm:cxn modelId="{C04E1E51-11A3-4F32-B52D-471D15F62286}" type="presParOf" srcId="{1297FEAA-3AAE-40C0-94FE-C9AEF6482180}" destId="{108FE41D-0106-4082-AC40-CE97B9DCD770}" srcOrd="0" destOrd="0" presId="urn:microsoft.com/office/officeart/2005/8/layout/orgChart1"/>
    <dgm:cxn modelId="{2EA1BDF2-37AC-4FE3-9D1D-673597A81AF1}" type="presParOf" srcId="{108FE41D-0106-4082-AC40-CE97B9DCD770}" destId="{7CD488D0-6009-4A29-B90C-C15742A5FD24}" srcOrd="0" destOrd="0" presId="urn:microsoft.com/office/officeart/2005/8/layout/orgChart1"/>
    <dgm:cxn modelId="{056319B2-9193-4FEB-8BBE-40B11C0060EF}" type="presParOf" srcId="{108FE41D-0106-4082-AC40-CE97B9DCD770}" destId="{4DC57FC4-6ACA-4038-8098-8461347EB8B3}" srcOrd="1" destOrd="0" presId="urn:microsoft.com/office/officeart/2005/8/layout/orgChart1"/>
    <dgm:cxn modelId="{CA7937BC-187E-4117-AF99-B800A9340A03}" type="presParOf" srcId="{1297FEAA-3AAE-40C0-94FE-C9AEF6482180}" destId="{6A872D1F-8F70-4D26-8743-B9C3B91DCA3B}" srcOrd="1" destOrd="0" presId="urn:microsoft.com/office/officeart/2005/8/layout/orgChart1"/>
    <dgm:cxn modelId="{E62D324B-D7A8-4148-B2A0-474C38B52B76}" type="presParOf" srcId="{1297FEAA-3AAE-40C0-94FE-C9AEF6482180}" destId="{E7C5E54F-7D76-45B4-8CA1-C97088867EAB}" srcOrd="2" destOrd="0" presId="urn:microsoft.com/office/officeart/2005/8/layout/orgChart1"/>
    <dgm:cxn modelId="{F9BE850D-D562-406A-AFED-15AB45B987BF}" type="presParOf" srcId="{E7C5E54F-7D76-45B4-8CA1-C97088867EAB}" destId="{3DBEC4FD-3248-446C-952C-755B7F955E9E}" srcOrd="0" destOrd="0" presId="urn:microsoft.com/office/officeart/2005/8/layout/orgChart1"/>
    <dgm:cxn modelId="{0A3ACC04-5D8B-4A77-A071-05876B0D7539}" type="presParOf" srcId="{E7C5E54F-7D76-45B4-8CA1-C97088867EAB}" destId="{E3604A37-9936-4BAD-8FBE-F315A67977DB}" srcOrd="1" destOrd="0" presId="urn:microsoft.com/office/officeart/2005/8/layout/orgChart1"/>
    <dgm:cxn modelId="{0A468685-87BB-4AE3-8A9D-41A7685DA459}" type="presParOf" srcId="{E3604A37-9936-4BAD-8FBE-F315A67977DB}" destId="{A99940D4-6BB4-45DF-923D-E57E3776815D}" srcOrd="0" destOrd="0" presId="urn:microsoft.com/office/officeart/2005/8/layout/orgChart1"/>
    <dgm:cxn modelId="{B97F8F0B-3F95-4CF0-B5B4-4A796B1E7A3C}" type="presParOf" srcId="{A99940D4-6BB4-45DF-923D-E57E3776815D}" destId="{12EB8A7C-C5E3-41B1-AF2B-D3081296A567}" srcOrd="0" destOrd="0" presId="urn:microsoft.com/office/officeart/2005/8/layout/orgChart1"/>
    <dgm:cxn modelId="{F7460E1B-3552-445A-91F2-570BA67BBB87}" type="presParOf" srcId="{A99940D4-6BB4-45DF-923D-E57E3776815D}" destId="{3BD2F0A0-7E52-4A17-88A7-95DEC1F4E8D8}" srcOrd="1" destOrd="0" presId="urn:microsoft.com/office/officeart/2005/8/layout/orgChart1"/>
    <dgm:cxn modelId="{BDDD770E-CD7A-4D53-B83E-8F451F7785FB}" type="presParOf" srcId="{E3604A37-9936-4BAD-8FBE-F315A67977DB}" destId="{A12A9BCF-C5A3-4043-8C0B-DDA7739964A2}" srcOrd="1" destOrd="0" presId="urn:microsoft.com/office/officeart/2005/8/layout/orgChart1"/>
    <dgm:cxn modelId="{4D4DA7C8-FFAE-46F4-AC26-2FFDE9B34513}" type="presParOf" srcId="{E3604A37-9936-4BAD-8FBE-F315A67977DB}" destId="{1CBF513A-BA9A-4178-8D55-18917423B4B1}" srcOrd="2" destOrd="0" presId="urn:microsoft.com/office/officeart/2005/8/layout/orgChart1"/>
    <dgm:cxn modelId="{F433FEC7-3D8F-4550-B85D-E85F1B897D5C}" type="presParOf" srcId="{52C3FC9D-CFB6-456B-B98C-DFB73578D852}" destId="{A46C049E-62F5-44E7-B840-C3150319CB13}" srcOrd="2" destOrd="0" presId="urn:microsoft.com/office/officeart/2005/8/layout/orgChart1"/>
    <dgm:cxn modelId="{902073C7-7FE1-49D6-9BF8-6A4249BFA3B0}" type="presParOf" srcId="{A46C049E-62F5-44E7-B840-C3150319CB13}" destId="{F9F340BA-46F4-41D1-B7D7-D4FE325907CD}" srcOrd="0" destOrd="0" presId="urn:microsoft.com/office/officeart/2005/8/layout/orgChart1"/>
    <dgm:cxn modelId="{86CA0FD0-91D3-497A-8FF9-5B75C119A1D6}" type="presParOf" srcId="{A46C049E-62F5-44E7-B840-C3150319CB13}" destId="{00BA4B18-A809-479E-9011-0A44C52211A2}" srcOrd="1" destOrd="0" presId="urn:microsoft.com/office/officeart/2005/8/layout/orgChart1"/>
    <dgm:cxn modelId="{58CC06F1-FE8B-49D8-B0EC-F16BB98D2879}" type="presParOf" srcId="{00BA4B18-A809-479E-9011-0A44C52211A2}" destId="{164EDCAB-8805-4A39-808C-88ADD6F668F1}" srcOrd="0" destOrd="0" presId="urn:microsoft.com/office/officeart/2005/8/layout/orgChart1"/>
    <dgm:cxn modelId="{79F62E5A-EECB-40F5-99A8-02086D1C2CAA}" type="presParOf" srcId="{164EDCAB-8805-4A39-808C-88ADD6F668F1}" destId="{3CD4C761-1F5D-49B9-A43D-03E8FA074AE1}" srcOrd="0" destOrd="0" presId="urn:microsoft.com/office/officeart/2005/8/layout/orgChart1"/>
    <dgm:cxn modelId="{1F66F718-76A2-442E-ADF2-D23D95C1F156}" type="presParOf" srcId="{164EDCAB-8805-4A39-808C-88ADD6F668F1}" destId="{0C50EF04-A17A-44CB-BF2B-A746468136C4}" srcOrd="1" destOrd="0" presId="urn:microsoft.com/office/officeart/2005/8/layout/orgChart1"/>
    <dgm:cxn modelId="{90FABD7D-AE60-40E7-A656-3692316490B4}" type="presParOf" srcId="{00BA4B18-A809-479E-9011-0A44C52211A2}" destId="{2348A08E-80C3-46B6-A15C-9354EDB72A1C}" srcOrd="1" destOrd="0" presId="urn:microsoft.com/office/officeart/2005/8/layout/orgChart1"/>
    <dgm:cxn modelId="{11D747A7-7798-45FD-94C6-9C234C4F31AE}" type="presParOf" srcId="{00BA4B18-A809-479E-9011-0A44C52211A2}" destId="{3EBB08CA-A3F0-452E-875E-3BCA298EE3D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AD22D8-3616-4E38-96E3-5477574F3B96}" type="doc">
      <dgm:prSet loTypeId="urn:microsoft.com/office/officeart/2005/8/layout/cycle2" loCatId="cycle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id-ID"/>
        </a:p>
      </dgm:t>
    </dgm:pt>
    <dgm:pt modelId="{95D7F460-46F6-48BD-8EE6-B2E8A12901B3}">
      <dgm:prSet phldrT="[Text]"/>
      <dgm:spPr/>
      <dgm:t>
        <a:bodyPr/>
        <a:lstStyle/>
        <a:p>
          <a:pPr>
            <a:buNone/>
          </a:pPr>
          <a:r>
            <a:rPr lang="id-ID" b="1" i="0" dirty="0"/>
            <a:t>Prospek</a:t>
          </a:r>
          <a:endParaRPr lang="id-ID" dirty="0"/>
        </a:p>
      </dgm:t>
    </dgm:pt>
    <dgm:pt modelId="{0ABA4E42-D692-42C0-99C6-7DFB98BEA66B}" type="parTrans" cxnId="{2056F60D-8A24-47E5-BA0B-321520C5632B}">
      <dgm:prSet/>
      <dgm:spPr/>
      <dgm:t>
        <a:bodyPr/>
        <a:lstStyle/>
        <a:p>
          <a:endParaRPr lang="id-ID"/>
        </a:p>
      </dgm:t>
    </dgm:pt>
    <dgm:pt modelId="{4236E39F-D901-4259-9412-DCB5548348C0}" type="sibTrans" cxnId="{2056F60D-8A24-47E5-BA0B-321520C5632B}">
      <dgm:prSet/>
      <dgm:spPr/>
      <dgm:t>
        <a:bodyPr/>
        <a:lstStyle/>
        <a:p>
          <a:endParaRPr lang="id-ID"/>
        </a:p>
      </dgm:t>
    </dgm:pt>
    <dgm:pt modelId="{FA796511-CCB5-40B2-8114-458028458783}">
      <dgm:prSet phldrT="[Text]"/>
      <dgm:spPr/>
      <dgm:t>
        <a:bodyPr/>
        <a:lstStyle/>
        <a:p>
          <a:pPr>
            <a:buNone/>
          </a:pPr>
          <a:r>
            <a:rPr lang="id-ID" b="1" i="0" dirty="0"/>
            <a:t>Penawaran</a:t>
          </a:r>
          <a:endParaRPr lang="id-ID" dirty="0"/>
        </a:p>
      </dgm:t>
    </dgm:pt>
    <dgm:pt modelId="{EEC1F73A-FB57-4E58-B28F-619EBC8AD7AF}" type="parTrans" cxnId="{6CD5AC8B-F40C-4B1A-BBE8-E56137B722D8}">
      <dgm:prSet/>
      <dgm:spPr/>
      <dgm:t>
        <a:bodyPr/>
        <a:lstStyle/>
        <a:p>
          <a:endParaRPr lang="id-ID"/>
        </a:p>
      </dgm:t>
    </dgm:pt>
    <dgm:pt modelId="{C750B9B4-BF58-4135-91E3-890565796D34}" type="sibTrans" cxnId="{6CD5AC8B-F40C-4B1A-BBE8-E56137B722D8}">
      <dgm:prSet/>
      <dgm:spPr/>
      <dgm:t>
        <a:bodyPr/>
        <a:lstStyle/>
        <a:p>
          <a:endParaRPr lang="id-ID"/>
        </a:p>
      </dgm:t>
    </dgm:pt>
    <dgm:pt modelId="{B076759B-D3B0-47D9-81EB-3288F05188CF}">
      <dgm:prSet phldrT="[Text]"/>
      <dgm:spPr/>
      <dgm:t>
        <a:bodyPr/>
        <a:lstStyle/>
        <a:p>
          <a:pPr>
            <a:buNone/>
          </a:pPr>
          <a:r>
            <a:rPr lang="id-ID" b="1" i="0" dirty="0"/>
            <a:t>Negosiasi</a:t>
          </a:r>
          <a:endParaRPr lang="id-ID" dirty="0"/>
        </a:p>
      </dgm:t>
    </dgm:pt>
    <dgm:pt modelId="{0507D515-D2EC-4A1A-8033-D31532D14EAE}" type="parTrans" cxnId="{941361E5-1CE2-49F9-80EE-321B9AA0CB0C}">
      <dgm:prSet/>
      <dgm:spPr/>
      <dgm:t>
        <a:bodyPr/>
        <a:lstStyle/>
        <a:p>
          <a:endParaRPr lang="id-ID"/>
        </a:p>
      </dgm:t>
    </dgm:pt>
    <dgm:pt modelId="{794F6A75-4831-48CB-8F3E-C8E7DEFB3A13}" type="sibTrans" cxnId="{941361E5-1CE2-49F9-80EE-321B9AA0CB0C}">
      <dgm:prSet/>
      <dgm:spPr/>
      <dgm:t>
        <a:bodyPr/>
        <a:lstStyle/>
        <a:p>
          <a:endParaRPr lang="id-ID"/>
        </a:p>
      </dgm:t>
    </dgm:pt>
    <dgm:pt modelId="{D4A326C8-B7F2-48C0-8A52-4D4FEA626BC5}">
      <dgm:prSet phldrT="[Text]"/>
      <dgm:spPr/>
      <dgm:t>
        <a:bodyPr/>
        <a:lstStyle/>
        <a:p>
          <a:pPr>
            <a:buNone/>
          </a:pPr>
          <a:r>
            <a:rPr lang="id-ID" b="1" i="0" dirty="0"/>
            <a:t>Deal</a:t>
          </a:r>
          <a:endParaRPr lang="id-ID" dirty="0"/>
        </a:p>
      </dgm:t>
    </dgm:pt>
    <dgm:pt modelId="{89E94D69-1A1B-4097-8305-02C88CA7D05D}" type="parTrans" cxnId="{21529DC6-DDC7-4128-A551-C566ABC1781E}">
      <dgm:prSet/>
      <dgm:spPr/>
      <dgm:t>
        <a:bodyPr/>
        <a:lstStyle/>
        <a:p>
          <a:endParaRPr lang="id-ID"/>
        </a:p>
      </dgm:t>
    </dgm:pt>
    <dgm:pt modelId="{5611B919-0FF5-484E-85EA-C03760D6F5AD}" type="sibTrans" cxnId="{21529DC6-DDC7-4128-A551-C566ABC1781E}">
      <dgm:prSet/>
      <dgm:spPr/>
      <dgm:t>
        <a:bodyPr/>
        <a:lstStyle/>
        <a:p>
          <a:endParaRPr lang="id-ID"/>
        </a:p>
      </dgm:t>
    </dgm:pt>
    <dgm:pt modelId="{69A3F112-B972-4EEE-A108-22F1E87E64A2}" type="pres">
      <dgm:prSet presAssocID="{50AD22D8-3616-4E38-96E3-5477574F3B96}" presName="cycle" presStyleCnt="0">
        <dgm:presLayoutVars>
          <dgm:dir/>
          <dgm:resizeHandles val="exact"/>
        </dgm:presLayoutVars>
      </dgm:prSet>
      <dgm:spPr/>
    </dgm:pt>
    <dgm:pt modelId="{EAAAD7C4-03E2-4C9D-95A7-7B871B5E81F5}" type="pres">
      <dgm:prSet presAssocID="{95D7F460-46F6-48BD-8EE6-B2E8A12901B3}" presName="node" presStyleLbl="node1" presStyleIdx="0" presStyleCnt="4">
        <dgm:presLayoutVars>
          <dgm:bulletEnabled val="1"/>
        </dgm:presLayoutVars>
      </dgm:prSet>
      <dgm:spPr/>
    </dgm:pt>
    <dgm:pt modelId="{CDF85A18-49E0-4103-9489-60B2351C1683}" type="pres">
      <dgm:prSet presAssocID="{4236E39F-D901-4259-9412-DCB5548348C0}" presName="sibTrans" presStyleLbl="sibTrans2D1" presStyleIdx="0" presStyleCnt="4"/>
      <dgm:spPr/>
    </dgm:pt>
    <dgm:pt modelId="{2D9E3984-BA4F-4510-9BED-7B67F9CBA361}" type="pres">
      <dgm:prSet presAssocID="{4236E39F-D901-4259-9412-DCB5548348C0}" presName="connectorText" presStyleLbl="sibTrans2D1" presStyleIdx="0" presStyleCnt="4"/>
      <dgm:spPr/>
    </dgm:pt>
    <dgm:pt modelId="{67308124-F5EE-46B2-BCA4-3527CFE2A501}" type="pres">
      <dgm:prSet presAssocID="{FA796511-CCB5-40B2-8114-458028458783}" presName="node" presStyleLbl="node1" presStyleIdx="1" presStyleCnt="4">
        <dgm:presLayoutVars>
          <dgm:bulletEnabled val="1"/>
        </dgm:presLayoutVars>
      </dgm:prSet>
      <dgm:spPr/>
    </dgm:pt>
    <dgm:pt modelId="{67CC3EA2-82BF-487B-89AE-936C86DE084E}" type="pres">
      <dgm:prSet presAssocID="{C750B9B4-BF58-4135-91E3-890565796D34}" presName="sibTrans" presStyleLbl="sibTrans2D1" presStyleIdx="1" presStyleCnt="4"/>
      <dgm:spPr/>
    </dgm:pt>
    <dgm:pt modelId="{62DC38B3-AC76-408E-AA3F-20DCC44C7997}" type="pres">
      <dgm:prSet presAssocID="{C750B9B4-BF58-4135-91E3-890565796D34}" presName="connectorText" presStyleLbl="sibTrans2D1" presStyleIdx="1" presStyleCnt="4"/>
      <dgm:spPr/>
    </dgm:pt>
    <dgm:pt modelId="{9131C37D-B921-4D6E-8F9A-EC44BE7C792E}" type="pres">
      <dgm:prSet presAssocID="{B076759B-D3B0-47D9-81EB-3288F05188CF}" presName="node" presStyleLbl="node1" presStyleIdx="2" presStyleCnt="4">
        <dgm:presLayoutVars>
          <dgm:bulletEnabled val="1"/>
        </dgm:presLayoutVars>
      </dgm:prSet>
      <dgm:spPr/>
    </dgm:pt>
    <dgm:pt modelId="{C65104E5-0018-4EEB-A9D8-81C06F8E0AFD}" type="pres">
      <dgm:prSet presAssocID="{794F6A75-4831-48CB-8F3E-C8E7DEFB3A13}" presName="sibTrans" presStyleLbl="sibTrans2D1" presStyleIdx="2" presStyleCnt="4"/>
      <dgm:spPr/>
    </dgm:pt>
    <dgm:pt modelId="{3CEEEE76-0F59-445D-B76D-18CEE8B9F6D1}" type="pres">
      <dgm:prSet presAssocID="{794F6A75-4831-48CB-8F3E-C8E7DEFB3A13}" presName="connectorText" presStyleLbl="sibTrans2D1" presStyleIdx="2" presStyleCnt="4"/>
      <dgm:spPr/>
    </dgm:pt>
    <dgm:pt modelId="{3868C6B5-6E70-4AB9-91DF-B475DC572BC9}" type="pres">
      <dgm:prSet presAssocID="{D4A326C8-B7F2-48C0-8A52-4D4FEA626BC5}" presName="node" presStyleLbl="node1" presStyleIdx="3" presStyleCnt="4">
        <dgm:presLayoutVars>
          <dgm:bulletEnabled val="1"/>
        </dgm:presLayoutVars>
      </dgm:prSet>
      <dgm:spPr/>
    </dgm:pt>
    <dgm:pt modelId="{2ABB50DD-D854-43FE-883D-0B801DB34FD6}" type="pres">
      <dgm:prSet presAssocID="{5611B919-0FF5-484E-85EA-C03760D6F5AD}" presName="sibTrans" presStyleLbl="sibTrans2D1" presStyleIdx="3" presStyleCnt="4"/>
      <dgm:spPr/>
    </dgm:pt>
    <dgm:pt modelId="{C3ACCE8C-76FA-4A09-B135-32F778FF51F7}" type="pres">
      <dgm:prSet presAssocID="{5611B919-0FF5-484E-85EA-C03760D6F5AD}" presName="connectorText" presStyleLbl="sibTrans2D1" presStyleIdx="3" presStyleCnt="4"/>
      <dgm:spPr/>
    </dgm:pt>
  </dgm:ptLst>
  <dgm:cxnLst>
    <dgm:cxn modelId="{850EB203-991B-4F85-924B-C7D32C071BC2}" type="presOf" srcId="{794F6A75-4831-48CB-8F3E-C8E7DEFB3A13}" destId="{3CEEEE76-0F59-445D-B76D-18CEE8B9F6D1}" srcOrd="1" destOrd="0" presId="urn:microsoft.com/office/officeart/2005/8/layout/cycle2"/>
    <dgm:cxn modelId="{2056F60D-8A24-47E5-BA0B-321520C5632B}" srcId="{50AD22D8-3616-4E38-96E3-5477574F3B96}" destId="{95D7F460-46F6-48BD-8EE6-B2E8A12901B3}" srcOrd="0" destOrd="0" parTransId="{0ABA4E42-D692-42C0-99C6-7DFB98BEA66B}" sibTransId="{4236E39F-D901-4259-9412-DCB5548348C0}"/>
    <dgm:cxn modelId="{353B101E-E8F8-4234-A04C-FDF91C2172C9}" type="presOf" srcId="{5611B919-0FF5-484E-85EA-C03760D6F5AD}" destId="{2ABB50DD-D854-43FE-883D-0B801DB34FD6}" srcOrd="0" destOrd="0" presId="urn:microsoft.com/office/officeart/2005/8/layout/cycle2"/>
    <dgm:cxn modelId="{F6978D2B-FDAD-4AD4-BA7E-87C7474C384B}" type="presOf" srcId="{D4A326C8-B7F2-48C0-8A52-4D4FEA626BC5}" destId="{3868C6B5-6E70-4AB9-91DF-B475DC572BC9}" srcOrd="0" destOrd="0" presId="urn:microsoft.com/office/officeart/2005/8/layout/cycle2"/>
    <dgm:cxn modelId="{0B382031-05E7-42D3-8E14-2DFA5B82D9AD}" type="presOf" srcId="{50AD22D8-3616-4E38-96E3-5477574F3B96}" destId="{69A3F112-B972-4EEE-A108-22F1E87E64A2}" srcOrd="0" destOrd="0" presId="urn:microsoft.com/office/officeart/2005/8/layout/cycle2"/>
    <dgm:cxn modelId="{0ED69834-BEF9-478E-8248-02BADE5BA7E8}" type="presOf" srcId="{95D7F460-46F6-48BD-8EE6-B2E8A12901B3}" destId="{EAAAD7C4-03E2-4C9D-95A7-7B871B5E81F5}" srcOrd="0" destOrd="0" presId="urn:microsoft.com/office/officeart/2005/8/layout/cycle2"/>
    <dgm:cxn modelId="{65F2C741-5E68-40BB-89A4-BDE61178ACBD}" type="presOf" srcId="{FA796511-CCB5-40B2-8114-458028458783}" destId="{67308124-F5EE-46B2-BCA4-3527CFE2A501}" srcOrd="0" destOrd="0" presId="urn:microsoft.com/office/officeart/2005/8/layout/cycle2"/>
    <dgm:cxn modelId="{83556463-053A-4ADA-B695-9822695A5523}" type="presOf" srcId="{5611B919-0FF5-484E-85EA-C03760D6F5AD}" destId="{C3ACCE8C-76FA-4A09-B135-32F778FF51F7}" srcOrd="1" destOrd="0" presId="urn:microsoft.com/office/officeart/2005/8/layout/cycle2"/>
    <dgm:cxn modelId="{0742C846-4449-4229-BBF0-3644F7FE7D44}" type="presOf" srcId="{4236E39F-D901-4259-9412-DCB5548348C0}" destId="{CDF85A18-49E0-4103-9489-60B2351C1683}" srcOrd="0" destOrd="0" presId="urn:microsoft.com/office/officeart/2005/8/layout/cycle2"/>
    <dgm:cxn modelId="{FAB1FA49-D420-4868-BFDA-96678CDDD132}" type="presOf" srcId="{C750B9B4-BF58-4135-91E3-890565796D34}" destId="{62DC38B3-AC76-408E-AA3F-20DCC44C7997}" srcOrd="1" destOrd="0" presId="urn:microsoft.com/office/officeart/2005/8/layout/cycle2"/>
    <dgm:cxn modelId="{B9112854-2FC9-4425-9E4B-53A43C3DBAEA}" type="presOf" srcId="{B076759B-D3B0-47D9-81EB-3288F05188CF}" destId="{9131C37D-B921-4D6E-8F9A-EC44BE7C792E}" srcOrd="0" destOrd="0" presId="urn:microsoft.com/office/officeart/2005/8/layout/cycle2"/>
    <dgm:cxn modelId="{2E4B8157-9F67-4A77-A291-9517DC2BA9D6}" type="presOf" srcId="{4236E39F-D901-4259-9412-DCB5548348C0}" destId="{2D9E3984-BA4F-4510-9BED-7B67F9CBA361}" srcOrd="1" destOrd="0" presId="urn:microsoft.com/office/officeart/2005/8/layout/cycle2"/>
    <dgm:cxn modelId="{6CD5AC8B-F40C-4B1A-BBE8-E56137B722D8}" srcId="{50AD22D8-3616-4E38-96E3-5477574F3B96}" destId="{FA796511-CCB5-40B2-8114-458028458783}" srcOrd="1" destOrd="0" parTransId="{EEC1F73A-FB57-4E58-B28F-619EBC8AD7AF}" sibTransId="{C750B9B4-BF58-4135-91E3-890565796D34}"/>
    <dgm:cxn modelId="{8F0B9FB4-BD97-457D-86BB-91F5B89B2C54}" type="presOf" srcId="{C750B9B4-BF58-4135-91E3-890565796D34}" destId="{67CC3EA2-82BF-487B-89AE-936C86DE084E}" srcOrd="0" destOrd="0" presId="urn:microsoft.com/office/officeart/2005/8/layout/cycle2"/>
    <dgm:cxn modelId="{21529DC6-DDC7-4128-A551-C566ABC1781E}" srcId="{50AD22D8-3616-4E38-96E3-5477574F3B96}" destId="{D4A326C8-B7F2-48C0-8A52-4D4FEA626BC5}" srcOrd="3" destOrd="0" parTransId="{89E94D69-1A1B-4097-8305-02C88CA7D05D}" sibTransId="{5611B919-0FF5-484E-85EA-C03760D6F5AD}"/>
    <dgm:cxn modelId="{FBFD90CA-AF6E-4F65-A9F1-1DB3D1D69173}" type="presOf" srcId="{794F6A75-4831-48CB-8F3E-C8E7DEFB3A13}" destId="{C65104E5-0018-4EEB-A9D8-81C06F8E0AFD}" srcOrd="0" destOrd="0" presId="urn:microsoft.com/office/officeart/2005/8/layout/cycle2"/>
    <dgm:cxn modelId="{941361E5-1CE2-49F9-80EE-321B9AA0CB0C}" srcId="{50AD22D8-3616-4E38-96E3-5477574F3B96}" destId="{B076759B-D3B0-47D9-81EB-3288F05188CF}" srcOrd="2" destOrd="0" parTransId="{0507D515-D2EC-4A1A-8033-D31532D14EAE}" sibTransId="{794F6A75-4831-48CB-8F3E-C8E7DEFB3A13}"/>
    <dgm:cxn modelId="{77AE1C0D-3E22-46CA-96C8-A97081F79468}" type="presParOf" srcId="{69A3F112-B972-4EEE-A108-22F1E87E64A2}" destId="{EAAAD7C4-03E2-4C9D-95A7-7B871B5E81F5}" srcOrd="0" destOrd="0" presId="urn:microsoft.com/office/officeart/2005/8/layout/cycle2"/>
    <dgm:cxn modelId="{2BC31ADD-4CEA-4D33-B923-8197F317A80D}" type="presParOf" srcId="{69A3F112-B972-4EEE-A108-22F1E87E64A2}" destId="{CDF85A18-49E0-4103-9489-60B2351C1683}" srcOrd="1" destOrd="0" presId="urn:microsoft.com/office/officeart/2005/8/layout/cycle2"/>
    <dgm:cxn modelId="{10463D73-9B2B-4821-A4F8-34790A4800F9}" type="presParOf" srcId="{CDF85A18-49E0-4103-9489-60B2351C1683}" destId="{2D9E3984-BA4F-4510-9BED-7B67F9CBA361}" srcOrd="0" destOrd="0" presId="urn:microsoft.com/office/officeart/2005/8/layout/cycle2"/>
    <dgm:cxn modelId="{F0B1B2A6-BE12-4D80-938F-C1B0515B7413}" type="presParOf" srcId="{69A3F112-B972-4EEE-A108-22F1E87E64A2}" destId="{67308124-F5EE-46B2-BCA4-3527CFE2A501}" srcOrd="2" destOrd="0" presId="urn:microsoft.com/office/officeart/2005/8/layout/cycle2"/>
    <dgm:cxn modelId="{42A746ED-374B-47E3-8DD9-692FB7E1A172}" type="presParOf" srcId="{69A3F112-B972-4EEE-A108-22F1E87E64A2}" destId="{67CC3EA2-82BF-487B-89AE-936C86DE084E}" srcOrd="3" destOrd="0" presId="urn:microsoft.com/office/officeart/2005/8/layout/cycle2"/>
    <dgm:cxn modelId="{17B273F5-8ED9-42F5-9FD7-9C72470F9464}" type="presParOf" srcId="{67CC3EA2-82BF-487B-89AE-936C86DE084E}" destId="{62DC38B3-AC76-408E-AA3F-20DCC44C7997}" srcOrd="0" destOrd="0" presId="urn:microsoft.com/office/officeart/2005/8/layout/cycle2"/>
    <dgm:cxn modelId="{A91E9345-22B6-4C45-BADD-4FE4B265A5C8}" type="presParOf" srcId="{69A3F112-B972-4EEE-A108-22F1E87E64A2}" destId="{9131C37D-B921-4D6E-8F9A-EC44BE7C792E}" srcOrd="4" destOrd="0" presId="urn:microsoft.com/office/officeart/2005/8/layout/cycle2"/>
    <dgm:cxn modelId="{4D4E9EDC-365B-4C26-924E-8B13D5F5E1D7}" type="presParOf" srcId="{69A3F112-B972-4EEE-A108-22F1E87E64A2}" destId="{C65104E5-0018-4EEB-A9D8-81C06F8E0AFD}" srcOrd="5" destOrd="0" presId="urn:microsoft.com/office/officeart/2005/8/layout/cycle2"/>
    <dgm:cxn modelId="{64FE6880-3841-4E8B-AF44-3030B23F1994}" type="presParOf" srcId="{C65104E5-0018-4EEB-A9D8-81C06F8E0AFD}" destId="{3CEEEE76-0F59-445D-B76D-18CEE8B9F6D1}" srcOrd="0" destOrd="0" presId="urn:microsoft.com/office/officeart/2005/8/layout/cycle2"/>
    <dgm:cxn modelId="{E6AFE3D6-8B73-4530-8311-38180CAFEC99}" type="presParOf" srcId="{69A3F112-B972-4EEE-A108-22F1E87E64A2}" destId="{3868C6B5-6E70-4AB9-91DF-B475DC572BC9}" srcOrd="6" destOrd="0" presId="urn:microsoft.com/office/officeart/2005/8/layout/cycle2"/>
    <dgm:cxn modelId="{0E4928E8-22B6-471F-81AC-E9584825B8EF}" type="presParOf" srcId="{69A3F112-B972-4EEE-A108-22F1E87E64A2}" destId="{2ABB50DD-D854-43FE-883D-0B801DB34FD6}" srcOrd="7" destOrd="0" presId="urn:microsoft.com/office/officeart/2005/8/layout/cycle2"/>
    <dgm:cxn modelId="{7A044691-89D5-49D2-A40D-FDC196C94E10}" type="presParOf" srcId="{2ABB50DD-D854-43FE-883D-0B801DB34FD6}" destId="{C3ACCE8C-76FA-4A09-B135-32F778FF51F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340BA-46F4-41D1-B7D7-D4FE325907CD}">
      <dsp:nvSpPr>
        <dsp:cNvPr id="0" name=""/>
        <dsp:cNvSpPr/>
      </dsp:nvSpPr>
      <dsp:spPr>
        <a:xfrm>
          <a:off x="2622932" y="811010"/>
          <a:ext cx="170234" cy="745787"/>
        </a:xfrm>
        <a:custGeom>
          <a:avLst/>
          <a:gdLst/>
          <a:ahLst/>
          <a:cxnLst/>
          <a:rect l="0" t="0" r="0" b="0"/>
          <a:pathLst>
            <a:path>
              <a:moveTo>
                <a:pt x="170234" y="0"/>
              </a:moveTo>
              <a:lnTo>
                <a:pt x="170234" y="745787"/>
              </a:lnTo>
              <a:lnTo>
                <a:pt x="0" y="74578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BEC4FD-3248-446C-952C-755B7F955E9E}">
      <dsp:nvSpPr>
        <dsp:cNvPr id="0" name=""/>
        <dsp:cNvSpPr/>
      </dsp:nvSpPr>
      <dsp:spPr>
        <a:xfrm>
          <a:off x="4584679" y="3113225"/>
          <a:ext cx="170234" cy="745787"/>
        </a:xfrm>
        <a:custGeom>
          <a:avLst/>
          <a:gdLst/>
          <a:ahLst/>
          <a:cxnLst/>
          <a:rect l="0" t="0" r="0" b="0"/>
          <a:pathLst>
            <a:path>
              <a:moveTo>
                <a:pt x="170234" y="0"/>
              </a:moveTo>
              <a:lnTo>
                <a:pt x="170234" y="745787"/>
              </a:lnTo>
              <a:lnTo>
                <a:pt x="0" y="74578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315C65-5AD9-4BF9-96C1-1578D815F1D1}">
      <dsp:nvSpPr>
        <dsp:cNvPr id="0" name=""/>
        <dsp:cNvSpPr/>
      </dsp:nvSpPr>
      <dsp:spPr>
        <a:xfrm>
          <a:off x="2793167" y="811010"/>
          <a:ext cx="1961746" cy="14915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1341"/>
              </a:lnTo>
              <a:lnTo>
                <a:pt x="1961746" y="1321341"/>
              </a:lnTo>
              <a:lnTo>
                <a:pt x="1961746" y="1491575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9CBE24-F502-4E37-8D80-9E7CBEA70780}">
      <dsp:nvSpPr>
        <dsp:cNvPr id="0" name=""/>
        <dsp:cNvSpPr/>
      </dsp:nvSpPr>
      <dsp:spPr>
        <a:xfrm>
          <a:off x="2747447" y="811010"/>
          <a:ext cx="91440" cy="14915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91575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B12E16-BA76-49C4-BD20-929E7D7E2D67}">
      <dsp:nvSpPr>
        <dsp:cNvPr id="0" name=""/>
        <dsp:cNvSpPr/>
      </dsp:nvSpPr>
      <dsp:spPr>
        <a:xfrm>
          <a:off x="831420" y="811010"/>
          <a:ext cx="1961746" cy="1491575"/>
        </a:xfrm>
        <a:custGeom>
          <a:avLst/>
          <a:gdLst/>
          <a:ahLst/>
          <a:cxnLst/>
          <a:rect l="0" t="0" r="0" b="0"/>
          <a:pathLst>
            <a:path>
              <a:moveTo>
                <a:pt x="1961746" y="0"/>
              </a:moveTo>
              <a:lnTo>
                <a:pt x="1961746" y="1321341"/>
              </a:lnTo>
              <a:lnTo>
                <a:pt x="0" y="1321341"/>
              </a:lnTo>
              <a:lnTo>
                <a:pt x="0" y="1491575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D4043B-660F-4D82-B918-537AEE2442F4}">
      <dsp:nvSpPr>
        <dsp:cNvPr id="0" name=""/>
        <dsp:cNvSpPr/>
      </dsp:nvSpPr>
      <dsp:spPr>
        <a:xfrm>
          <a:off x="1982528" y="371"/>
          <a:ext cx="1621277" cy="8106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b="1" i="0" kern="1200" dirty="0"/>
            <a:t>Direktur</a:t>
          </a:r>
          <a:endParaRPr lang="id-ID" sz="2400" kern="1200" dirty="0"/>
        </a:p>
      </dsp:txBody>
      <dsp:txXfrm>
        <a:off x="1982528" y="371"/>
        <a:ext cx="1621277" cy="810638"/>
      </dsp:txXfrm>
    </dsp:sp>
    <dsp:sp modelId="{062BD152-9F56-4789-A253-D16EA6A9BCD3}">
      <dsp:nvSpPr>
        <dsp:cNvPr id="0" name=""/>
        <dsp:cNvSpPr/>
      </dsp:nvSpPr>
      <dsp:spPr>
        <a:xfrm>
          <a:off x="20781" y="2302586"/>
          <a:ext cx="1621277" cy="81063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b="1" i="0" kern="1200" dirty="0"/>
            <a:t>Staff</a:t>
          </a:r>
          <a:r>
            <a:rPr lang="id-ID" sz="2400" b="0" i="0" kern="1200" dirty="0"/>
            <a:t> </a:t>
          </a:r>
          <a:endParaRPr lang="id-ID" sz="2400" kern="1200" dirty="0"/>
        </a:p>
      </dsp:txBody>
      <dsp:txXfrm>
        <a:off x="20781" y="2302586"/>
        <a:ext cx="1621277" cy="810638"/>
      </dsp:txXfrm>
    </dsp:sp>
    <dsp:sp modelId="{08E155AF-8F71-462F-84F3-A8A8BFDF98CE}">
      <dsp:nvSpPr>
        <dsp:cNvPr id="0" name=""/>
        <dsp:cNvSpPr/>
      </dsp:nvSpPr>
      <dsp:spPr>
        <a:xfrm>
          <a:off x="1982528" y="2302586"/>
          <a:ext cx="1621277" cy="81063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b="1" i="0" kern="1200" dirty="0"/>
            <a:t>Staff</a:t>
          </a:r>
          <a:r>
            <a:rPr lang="id-ID" sz="2400" b="0" i="0" kern="1200" dirty="0"/>
            <a:t> </a:t>
          </a:r>
          <a:endParaRPr lang="id-ID" sz="2400" kern="1200" dirty="0"/>
        </a:p>
      </dsp:txBody>
      <dsp:txXfrm>
        <a:off x="1982528" y="2302586"/>
        <a:ext cx="1621277" cy="810638"/>
      </dsp:txXfrm>
    </dsp:sp>
    <dsp:sp modelId="{7CD488D0-6009-4A29-B90C-C15742A5FD24}">
      <dsp:nvSpPr>
        <dsp:cNvPr id="0" name=""/>
        <dsp:cNvSpPr/>
      </dsp:nvSpPr>
      <dsp:spPr>
        <a:xfrm>
          <a:off x="3944274" y="2302586"/>
          <a:ext cx="1621277" cy="81063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b="1" i="0" kern="1200" dirty="0"/>
            <a:t>Staff</a:t>
          </a:r>
          <a:r>
            <a:rPr lang="id-ID" sz="2400" b="0" i="0" kern="1200" dirty="0"/>
            <a:t> </a:t>
          </a:r>
          <a:endParaRPr lang="id-ID" sz="2400" kern="1200" dirty="0"/>
        </a:p>
      </dsp:txBody>
      <dsp:txXfrm>
        <a:off x="3944274" y="2302586"/>
        <a:ext cx="1621277" cy="810638"/>
      </dsp:txXfrm>
    </dsp:sp>
    <dsp:sp modelId="{12EB8A7C-C5E3-41B1-AF2B-D3081296A567}">
      <dsp:nvSpPr>
        <dsp:cNvPr id="0" name=""/>
        <dsp:cNvSpPr/>
      </dsp:nvSpPr>
      <dsp:spPr>
        <a:xfrm>
          <a:off x="2963401" y="3453693"/>
          <a:ext cx="1621277" cy="81063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SubStaff</a:t>
          </a:r>
          <a:endParaRPr lang="id-ID" sz="2800" kern="1200" dirty="0"/>
        </a:p>
      </dsp:txBody>
      <dsp:txXfrm>
        <a:off x="2963401" y="3453693"/>
        <a:ext cx="1621277" cy="810638"/>
      </dsp:txXfrm>
    </dsp:sp>
    <dsp:sp modelId="{3CD4C761-1F5D-49B9-A43D-03E8FA074AE1}">
      <dsp:nvSpPr>
        <dsp:cNvPr id="0" name=""/>
        <dsp:cNvSpPr/>
      </dsp:nvSpPr>
      <dsp:spPr>
        <a:xfrm>
          <a:off x="1001654" y="1151478"/>
          <a:ext cx="1621277" cy="81063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b="1" i="0" kern="1200" dirty="0"/>
            <a:t>Manager</a:t>
          </a:r>
          <a:endParaRPr lang="id-ID" sz="2400" kern="1200" dirty="0"/>
        </a:p>
      </dsp:txBody>
      <dsp:txXfrm>
        <a:off x="1001654" y="1151478"/>
        <a:ext cx="1621277" cy="8106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AD7C4-03E2-4C9D-95A7-7B871B5E81F5}">
      <dsp:nvSpPr>
        <dsp:cNvPr id="0" name=""/>
        <dsp:cNvSpPr/>
      </dsp:nvSpPr>
      <dsp:spPr>
        <a:xfrm>
          <a:off x="2573067" y="1403"/>
          <a:ext cx="1573205" cy="15732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  <a:sp3d extrusionH="28000" prstMaterial="matte"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600" b="1" i="0" kern="1200" dirty="0"/>
            <a:t>Prospek</a:t>
          </a:r>
          <a:endParaRPr lang="id-ID" sz="1600" kern="1200" dirty="0"/>
        </a:p>
      </dsp:txBody>
      <dsp:txXfrm>
        <a:off x="2803458" y="231794"/>
        <a:ext cx="1112423" cy="1112423"/>
      </dsp:txXfrm>
    </dsp:sp>
    <dsp:sp modelId="{CDF85A18-49E0-4103-9489-60B2351C1683}">
      <dsp:nvSpPr>
        <dsp:cNvPr id="0" name=""/>
        <dsp:cNvSpPr/>
      </dsp:nvSpPr>
      <dsp:spPr>
        <a:xfrm rot="2700000">
          <a:off x="3977387" y="1349348"/>
          <a:ext cx="418207" cy="5309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1300" kern="1200"/>
        </a:p>
      </dsp:txBody>
      <dsp:txXfrm>
        <a:off x="3995760" y="1411181"/>
        <a:ext cx="292745" cy="318574"/>
      </dsp:txXfrm>
    </dsp:sp>
    <dsp:sp modelId="{67308124-F5EE-46B2-BCA4-3527CFE2A501}">
      <dsp:nvSpPr>
        <dsp:cNvPr id="0" name=""/>
        <dsp:cNvSpPr/>
      </dsp:nvSpPr>
      <dsp:spPr>
        <a:xfrm>
          <a:off x="4243448" y="1671784"/>
          <a:ext cx="1573205" cy="15732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  <a:sp3d extrusionH="28000" prstMaterial="matte"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600" b="1" i="0" kern="1200" dirty="0"/>
            <a:t>Penawaran</a:t>
          </a:r>
          <a:endParaRPr lang="id-ID" sz="1600" kern="1200" dirty="0"/>
        </a:p>
      </dsp:txBody>
      <dsp:txXfrm>
        <a:off x="4473839" y="1902175"/>
        <a:ext cx="1112423" cy="1112423"/>
      </dsp:txXfrm>
    </dsp:sp>
    <dsp:sp modelId="{67CC3EA2-82BF-487B-89AE-936C86DE084E}">
      <dsp:nvSpPr>
        <dsp:cNvPr id="0" name=""/>
        <dsp:cNvSpPr/>
      </dsp:nvSpPr>
      <dsp:spPr>
        <a:xfrm rot="8100000">
          <a:off x="3994126" y="3019729"/>
          <a:ext cx="418207" cy="5309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1300" kern="1200"/>
        </a:p>
      </dsp:txBody>
      <dsp:txXfrm rot="10800000">
        <a:off x="4101215" y="3081562"/>
        <a:ext cx="292745" cy="318574"/>
      </dsp:txXfrm>
    </dsp:sp>
    <dsp:sp modelId="{9131C37D-B921-4D6E-8F9A-EC44BE7C792E}">
      <dsp:nvSpPr>
        <dsp:cNvPr id="0" name=""/>
        <dsp:cNvSpPr/>
      </dsp:nvSpPr>
      <dsp:spPr>
        <a:xfrm>
          <a:off x="2573067" y="3342165"/>
          <a:ext cx="1573205" cy="15732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  <a:sp3d extrusionH="28000" prstMaterial="matte"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600" b="1" i="0" kern="1200" dirty="0"/>
            <a:t>Negosiasi</a:t>
          </a:r>
          <a:endParaRPr lang="id-ID" sz="1600" kern="1200" dirty="0"/>
        </a:p>
      </dsp:txBody>
      <dsp:txXfrm>
        <a:off x="2803458" y="3572556"/>
        <a:ext cx="1112423" cy="1112423"/>
      </dsp:txXfrm>
    </dsp:sp>
    <dsp:sp modelId="{C65104E5-0018-4EEB-A9D8-81C06F8E0AFD}">
      <dsp:nvSpPr>
        <dsp:cNvPr id="0" name=""/>
        <dsp:cNvSpPr/>
      </dsp:nvSpPr>
      <dsp:spPr>
        <a:xfrm rot="13500000">
          <a:off x="2323745" y="3036468"/>
          <a:ext cx="418207" cy="5309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1300" kern="1200"/>
        </a:p>
      </dsp:txBody>
      <dsp:txXfrm rot="10800000">
        <a:off x="2430834" y="3187017"/>
        <a:ext cx="292745" cy="318574"/>
      </dsp:txXfrm>
    </dsp:sp>
    <dsp:sp modelId="{3868C6B5-6E70-4AB9-91DF-B475DC572BC9}">
      <dsp:nvSpPr>
        <dsp:cNvPr id="0" name=""/>
        <dsp:cNvSpPr/>
      </dsp:nvSpPr>
      <dsp:spPr>
        <a:xfrm>
          <a:off x="902686" y="1671784"/>
          <a:ext cx="1573205" cy="15732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  <a:sp3d extrusionH="28000" prstMaterial="matte"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600" b="1" i="0" kern="1200" dirty="0"/>
            <a:t>Deal</a:t>
          </a:r>
          <a:endParaRPr lang="id-ID" sz="1600" kern="1200" dirty="0"/>
        </a:p>
      </dsp:txBody>
      <dsp:txXfrm>
        <a:off x="1133077" y="1902175"/>
        <a:ext cx="1112423" cy="1112423"/>
      </dsp:txXfrm>
    </dsp:sp>
    <dsp:sp modelId="{2ABB50DD-D854-43FE-883D-0B801DB34FD6}">
      <dsp:nvSpPr>
        <dsp:cNvPr id="0" name=""/>
        <dsp:cNvSpPr/>
      </dsp:nvSpPr>
      <dsp:spPr>
        <a:xfrm rot="18900000">
          <a:off x="2307007" y="1366087"/>
          <a:ext cx="418207" cy="5309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1300" kern="1200"/>
        </a:p>
      </dsp:txBody>
      <dsp:txXfrm>
        <a:off x="2325380" y="1516636"/>
        <a:ext cx="292745" cy="318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2A6E0-A2D5-7D9C-E291-9D9860AC0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4CC10-53FA-FEE8-929E-B4F2B4E21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43699-D064-7900-83CB-A5105E150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AC413-98A4-23BD-467B-A2EF8448D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30BC4-B385-14FF-321A-668D565C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606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D30B-97AD-DEA0-6F03-EB157680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C4E2A-89EC-62C2-84DB-A30F8E407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9DCA5-856F-7DDF-4AA1-F2B6DB10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5B5EA-57FA-F5FD-BE01-2A6F8140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6A851-0EE3-1F44-CBC3-118E959C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9112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133B-6BD6-367D-581F-24186DB7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844EB-0E62-8862-E974-331BE905F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F7618-0BB1-CA6E-D86B-7BB939CE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B42D5-80E2-F06A-7045-A0E70564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AEAA2-8244-280A-8715-97E412AC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714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3F5C-5EFC-FB44-9F13-7D6D0E55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58CA3-4948-F265-E7E1-19FE6F27C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786F-CF6C-8573-949F-AA8AA4357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335CA-0FD6-2EFB-E893-D3AD947D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B1A5F-58DF-69C1-6E8F-352AFE43C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70819-D5D5-E018-770C-0DB65ED9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4689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35FE-3B8C-FF1D-4C5C-39773A57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0E4D7-A953-FB2C-7908-987D646B8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507A5-3632-9873-1EFC-2F442E396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AFCA7-72F4-167F-CBA1-802352665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9CCC1-4CC5-1045-A997-E9B8F71763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1A78D-3E0B-AFD3-B469-F6EF2983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4CDDD-B8B6-21CB-DF87-C49872F1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4EE95-0099-E4A3-7CAE-A5ACC1CE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285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EDE6F-7F8E-FC01-B0C6-9A92F765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205A0-2242-5297-AD6F-289007D65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E56B6-27F7-5B31-1643-B235F9EC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BB727-9DE3-0DDC-752D-99004956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2158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B6710-B187-9C42-A435-7F3D021B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63EC1-9930-5F1A-CE0A-3B8E8344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BCD08-58DD-26E2-8FCD-DC8472FE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768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3488-8570-9EF6-D656-9B74F97E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6E81-5108-C082-D5A3-035D23F4C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A1155-971D-F22B-C68B-0D4406E5D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901E8-7451-45D6-5F50-7FB0CF5B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FAE82-A09B-FC2A-9649-C482E6FA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12642-C674-7825-7D3A-B4296CEB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747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244B-41F5-6773-72E3-A3CA642A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B27D8-1D8A-4018-7B0B-969F866B3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BCCD9-4E9F-587D-DF94-CB617EC78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AE26B-D1F8-1B3B-F901-194C5703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8CBFA-C07E-0635-5F37-D5BF6CB5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A0B8E-B146-2A51-37FB-4C448B8B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359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F03B-353C-E5FB-B203-9E72882C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72842-3044-02EB-414D-3F8A2FCB5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22656-F255-DC28-237D-6A618577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1A0F3-4218-7D5A-D242-C124561B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6292E-2157-7286-6E6E-746CBFAE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43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C8D278-E949-7CA4-FBEA-226624241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D9622-A84E-6EB5-1E10-3FF4FB7D0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A4A10-9145-B8ED-B8A7-E236E8B3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00432-43F1-88F9-EB92-328DCC3C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B2601-CC07-4B67-8E66-E3B203E5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29880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DCC66-F5F8-4793-2632-FD1A81EC3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1E74C-8C0C-34CB-1083-B1A5B8556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09FD1-45A9-7EBE-6FB2-5FB45BFDB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79B96-C293-4C0B-9100-58C95BDC99F2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E050D-9060-1808-BF0A-FA8AE22C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38D89-EDA6-4A04-2C83-A4A05E4A7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ACF67-7EFB-49F1-BF4C-5E8F78770FF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38713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1F7C0D-C93B-D5FD-D421-DD1A01C18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STRUKTUR ORGANISASI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BF66870-1EF9-3066-6A8F-37AA6D65D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1213864"/>
              </p:ext>
            </p:extLst>
          </p:nvPr>
        </p:nvGraphicFramePr>
        <p:xfrm>
          <a:off x="3302833" y="1690688"/>
          <a:ext cx="5586334" cy="4264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713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E89A-D70F-F24B-85E9-C1C1358D9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PROSES BISNIS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B0F5F1-9D8F-FF6C-92FB-120BB3FFA85E}"/>
              </a:ext>
            </a:extLst>
          </p:cNvPr>
          <p:cNvSpPr/>
          <p:nvPr/>
        </p:nvSpPr>
        <p:spPr>
          <a:xfrm>
            <a:off x="1617688" y="3449611"/>
            <a:ext cx="1693889" cy="659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/>
              <a:t>PROSPEK</a:t>
            </a:r>
            <a:endParaRPr lang="id-ID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C516C9-9C1A-FD8C-1766-8B88CA494857}"/>
              </a:ext>
            </a:extLst>
          </p:cNvPr>
          <p:cNvSpPr/>
          <p:nvPr/>
        </p:nvSpPr>
        <p:spPr>
          <a:xfrm>
            <a:off x="4106055" y="3449611"/>
            <a:ext cx="1693889" cy="659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/>
              <a:t>PENAWARAN</a:t>
            </a:r>
            <a:endParaRPr lang="id-ID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A7560E-C5C0-B06F-ADAD-54691F6A38D7}"/>
              </a:ext>
            </a:extLst>
          </p:cNvPr>
          <p:cNvSpPr/>
          <p:nvPr/>
        </p:nvSpPr>
        <p:spPr>
          <a:xfrm>
            <a:off x="6594422" y="3449611"/>
            <a:ext cx="1693889" cy="659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/>
              <a:t>NEGOSIASI</a:t>
            </a:r>
            <a:endParaRPr lang="id-ID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80FC72-DE6C-4AC7-ED41-B2895CDB7D90}"/>
              </a:ext>
            </a:extLst>
          </p:cNvPr>
          <p:cNvSpPr/>
          <p:nvPr/>
        </p:nvSpPr>
        <p:spPr>
          <a:xfrm>
            <a:off x="9082789" y="3449611"/>
            <a:ext cx="1693889" cy="659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/>
              <a:t>DEAL</a:t>
            </a:r>
            <a:endParaRPr lang="id-ID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8453025-3D46-8D2F-3031-AE8FD3D59DE8}"/>
              </a:ext>
            </a:extLst>
          </p:cNvPr>
          <p:cNvSpPr/>
          <p:nvPr/>
        </p:nvSpPr>
        <p:spPr>
          <a:xfrm>
            <a:off x="3447738" y="3541426"/>
            <a:ext cx="509665" cy="4759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59E5F7B-A496-2EBE-D605-EF3FDFE458CE}"/>
              </a:ext>
            </a:extLst>
          </p:cNvPr>
          <p:cNvSpPr/>
          <p:nvPr/>
        </p:nvSpPr>
        <p:spPr>
          <a:xfrm>
            <a:off x="5957343" y="3541426"/>
            <a:ext cx="509665" cy="4759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0E8914B-7219-FA0E-894B-0551F3391C8B}"/>
              </a:ext>
            </a:extLst>
          </p:cNvPr>
          <p:cNvSpPr/>
          <p:nvPr/>
        </p:nvSpPr>
        <p:spPr>
          <a:xfrm>
            <a:off x="8430717" y="3541426"/>
            <a:ext cx="509665" cy="4759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9088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A680-29BA-7F4D-C381-6EE0438E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SIKLUS PENJUALAN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31D2B4A-91A2-1DCE-DDA7-2F2956858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169438"/>
              </p:ext>
            </p:extLst>
          </p:nvPr>
        </p:nvGraphicFramePr>
        <p:xfrm>
          <a:off x="2736329" y="970613"/>
          <a:ext cx="6719341" cy="4916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077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20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STRUKTUR ORGANISASI</vt:lpstr>
      <vt:lpstr>PROSES BISNIS</vt:lpstr>
      <vt:lpstr>SIKLUS PENJUALAN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4</cp:revision>
  <dcterms:created xsi:type="dcterms:W3CDTF">2026-07-03T05:47:54Z</dcterms:created>
  <dcterms:modified xsi:type="dcterms:W3CDTF">2026-07-13T01:53:46Z</dcterms:modified>
</cp:coreProperties>
</file>