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B9A51-A896-D7D3-9A7D-775A3C1E3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26C22-5933-214E-CF1F-4A55C6C5B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EC160-1F1B-BA1C-91B7-E0332D70C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2CAC1-42FC-9318-B4CF-D999DED3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144BD-A68F-7B79-CB68-0D7DC609F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45946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0DFE4-888B-C78B-571F-7D2230C4B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0A7B2-A30D-2E41-B80F-9C7FCE7CA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98489-E256-E771-556F-4A7331E34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2E476-5408-70C7-61E8-D299BEA54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0AF92-2DE6-A579-33FD-03CF0AEB7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40224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65A8B-1847-C9CE-252A-4011E700D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A5A80-F387-5194-A89F-521149617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00CA3-0D52-9809-CC4E-DE4D4108A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B2A05-1D99-1BF6-8F01-9D84FBBC9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AED943-EDF8-D018-360E-F8954985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52914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EE5F-B847-B417-AE3A-2CED486A9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29A20-242E-961E-3019-708C14B0A7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C3CD5F-130C-F2FC-3343-18166ED5E7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5992F0-D80D-4166-E9DD-C7C80C990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E8E66-9DA6-93F7-142E-ACA8DFC0A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0618B-6241-7799-D8E3-3A2414E0F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4104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36162-5F28-8AC1-E01F-11FB8B7A0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64B9A-E838-5FFD-3D42-EB7C4B5D2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0881B6-0822-57F8-7541-C586C150C6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4B9E9-5A34-147E-0A6A-D10E075144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B7063C-951C-26EA-5C63-FFBA92EBAE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A90353-D341-5A24-0CF9-7732BBF32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D7E40E-56A5-E7EF-3338-CEFAE368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D42755-8671-DED5-33C0-EE76B2EEC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20466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F539F-B487-6B7D-9C45-ACBE905D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9E16B2-0767-6D6D-A6F3-AD38EB25B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983C96-C2B8-60D2-7E35-86B4A97FB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67BCB7-E24E-97D3-D403-1E454CCDF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85458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841B06-FFED-E771-9DF6-593AD469F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4E0D32-4F11-E026-8FF1-4712F98D8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6B489-087D-79AE-D17C-C4C4060FC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1836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A8EED-F7D0-F419-3B97-4C31F8390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793A7-0022-4CF6-FBA3-9383D0453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18DB0-2B23-6D93-F273-B9A432C4B9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7A8D1-DB42-D07F-1620-B0CC60B24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40D24A-7F45-4795-E77B-323694EDE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4BCCC-10A1-3C31-D4DD-AFC1CCDCE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75407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0A94-4E91-4DBE-AF34-39BDE7BFD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24453-362D-4EDD-A94D-86A12BD340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533A85-9352-7BBA-DEBB-76BD651B13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A6505-B99C-658A-50FA-0069D9B6B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D6A154-6F45-837C-A6B2-231559EA3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C839C-A07F-EEA7-F9E1-A3C6BA5D8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7664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1C253-53CA-A913-1223-1F1F5BCF8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876BEC-A823-C9FB-6A98-7350C119B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E01C8-21B3-65A7-31BA-16F75987E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3E596-3227-95D8-3FE0-65BD6E39A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C0E453-4AEF-E17C-6492-BBD0636C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03727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D75588-81D9-067F-133F-4CD161DDD6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2C8D5-5BBE-B1FB-CF0F-DF894BAE23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EB81B-931C-7A9A-932C-87C27EB0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88450-66B1-8937-C248-A03A43A10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00B96-7B74-5E61-D76E-9C02D85E3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35258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0D1EFA-7B81-995C-0E09-6D51FE6CF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710069-34C3-3CE1-533F-C97A158A9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093AA-CFA5-9A73-233C-513D647A08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6FC267-2E41-4708-BFF3-2E183C4279E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A3AA1-7277-42B2-C2E9-39104E3954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F5BEA-5DD0-C14C-9E2A-A69FC8C599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06992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0F95CE-EB39-8530-D80D-0B24A75D5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Slide 1 — Fade</a:t>
            </a:r>
          </a:p>
        </p:txBody>
      </p:sp>
    </p:spTree>
    <p:extLst>
      <p:ext uri="{BB962C8B-B14F-4D97-AF65-F5344CB8AC3E}">
        <p14:creationId xmlns:p14="http://schemas.microsoft.com/office/powerpoint/2010/main" val="3816334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:fade/>
      </p:transition>
    </mc:Choice>
    <mc:Fallback>
      <p:transition spd="slow" advTm="3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C8B5C-C33C-7A28-0507-39180E59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Slide 2 — Push</a:t>
            </a:r>
          </a:p>
        </p:txBody>
      </p:sp>
    </p:spTree>
    <p:extLst>
      <p:ext uri="{BB962C8B-B14F-4D97-AF65-F5344CB8AC3E}">
        <p14:creationId xmlns:p14="http://schemas.microsoft.com/office/powerpoint/2010/main" val="6154049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:push dir="u"/>
      </p:transition>
    </mc:Choice>
    <mc:Fallback>
      <p:transition spd="slow" advTm="3000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FD54C-C7C5-B19A-4101-8D618A12A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Slide 3 — Wipe</a:t>
            </a:r>
          </a:p>
        </p:txBody>
      </p:sp>
    </p:spTree>
    <p:extLst>
      <p:ext uri="{BB962C8B-B14F-4D97-AF65-F5344CB8AC3E}">
        <p14:creationId xmlns:p14="http://schemas.microsoft.com/office/powerpoint/2010/main" val="3269560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:wipe/>
      </p:transition>
    </mc:Choice>
    <mc:Fallback>
      <p:transition spd="slow" advTm="3000">
        <p:wip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D9138-832D-960A-7B87-45ECC169B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Slide 4 — Morph</a:t>
            </a:r>
          </a:p>
        </p:txBody>
      </p:sp>
    </p:spTree>
    <p:extLst>
      <p:ext uri="{BB962C8B-B14F-4D97-AF65-F5344CB8AC3E}">
        <p14:creationId xmlns:p14="http://schemas.microsoft.com/office/powerpoint/2010/main" val="17774265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3000">
        <p159:morph option="byObject"/>
      </p:transition>
    </mc:Choice>
    <mc:Fallback>
      <p:transition spd="slow" advTm="3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Slide 1 — Fade</vt:lpstr>
      <vt:lpstr>Slide 2 — Push</vt:lpstr>
      <vt:lpstr>Slide 3 — Wipe</vt:lpstr>
      <vt:lpstr>Slide 4 — Morph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1</cp:revision>
  <dcterms:created xsi:type="dcterms:W3CDTF">2026-06-27T01:55:44Z</dcterms:created>
  <dcterms:modified xsi:type="dcterms:W3CDTF">2026-06-27T01:55:57Z</dcterms:modified>
</cp:coreProperties>
</file>