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9A51-A896-D7D3-9A7D-775A3C1E3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26C22-5933-214E-CF1F-4A55C6C5B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C160-1F1B-BA1C-91B7-E0332D70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2CAC1-42FC-9318-B4CF-D999DED3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44BD-A68F-7B79-CB68-0D7DC609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594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DFE4-888B-C78B-571F-7D2230C4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A7B2-A30D-2E41-B80F-9C7FCE7C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8489-E256-E771-556F-4A7331E3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2E476-5408-70C7-61E8-D299BEA5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0AF92-2DE6-A579-33FD-03CF0AEB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4022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5A8B-1847-C9CE-252A-4011E700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A5A80-F387-5194-A89F-521149617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0CA3-0D52-9809-CC4E-DE4D4108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2A05-1D99-1BF6-8F01-9D84FBBC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D943-EDF8-D018-360E-F8954985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291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EE5F-B847-B417-AE3A-2CED486A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9A20-242E-961E-3019-708C14B0A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3CD5F-130C-F2FC-3343-18166ED5E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992F0-D80D-4166-E9DD-C7C80C99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E8E66-9DA6-93F7-142E-ACA8DFC0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0618B-6241-7799-D8E3-3A2414E0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10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6162-5F28-8AC1-E01F-11FB8B7A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64B9A-E838-5FFD-3D42-EB7C4B5D2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881B6-0822-57F8-7541-C586C150C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4B9E9-5A34-147E-0A6A-D10E07514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7063C-951C-26EA-5C63-FFBA92EBA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A90353-D341-5A24-0CF9-7732BBF3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7E40E-56A5-E7EF-3338-CEFAE368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42755-8671-DED5-33C0-EE76B2EE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046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539F-B487-6B7D-9C45-ACBE905D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E16B2-0767-6D6D-A6F3-AD38EB25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83C96-C2B8-60D2-7E35-86B4A97FB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7BCB7-E24E-97D3-D403-1E454CCD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545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41B06-FFED-E771-9DF6-593AD469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E0D32-4F11-E026-8FF1-4712F98D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6B489-087D-79AE-D17C-C4C4060F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183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8EED-F7D0-F419-3B97-4C31F839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793A7-0022-4CF6-FBA3-9383D0453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18DB0-2B23-6D93-F273-B9A432C4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7A8D1-DB42-D07F-1620-B0CC60B2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0D24A-7F45-4795-E77B-323694ED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4BCCC-10A1-3C31-D4DD-AFC1CCDC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540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0A94-4E91-4DBE-AF34-39BDE7BFD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24453-362D-4EDD-A94D-86A12BD34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33A85-9352-7BBA-DEBB-76BD651B1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A6505-B99C-658A-50FA-0069D9B6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6A154-6F45-837C-A6B2-231559EA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C839C-A07F-EEA7-F9E1-A3C6BA5D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66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C253-53CA-A913-1223-1F1F5BCF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76BEC-A823-C9FB-6A98-7350C119B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E01C8-21B3-65A7-31BA-16F75987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E596-3227-95D8-3FE0-65BD6E39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0E453-4AEF-E17C-6492-BBD0636C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0372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75588-81D9-067F-133F-4CD161DDD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2C8D5-5BBE-B1FB-CF0F-DF894BAE2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B81B-931C-7A9A-932C-87C27EB0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88450-66B1-8937-C248-A03A43A1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00B96-7B74-5E61-D76E-9C02D85E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525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D1EFA-7B81-995C-0E09-6D51FE6C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0069-34C3-3CE1-533F-C97A158A9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093AA-CFA5-9A73-233C-513D647A0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FC267-2E41-4708-BFF3-2E183C4279E0}" type="datetimeFigureOut">
              <a:rPr lang="id-ID" smtClean="0"/>
              <a:t>10/07/2026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A3AA1-7277-42B2-C2E9-39104E395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F5BEA-5DD0-C14C-9E2A-A69FC8C59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2311C-9E9C-4B2C-B1FD-68172BC9EB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0699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0F95CE-EB39-8530-D80D-0B24A75D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1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Fade</a:t>
            </a:r>
          </a:p>
        </p:txBody>
      </p:sp>
    </p:spTree>
    <p:extLst>
      <p:ext uri="{BB962C8B-B14F-4D97-AF65-F5344CB8AC3E}">
        <p14:creationId xmlns:p14="http://schemas.microsoft.com/office/powerpoint/2010/main" val="38163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/>
      </p:transition>
    </mc:Choice>
    <mc:Fallback xmlns=""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8B5C-C33C-7A28-0507-39180E59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2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Push</a:t>
            </a:r>
          </a:p>
        </p:txBody>
      </p:sp>
    </p:spTree>
    <p:extLst>
      <p:ext uri="{BB962C8B-B14F-4D97-AF65-F5344CB8AC3E}">
        <p14:creationId xmlns:p14="http://schemas.microsoft.com/office/powerpoint/2010/main" val="61540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push dir="u"/>
      </p:transition>
    </mc:Choice>
    <mc:Fallback xmlns="">
      <p:transition spd="slow" advTm="30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D54C-C7C5-B19A-4101-8D618A12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3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Wipe</a:t>
            </a:r>
          </a:p>
        </p:txBody>
      </p:sp>
    </p:spTree>
    <p:extLst>
      <p:ext uri="{BB962C8B-B14F-4D97-AF65-F5344CB8AC3E}">
        <p14:creationId xmlns:p14="http://schemas.microsoft.com/office/powerpoint/2010/main" val="32695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wipe/>
      </p:transition>
    </mc:Choice>
    <mc:Fallback xmlns="">
      <p:transition spd="slow" advTm="3000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9138-832D-960A-7B87-45ECC169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Slide 4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→ </a:t>
            </a:r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Morph</a:t>
            </a:r>
          </a:p>
        </p:txBody>
      </p:sp>
    </p:spTree>
    <p:extLst>
      <p:ext uri="{BB962C8B-B14F-4D97-AF65-F5344CB8AC3E}">
        <p14:creationId xmlns:p14="http://schemas.microsoft.com/office/powerpoint/2010/main" val="1777426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Slide 1 → Fade</vt:lpstr>
      <vt:lpstr>Slide 2 → Push</vt:lpstr>
      <vt:lpstr>Slide 3 → Wipe</vt:lpstr>
      <vt:lpstr>Slide 4 → Morph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3</cp:revision>
  <dcterms:created xsi:type="dcterms:W3CDTF">2026-06-27T01:55:44Z</dcterms:created>
  <dcterms:modified xsi:type="dcterms:W3CDTF">2026-07-10T14:19:34Z</dcterms:modified>
</cp:coreProperties>
</file>