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419AF-DE05-145E-DE35-A6C62DB32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A13CAB-7324-F773-A909-608C9001D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E97D2-AAA1-576D-E687-3E9EBC83C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B5016-CC02-6749-B925-C6A9E259D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84318-6FC6-24E1-8DFC-586530C1D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16635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11067-F134-5860-B80A-71C9B3719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E27C0-8B51-D444-5CDF-32AA2DD56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40029-2692-9A5B-5635-8131470B5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AE25A-E58B-1A78-CE10-1D9374C3D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D3256-24CF-C342-1AE1-81B0C1F6E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56294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E395A-6421-F4A2-1184-F68E115BB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DA4AB-79A4-8DDB-38E8-3BF6389F0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2A4CD-60C4-CBC4-E677-1D2CE1F69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DA0D8-FEE2-44F0-0444-A86640B10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73666-7A63-47A1-D9EC-9E1EDD4B2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11356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3108C-5721-3C80-8C29-C321A1E5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5A643-E517-EAE9-BAFB-8C9A82A1C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09A1A-F0D4-A7AE-53E0-5B9690F6A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47E40-1826-4F38-190C-3E2220BFA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0471C-0DD8-12E2-114B-447B0C443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B5D94-E6E1-E692-B660-4ED23E81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77887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048C-C466-1FF4-3C47-9EA4DA182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48369-081A-1D6F-A084-D591EFC13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0B03B-FB3F-ED3A-C53D-AEE9C2628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C816F2-3EBA-AC9C-B83D-425AB4C3B6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33A910-BE28-8BAF-B0CA-948B6D0998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C381A-4C51-802B-D59D-CB82839F1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0028F8-16DE-6438-6736-8F5FF2551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3771CD-5F92-AE79-B8ED-B06E659C6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19521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F9BE1-1D6E-9A90-5107-CB6646F0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7FDC9-205D-DB86-23A7-9B54C4A1C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30F1A5-941C-42CA-A0FC-C0A075AD5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5A808-22B5-38D3-D7E4-6A5DE404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06999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F13582-E2E1-7E9C-C307-02830D0B5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5886B6-4B06-7861-7560-E62581DE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659E9-708B-9114-9E33-C2355F59B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20629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65863-8AFC-8C7D-5E98-A9283D700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19591-C75D-E16F-8DA0-9C20B92B0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DAEB5-E012-C61C-0104-DD5627A83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9B2AD-4EE1-88B1-6616-92DDFF2E5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F9561-4E97-F43A-7E76-422F636A0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F0C62-FCC6-FA85-C3D2-541CCC78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57784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434E-F8B7-ABA9-B760-710870D58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90DCD5-CED9-0596-5D06-93260A984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A9443-E479-A41F-29C5-E67A82F48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E91D0-072C-2EC2-225C-B122AC192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B458A-A356-60F9-1427-FE85CF833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C4D0-F6DC-4824-0667-0E7D5A14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11396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62142-E08D-0367-5A55-722760FBD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2891BC-8B16-85AE-2F2F-A41C9CF6B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305CF-FE7D-396A-F895-D8F7A9624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8ECE8-16B7-CBF1-CA14-418743769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77020-8F5B-2741-7D6D-B84F8FB4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347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D8BB9E-A5B8-B37B-E64E-71DF8A3B6F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18FC3-CE61-B7E6-8544-2B392066CA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17162-79D7-450B-E87A-BCBA9AA8B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3AF8F-45AD-EAAD-B99A-5A2B83E5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9E8A-369B-3F14-DDB1-8C6E758FC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08282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D8A1F-47CB-5217-F6F8-575E0E8BB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DD9A6-098B-0884-F1BA-920B20812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EEA1A-81FC-C224-0EDD-7AEB697AD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6FC267-2E41-4708-BFF3-2E183C4279E0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A52C1-B937-12E5-D122-C02F58087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E8598-51B1-8F9A-223F-F25F2091B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27219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0F95CE-EB39-8530-D80D-0B24A75D5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Slide 1 </a:t>
            </a:r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→ </a:t>
            </a:r>
            <a:r>
              <a:rPr lang="id-ID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Fade</a:t>
            </a:r>
          </a:p>
        </p:txBody>
      </p:sp>
    </p:spTree>
    <p:extLst>
      <p:ext uri="{BB962C8B-B14F-4D97-AF65-F5344CB8AC3E}">
        <p14:creationId xmlns:p14="http://schemas.microsoft.com/office/powerpoint/2010/main" val="3816334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fade/>
      </p:transition>
    </mc:Choice>
    <mc:Fallback xmlns="">
      <p:transition spd="slow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C8B5C-C33C-7A28-0507-39180E59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Slide 2 </a:t>
            </a:r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→ </a:t>
            </a:r>
            <a:r>
              <a:rPr lang="id-ID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Push</a:t>
            </a:r>
          </a:p>
        </p:txBody>
      </p:sp>
    </p:spTree>
    <p:extLst>
      <p:ext uri="{BB962C8B-B14F-4D97-AF65-F5344CB8AC3E}">
        <p14:creationId xmlns:p14="http://schemas.microsoft.com/office/powerpoint/2010/main" val="615404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push dir="u"/>
      </p:transition>
    </mc:Choice>
    <mc:Fallback xmlns="">
      <p:transition spd="slow" advTm="3000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FD54C-C7C5-B19A-4101-8D618A12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Slide 3 </a:t>
            </a:r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→ </a:t>
            </a:r>
            <a:r>
              <a:rPr lang="id-ID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Wipe</a:t>
            </a:r>
          </a:p>
        </p:txBody>
      </p:sp>
    </p:spTree>
    <p:extLst>
      <p:ext uri="{BB962C8B-B14F-4D97-AF65-F5344CB8AC3E}">
        <p14:creationId xmlns:p14="http://schemas.microsoft.com/office/powerpoint/2010/main" val="32695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wipe/>
      </p:transition>
    </mc:Choice>
    <mc:Fallback xmlns="">
      <p:transition spd="slow" advTm="3000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D9138-832D-960A-7B87-45ECC169B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Slide 4 </a:t>
            </a:r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→ </a:t>
            </a:r>
            <a:r>
              <a:rPr lang="id-ID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Morph</a:t>
            </a:r>
          </a:p>
        </p:txBody>
      </p:sp>
    </p:spTree>
    <p:extLst>
      <p:ext uri="{BB962C8B-B14F-4D97-AF65-F5344CB8AC3E}">
        <p14:creationId xmlns:p14="http://schemas.microsoft.com/office/powerpoint/2010/main" val="1777426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16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Slide 1 → Fade</vt:lpstr>
      <vt:lpstr>Slide 2 → Push</vt:lpstr>
      <vt:lpstr>Slide 3 → Wipe</vt:lpstr>
      <vt:lpstr>Slide 4 → Morph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ONY</dc:creator>
  <cp:lastModifiedBy>ONY</cp:lastModifiedBy>
  <cp:revision>5</cp:revision>
  <dcterms:created xsi:type="dcterms:W3CDTF">2026-06-27T01:55:44Z</dcterms:created>
  <dcterms:modified xsi:type="dcterms:W3CDTF">2026-07-11T03:10:48Z</dcterms:modified>
</cp:coreProperties>
</file>