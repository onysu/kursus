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7.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420"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d-ID"/>
        </a:p>
      </c:txPr>
    </c:title>
    <c:autoTitleDeleted val="0"/>
    <c:plotArea>
      <c:layout/>
      <c:barChart>
        <c:barDir val="col"/>
        <c:grouping val="clustered"/>
        <c:varyColors val="0"/>
        <c:ser>
          <c:idx val="0"/>
          <c:order val="0"/>
          <c:tx>
            <c:strRef>
              <c:f>Sheet1!$B$1</c:f>
              <c:strCache>
                <c:ptCount val="1"/>
                <c:pt idx="0">
                  <c:v>Penjuakan</c:v>
                </c:pt>
              </c:strCache>
            </c:strRef>
          </c:tx>
          <c:spPr>
            <a:solidFill>
              <a:schemeClr val="accent1"/>
            </a:solidFill>
            <a:ln>
              <a:noFill/>
            </a:ln>
            <a:effectLst/>
          </c:spPr>
          <c:invertIfNegative val="0"/>
          <c:cat>
            <c:numRef>
              <c:f>Sheet1!$A$2:$A$5</c:f>
              <c:numCache>
                <c:formatCode>General</c:formatCode>
                <c:ptCount val="4"/>
                <c:pt idx="0">
                  <c:v>2022</c:v>
                </c:pt>
                <c:pt idx="1">
                  <c:v>2023</c:v>
                </c:pt>
                <c:pt idx="2">
                  <c:v>2024</c:v>
                </c:pt>
                <c:pt idx="3">
                  <c:v>2025</c:v>
                </c:pt>
              </c:numCache>
            </c:numRef>
          </c:cat>
          <c:val>
            <c:numRef>
              <c:f>Sheet1!$B$2:$B$5</c:f>
              <c:numCache>
                <c:formatCode>General</c:formatCode>
                <c:ptCount val="4"/>
                <c:pt idx="0">
                  <c:v>120</c:v>
                </c:pt>
                <c:pt idx="1">
                  <c:v>180</c:v>
                </c:pt>
                <c:pt idx="2">
                  <c:v>260</c:v>
                </c:pt>
                <c:pt idx="3">
                  <c:v>340</c:v>
                </c:pt>
              </c:numCache>
            </c:numRef>
          </c:val>
          <c:extLst>
            <c:ext xmlns:c16="http://schemas.microsoft.com/office/drawing/2014/chart" uri="{C3380CC4-5D6E-409C-BE32-E72D297353CC}">
              <c16:uniqueId val="{00000000-62CA-4B29-A16B-9151281E73FD}"/>
            </c:ext>
          </c:extLst>
        </c:ser>
        <c:dLbls>
          <c:showLegendKey val="0"/>
          <c:showVal val="0"/>
          <c:showCatName val="0"/>
          <c:showSerName val="0"/>
          <c:showPercent val="0"/>
          <c:showBubbleSize val="0"/>
        </c:dLbls>
        <c:gapWidth val="219"/>
        <c:overlap val="-27"/>
        <c:axId val="1248011504"/>
        <c:axId val="1248017264"/>
      </c:barChart>
      <c:catAx>
        <c:axId val="1248011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crossAx val="1248017264"/>
        <c:crosses val="autoZero"/>
        <c:auto val="1"/>
        <c:lblAlgn val="ctr"/>
        <c:lblOffset val="100"/>
        <c:noMultiLvlLbl val="0"/>
      </c:catAx>
      <c:valAx>
        <c:axId val="1248017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crossAx val="1248011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d-ID"/>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d-ID"/>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image" Target="../media/image6.jpg"/><Relationship Id="rId5" Type="http://schemas.openxmlformats.org/officeDocument/2006/relationships/image" Target="../media/image10.jpg"/><Relationship Id="rId4" Type="http://schemas.openxmlformats.org/officeDocument/2006/relationships/image" Target="../media/image9.jp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image" Target="../media/image6.jpg"/><Relationship Id="rId5" Type="http://schemas.openxmlformats.org/officeDocument/2006/relationships/image" Target="../media/image10.jpg"/><Relationship Id="rId4"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FB9CB9-63F7-4964-B5AE-0BBA3822C8E9}" type="doc">
      <dgm:prSet loTypeId="urn:microsoft.com/office/officeart/2009/layout/CirclePictureHierarchy" loCatId="hierarchy" qsTypeId="urn:microsoft.com/office/officeart/2005/8/quickstyle/simple1" qsCatId="simple" csTypeId="urn:microsoft.com/office/officeart/2005/8/colors/accent1_2" csCatId="accent1" phldr="1"/>
      <dgm:spPr/>
      <dgm:t>
        <a:bodyPr/>
        <a:lstStyle/>
        <a:p>
          <a:endParaRPr lang="id-ID"/>
        </a:p>
      </dgm:t>
    </dgm:pt>
    <dgm:pt modelId="{BFDB3263-2EFC-4AA9-871E-ED58EE968935}">
      <dgm:prSet phldrT="[Text]" phldr="0"/>
      <dgm:spPr/>
      <dgm:t>
        <a:bodyPr/>
        <a:lstStyle/>
        <a:p>
          <a:r>
            <a:rPr lang="en-US" dirty="0"/>
            <a:t>CEO</a:t>
          </a:r>
          <a:endParaRPr lang="id-ID" dirty="0"/>
        </a:p>
      </dgm:t>
    </dgm:pt>
    <dgm:pt modelId="{01CF7EBC-12E2-4B03-A35E-C6223AC2C880}" type="parTrans" cxnId="{CD16DE77-90AB-4C27-9AF0-CCB707B70B20}">
      <dgm:prSet/>
      <dgm:spPr/>
      <dgm:t>
        <a:bodyPr/>
        <a:lstStyle/>
        <a:p>
          <a:endParaRPr lang="id-ID"/>
        </a:p>
      </dgm:t>
    </dgm:pt>
    <dgm:pt modelId="{3DE2570B-F8F5-47A0-AB4E-BA3C06538D52}" type="sibTrans" cxnId="{CD16DE77-90AB-4C27-9AF0-CCB707B70B20}">
      <dgm:prSet/>
      <dgm:spPr/>
      <dgm:t>
        <a:bodyPr/>
        <a:lstStyle/>
        <a:p>
          <a:endParaRPr lang="id-ID"/>
        </a:p>
      </dgm:t>
    </dgm:pt>
    <dgm:pt modelId="{9BF13231-043E-4DC4-8B25-29306B929E11}">
      <dgm:prSet phldrT="[Text]"/>
      <dgm:spPr/>
      <dgm:t>
        <a:bodyPr/>
        <a:lstStyle/>
        <a:p>
          <a:pPr>
            <a:buNone/>
          </a:pPr>
          <a:r>
            <a:rPr lang="id-ID" b="0" i="0" dirty="0"/>
            <a:t>Finance</a:t>
          </a:r>
          <a:endParaRPr lang="id-ID" dirty="0"/>
        </a:p>
      </dgm:t>
    </dgm:pt>
    <dgm:pt modelId="{068D7D1D-0A5F-49DB-90EE-BF2ED57ECF08}" type="parTrans" cxnId="{2F1EC6C6-5746-4311-8584-E8AB68EA066E}">
      <dgm:prSet/>
      <dgm:spPr/>
      <dgm:t>
        <a:bodyPr/>
        <a:lstStyle/>
        <a:p>
          <a:endParaRPr lang="id-ID"/>
        </a:p>
      </dgm:t>
    </dgm:pt>
    <dgm:pt modelId="{887E0346-7192-4CC7-A7A6-CF5817E10906}" type="sibTrans" cxnId="{2F1EC6C6-5746-4311-8584-E8AB68EA066E}">
      <dgm:prSet/>
      <dgm:spPr/>
      <dgm:t>
        <a:bodyPr/>
        <a:lstStyle/>
        <a:p>
          <a:endParaRPr lang="id-ID"/>
        </a:p>
      </dgm:t>
    </dgm:pt>
    <dgm:pt modelId="{DAEE0101-0419-4ADB-B4DD-CEA9A9136A9B}">
      <dgm:prSet phldrT="[Text]"/>
      <dgm:spPr/>
      <dgm:t>
        <a:bodyPr/>
        <a:lstStyle/>
        <a:p>
          <a:pPr>
            <a:buNone/>
          </a:pPr>
          <a:r>
            <a:rPr lang="id-ID" b="0" i="0" dirty="0"/>
            <a:t>IT</a:t>
          </a:r>
          <a:endParaRPr lang="id-ID" dirty="0"/>
        </a:p>
      </dgm:t>
    </dgm:pt>
    <dgm:pt modelId="{A16E1571-B06D-4640-A020-52CCF5015C55}" type="parTrans" cxnId="{E952A8CE-0D41-4D85-87A0-268EFAED44D2}">
      <dgm:prSet/>
      <dgm:spPr/>
      <dgm:t>
        <a:bodyPr/>
        <a:lstStyle/>
        <a:p>
          <a:endParaRPr lang="id-ID"/>
        </a:p>
      </dgm:t>
    </dgm:pt>
    <dgm:pt modelId="{B0A30B24-6E5A-4D6F-898E-1D97C81FEEEF}" type="sibTrans" cxnId="{E952A8CE-0D41-4D85-87A0-268EFAED44D2}">
      <dgm:prSet/>
      <dgm:spPr/>
      <dgm:t>
        <a:bodyPr/>
        <a:lstStyle/>
        <a:p>
          <a:endParaRPr lang="id-ID"/>
        </a:p>
      </dgm:t>
    </dgm:pt>
    <dgm:pt modelId="{FBCD7165-BB3D-4766-83CB-13AB94F16E2D}">
      <dgm:prSet phldrT="[Text]" phldr="0"/>
      <dgm:spPr/>
      <dgm:t>
        <a:bodyPr/>
        <a:lstStyle/>
        <a:p>
          <a:r>
            <a:rPr lang="en-US" dirty="0"/>
            <a:t>BR</a:t>
          </a:r>
          <a:endParaRPr lang="id-ID" dirty="0"/>
        </a:p>
      </dgm:t>
    </dgm:pt>
    <dgm:pt modelId="{E122B61A-E698-4D67-B198-D028A09BE033}" type="parTrans" cxnId="{59B0D6CA-C98E-4344-B5A1-10603CBF7C0B}">
      <dgm:prSet/>
      <dgm:spPr/>
      <dgm:t>
        <a:bodyPr/>
        <a:lstStyle/>
        <a:p>
          <a:endParaRPr lang="id-ID"/>
        </a:p>
      </dgm:t>
    </dgm:pt>
    <dgm:pt modelId="{4A105B90-7F68-4D8E-A618-C5058A8005D1}" type="sibTrans" cxnId="{59B0D6CA-C98E-4344-B5A1-10603CBF7C0B}">
      <dgm:prSet/>
      <dgm:spPr/>
      <dgm:t>
        <a:bodyPr/>
        <a:lstStyle/>
        <a:p>
          <a:endParaRPr lang="id-ID"/>
        </a:p>
      </dgm:t>
    </dgm:pt>
    <dgm:pt modelId="{9C59DB29-A716-4574-993F-B31FDDB05912}">
      <dgm:prSet phldrT="[Text]"/>
      <dgm:spPr/>
      <dgm:t>
        <a:bodyPr/>
        <a:lstStyle/>
        <a:p>
          <a:pPr>
            <a:buNone/>
          </a:pPr>
          <a:r>
            <a:rPr lang="id-ID" b="0" i="0" dirty="0"/>
            <a:t>Marketing</a:t>
          </a:r>
          <a:endParaRPr lang="id-ID" dirty="0"/>
        </a:p>
      </dgm:t>
    </dgm:pt>
    <dgm:pt modelId="{95A7AFB6-32D5-4AA1-8716-E2F4DA767F9F}" type="parTrans" cxnId="{1DDE7F29-5D6E-4BDF-A4D2-0A5D4D360C1B}">
      <dgm:prSet/>
      <dgm:spPr/>
      <dgm:t>
        <a:bodyPr/>
        <a:lstStyle/>
        <a:p>
          <a:endParaRPr lang="id-ID"/>
        </a:p>
      </dgm:t>
    </dgm:pt>
    <dgm:pt modelId="{EC74A6D1-B8A4-4ACE-A9F8-57A0ABD91343}" type="sibTrans" cxnId="{1DDE7F29-5D6E-4BDF-A4D2-0A5D4D360C1B}">
      <dgm:prSet/>
      <dgm:spPr/>
      <dgm:t>
        <a:bodyPr/>
        <a:lstStyle/>
        <a:p>
          <a:endParaRPr lang="id-ID"/>
        </a:p>
      </dgm:t>
    </dgm:pt>
    <dgm:pt modelId="{56A2D6CE-E2E6-4B71-B5C9-B7F21DD56D74}">
      <dgm:prSet phldrT="[Text]"/>
      <dgm:spPr/>
      <dgm:t>
        <a:bodyPr/>
        <a:lstStyle/>
        <a:p>
          <a:pPr>
            <a:buNone/>
          </a:pPr>
          <a:r>
            <a:rPr lang="id-ID" b="0" i="0" dirty="0"/>
            <a:t>HR</a:t>
          </a:r>
          <a:endParaRPr lang="id-ID" dirty="0"/>
        </a:p>
      </dgm:t>
    </dgm:pt>
    <dgm:pt modelId="{4E0A9339-0F45-4B35-9FB3-89A4B5FC8F57}" type="parTrans" cxnId="{A5713D1D-CBAB-40AC-8B94-8746538B203D}">
      <dgm:prSet/>
      <dgm:spPr/>
      <dgm:t>
        <a:bodyPr/>
        <a:lstStyle/>
        <a:p>
          <a:endParaRPr lang="id-ID"/>
        </a:p>
      </dgm:t>
    </dgm:pt>
    <dgm:pt modelId="{F51E5AF7-79D2-4991-ADD1-F98F0B8F6256}" type="sibTrans" cxnId="{A5713D1D-CBAB-40AC-8B94-8746538B203D}">
      <dgm:prSet/>
      <dgm:spPr/>
      <dgm:t>
        <a:bodyPr/>
        <a:lstStyle/>
        <a:p>
          <a:endParaRPr lang="id-ID"/>
        </a:p>
      </dgm:t>
    </dgm:pt>
    <dgm:pt modelId="{90BE4306-92B7-4287-85D9-063DE09C69DA}" type="pres">
      <dgm:prSet presAssocID="{CAFB9CB9-63F7-4964-B5AE-0BBA3822C8E9}" presName="hierChild1" presStyleCnt="0">
        <dgm:presLayoutVars>
          <dgm:chPref val="1"/>
          <dgm:dir/>
          <dgm:animOne val="branch"/>
          <dgm:animLvl val="lvl"/>
          <dgm:resizeHandles/>
        </dgm:presLayoutVars>
      </dgm:prSet>
      <dgm:spPr/>
    </dgm:pt>
    <dgm:pt modelId="{F372ABE8-67A1-46F6-AABD-782162E2C95F}" type="pres">
      <dgm:prSet presAssocID="{BFDB3263-2EFC-4AA9-871E-ED58EE968935}" presName="hierRoot1" presStyleCnt="0"/>
      <dgm:spPr/>
    </dgm:pt>
    <dgm:pt modelId="{881D2579-E47F-4102-950C-B476C0BEFFD7}" type="pres">
      <dgm:prSet presAssocID="{BFDB3263-2EFC-4AA9-871E-ED58EE968935}" presName="composite" presStyleCnt="0"/>
      <dgm:spPr/>
    </dgm:pt>
    <dgm:pt modelId="{AB10D461-50BC-4A03-A886-4520EB018351}" type="pres">
      <dgm:prSet presAssocID="{BFDB3263-2EFC-4AA9-871E-ED58EE968935}" presName="image" presStyleLbl="node0" presStyleIdx="0" presStyleCnt="1"/>
      <dgm:spPr>
        <a:blipFill>
          <a:blip xmlns:r="http://schemas.openxmlformats.org/officeDocument/2006/relationships" r:embed="rId1"/>
          <a:srcRect/>
          <a:stretch>
            <a:fillRect/>
          </a:stretch>
        </a:blipFill>
      </dgm:spPr>
    </dgm:pt>
    <dgm:pt modelId="{D30B01A1-507B-4A0F-B6DF-5CDE773C062B}" type="pres">
      <dgm:prSet presAssocID="{BFDB3263-2EFC-4AA9-871E-ED58EE968935}" presName="text" presStyleLbl="revTx" presStyleIdx="0" presStyleCnt="6">
        <dgm:presLayoutVars>
          <dgm:chPref val="3"/>
        </dgm:presLayoutVars>
      </dgm:prSet>
      <dgm:spPr/>
    </dgm:pt>
    <dgm:pt modelId="{C4660A32-CA1D-4289-8B3C-204DB3F7F2C9}" type="pres">
      <dgm:prSet presAssocID="{BFDB3263-2EFC-4AA9-871E-ED58EE968935}" presName="hierChild2" presStyleCnt="0"/>
      <dgm:spPr/>
    </dgm:pt>
    <dgm:pt modelId="{F74874A7-75F4-4F32-8ABC-E08052EFFD6D}" type="pres">
      <dgm:prSet presAssocID="{068D7D1D-0A5F-49DB-90EE-BF2ED57ECF08}" presName="Name10" presStyleLbl="parChTrans1D2" presStyleIdx="0" presStyleCnt="2"/>
      <dgm:spPr/>
    </dgm:pt>
    <dgm:pt modelId="{B05A7429-094D-4B50-AD05-5D8959AE322B}" type="pres">
      <dgm:prSet presAssocID="{9BF13231-043E-4DC4-8B25-29306B929E11}" presName="hierRoot2" presStyleCnt="0"/>
      <dgm:spPr/>
    </dgm:pt>
    <dgm:pt modelId="{5B356F42-833F-455E-8391-7C3173A57BD7}" type="pres">
      <dgm:prSet presAssocID="{9BF13231-043E-4DC4-8B25-29306B929E11}" presName="composite2" presStyleCnt="0"/>
      <dgm:spPr/>
    </dgm:pt>
    <dgm:pt modelId="{AD9F9856-5909-4443-B166-5BE16A996801}" type="pres">
      <dgm:prSet presAssocID="{9BF13231-043E-4DC4-8B25-29306B929E11}" presName="image2" presStyleLbl="node2" presStyleIdx="0" presStyleCnt="2"/>
      <dgm:spPr>
        <a:blipFill>
          <a:blip xmlns:r="http://schemas.openxmlformats.org/officeDocument/2006/relationships" r:embed="rId2"/>
          <a:srcRect/>
          <a:stretch>
            <a:fillRect/>
          </a:stretch>
        </a:blipFill>
      </dgm:spPr>
    </dgm:pt>
    <dgm:pt modelId="{973000E1-9DE0-457A-A3C5-3925AA79C6E7}" type="pres">
      <dgm:prSet presAssocID="{9BF13231-043E-4DC4-8B25-29306B929E11}" presName="text2" presStyleLbl="revTx" presStyleIdx="1" presStyleCnt="6">
        <dgm:presLayoutVars>
          <dgm:chPref val="3"/>
        </dgm:presLayoutVars>
      </dgm:prSet>
      <dgm:spPr/>
    </dgm:pt>
    <dgm:pt modelId="{C9F5EEDC-9A83-46F6-9DD1-674FACC1D80C}" type="pres">
      <dgm:prSet presAssocID="{9BF13231-043E-4DC4-8B25-29306B929E11}" presName="hierChild3" presStyleCnt="0"/>
      <dgm:spPr/>
    </dgm:pt>
    <dgm:pt modelId="{1D3C0143-B97D-46DF-B001-ADA4870E7995}" type="pres">
      <dgm:prSet presAssocID="{A16E1571-B06D-4640-A020-52CCF5015C55}" presName="Name17" presStyleLbl="parChTrans1D3" presStyleIdx="0" presStyleCnt="3"/>
      <dgm:spPr/>
    </dgm:pt>
    <dgm:pt modelId="{D8DD12B3-EC47-4F84-8AD9-1250E5A156E2}" type="pres">
      <dgm:prSet presAssocID="{DAEE0101-0419-4ADB-B4DD-CEA9A9136A9B}" presName="hierRoot3" presStyleCnt="0"/>
      <dgm:spPr/>
    </dgm:pt>
    <dgm:pt modelId="{07512A1B-8EED-43FA-A17F-F8C57F5A62CE}" type="pres">
      <dgm:prSet presAssocID="{DAEE0101-0419-4ADB-B4DD-CEA9A9136A9B}" presName="composite3" presStyleCnt="0"/>
      <dgm:spPr/>
    </dgm:pt>
    <dgm:pt modelId="{5A6E2162-0337-4EAB-965B-56E6D55522F4}" type="pres">
      <dgm:prSet presAssocID="{DAEE0101-0419-4ADB-B4DD-CEA9A9136A9B}" presName="image3" presStyleLbl="node3" presStyleIdx="0" presStyleCnt="3"/>
      <dgm:spPr>
        <a:blipFill>
          <a:blip xmlns:r="http://schemas.openxmlformats.org/officeDocument/2006/relationships" r:embed="rId1"/>
          <a:srcRect/>
          <a:stretch>
            <a:fillRect/>
          </a:stretch>
        </a:blipFill>
      </dgm:spPr>
    </dgm:pt>
    <dgm:pt modelId="{0F61A98B-0E58-40BA-ACB3-BE9CF367FC1D}" type="pres">
      <dgm:prSet presAssocID="{DAEE0101-0419-4ADB-B4DD-CEA9A9136A9B}" presName="text3" presStyleLbl="revTx" presStyleIdx="2" presStyleCnt="6">
        <dgm:presLayoutVars>
          <dgm:chPref val="3"/>
        </dgm:presLayoutVars>
      </dgm:prSet>
      <dgm:spPr/>
    </dgm:pt>
    <dgm:pt modelId="{00F0CE7C-6D41-4C90-AD37-05B6AD45E230}" type="pres">
      <dgm:prSet presAssocID="{DAEE0101-0419-4ADB-B4DD-CEA9A9136A9B}" presName="hierChild4" presStyleCnt="0"/>
      <dgm:spPr/>
    </dgm:pt>
    <dgm:pt modelId="{B6A14BEF-B175-4A45-83D4-64ED391164D4}" type="pres">
      <dgm:prSet presAssocID="{E122B61A-E698-4D67-B198-D028A09BE033}" presName="Name17" presStyleLbl="parChTrans1D3" presStyleIdx="1" presStyleCnt="3"/>
      <dgm:spPr/>
    </dgm:pt>
    <dgm:pt modelId="{30A00DD7-79AC-4D92-BF8A-31C96EC68924}" type="pres">
      <dgm:prSet presAssocID="{FBCD7165-BB3D-4766-83CB-13AB94F16E2D}" presName="hierRoot3" presStyleCnt="0"/>
      <dgm:spPr/>
    </dgm:pt>
    <dgm:pt modelId="{C8EC8E91-8BBC-4AC1-A727-615FC34E9216}" type="pres">
      <dgm:prSet presAssocID="{FBCD7165-BB3D-4766-83CB-13AB94F16E2D}" presName="composite3" presStyleCnt="0"/>
      <dgm:spPr/>
    </dgm:pt>
    <dgm:pt modelId="{1819FD74-B77F-416B-844B-76B6A25D5336}" type="pres">
      <dgm:prSet presAssocID="{FBCD7165-BB3D-4766-83CB-13AB94F16E2D}" presName="image3" presStyleLbl="node3" presStyleIdx="1" presStyleCnt="3"/>
      <dgm:spPr>
        <a:blipFill>
          <a:blip xmlns:r="http://schemas.openxmlformats.org/officeDocument/2006/relationships" r:embed="rId3"/>
          <a:srcRect/>
          <a:stretch>
            <a:fillRect t="-3000" b="-3000"/>
          </a:stretch>
        </a:blipFill>
      </dgm:spPr>
    </dgm:pt>
    <dgm:pt modelId="{C5DAF078-AD26-432C-A620-8640A747F93C}" type="pres">
      <dgm:prSet presAssocID="{FBCD7165-BB3D-4766-83CB-13AB94F16E2D}" presName="text3" presStyleLbl="revTx" presStyleIdx="3" presStyleCnt="6">
        <dgm:presLayoutVars>
          <dgm:chPref val="3"/>
        </dgm:presLayoutVars>
      </dgm:prSet>
      <dgm:spPr/>
    </dgm:pt>
    <dgm:pt modelId="{8A8AC9D7-3CF4-431F-B486-AB6D5DA0983A}" type="pres">
      <dgm:prSet presAssocID="{FBCD7165-BB3D-4766-83CB-13AB94F16E2D}" presName="hierChild4" presStyleCnt="0"/>
      <dgm:spPr/>
    </dgm:pt>
    <dgm:pt modelId="{AABD8877-478F-4BD9-A6E1-A073E61996ED}" type="pres">
      <dgm:prSet presAssocID="{95A7AFB6-32D5-4AA1-8716-E2F4DA767F9F}" presName="Name10" presStyleLbl="parChTrans1D2" presStyleIdx="1" presStyleCnt="2"/>
      <dgm:spPr/>
    </dgm:pt>
    <dgm:pt modelId="{D64B518A-A38B-4AD6-9860-596F276FA7FB}" type="pres">
      <dgm:prSet presAssocID="{9C59DB29-A716-4574-993F-B31FDDB05912}" presName="hierRoot2" presStyleCnt="0"/>
      <dgm:spPr/>
    </dgm:pt>
    <dgm:pt modelId="{9F78D793-E3D1-41BC-BA5D-3AEC19D0A5E9}" type="pres">
      <dgm:prSet presAssocID="{9C59DB29-A716-4574-993F-B31FDDB05912}" presName="composite2" presStyleCnt="0"/>
      <dgm:spPr/>
    </dgm:pt>
    <dgm:pt modelId="{46DA80D7-F2F8-4A7B-83ED-2F36A1395883}" type="pres">
      <dgm:prSet presAssocID="{9C59DB29-A716-4574-993F-B31FDDB05912}" presName="image2" presStyleLbl="node2" presStyleIdx="1" presStyleCnt="2"/>
      <dgm:spPr>
        <a:blipFill>
          <a:blip xmlns:r="http://schemas.openxmlformats.org/officeDocument/2006/relationships" r:embed="rId4"/>
          <a:srcRect/>
          <a:stretch>
            <a:fillRect/>
          </a:stretch>
        </a:blipFill>
      </dgm:spPr>
    </dgm:pt>
    <dgm:pt modelId="{06B0799C-8822-46BD-A1E4-730D28112D43}" type="pres">
      <dgm:prSet presAssocID="{9C59DB29-A716-4574-993F-B31FDDB05912}" presName="text2" presStyleLbl="revTx" presStyleIdx="4" presStyleCnt="6">
        <dgm:presLayoutVars>
          <dgm:chPref val="3"/>
        </dgm:presLayoutVars>
      </dgm:prSet>
      <dgm:spPr/>
    </dgm:pt>
    <dgm:pt modelId="{E1B95C2E-DADF-4FF3-9B6D-CD014D936AFF}" type="pres">
      <dgm:prSet presAssocID="{9C59DB29-A716-4574-993F-B31FDDB05912}" presName="hierChild3" presStyleCnt="0"/>
      <dgm:spPr/>
    </dgm:pt>
    <dgm:pt modelId="{718CD87B-5007-4F54-8D25-C8C4B5484AB9}" type="pres">
      <dgm:prSet presAssocID="{4E0A9339-0F45-4B35-9FB3-89A4B5FC8F57}" presName="Name17" presStyleLbl="parChTrans1D3" presStyleIdx="2" presStyleCnt="3"/>
      <dgm:spPr/>
    </dgm:pt>
    <dgm:pt modelId="{492EC694-D1B1-479A-AEAB-2CA8A357EC8D}" type="pres">
      <dgm:prSet presAssocID="{56A2D6CE-E2E6-4B71-B5C9-B7F21DD56D74}" presName="hierRoot3" presStyleCnt="0"/>
      <dgm:spPr/>
    </dgm:pt>
    <dgm:pt modelId="{C0E8287E-14B9-4808-9FE1-2AE93A43F7D4}" type="pres">
      <dgm:prSet presAssocID="{56A2D6CE-E2E6-4B71-B5C9-B7F21DD56D74}" presName="composite3" presStyleCnt="0"/>
      <dgm:spPr/>
    </dgm:pt>
    <dgm:pt modelId="{6B445A8D-32E6-4140-83E3-3B75DC7B6AD9}" type="pres">
      <dgm:prSet presAssocID="{56A2D6CE-E2E6-4B71-B5C9-B7F21DD56D74}" presName="image3" presStyleLbl="node3" presStyleIdx="2" presStyleCnt="3"/>
      <dgm:spPr>
        <a:blipFill>
          <a:blip xmlns:r="http://schemas.openxmlformats.org/officeDocument/2006/relationships" r:embed="rId5"/>
          <a:srcRect/>
          <a:stretch>
            <a:fillRect/>
          </a:stretch>
        </a:blipFill>
      </dgm:spPr>
    </dgm:pt>
    <dgm:pt modelId="{3C32DCE6-AEED-4736-A988-8C1ACA4E719F}" type="pres">
      <dgm:prSet presAssocID="{56A2D6CE-E2E6-4B71-B5C9-B7F21DD56D74}" presName="text3" presStyleLbl="revTx" presStyleIdx="5" presStyleCnt="6">
        <dgm:presLayoutVars>
          <dgm:chPref val="3"/>
        </dgm:presLayoutVars>
      </dgm:prSet>
      <dgm:spPr/>
    </dgm:pt>
    <dgm:pt modelId="{427AF544-8A7F-4747-AE5A-C3DAFEB8AE25}" type="pres">
      <dgm:prSet presAssocID="{56A2D6CE-E2E6-4B71-B5C9-B7F21DD56D74}" presName="hierChild4" presStyleCnt="0"/>
      <dgm:spPr/>
    </dgm:pt>
  </dgm:ptLst>
  <dgm:cxnLst>
    <dgm:cxn modelId="{19CBC907-6E04-43F4-AC0D-EADFC5637473}" type="presOf" srcId="{56A2D6CE-E2E6-4B71-B5C9-B7F21DD56D74}" destId="{3C32DCE6-AEED-4736-A988-8C1ACA4E719F}" srcOrd="0" destOrd="0" presId="urn:microsoft.com/office/officeart/2009/layout/CirclePictureHierarchy"/>
    <dgm:cxn modelId="{6D9EEE0F-2B71-441E-B71C-60F774167C59}" type="presOf" srcId="{4E0A9339-0F45-4B35-9FB3-89A4B5FC8F57}" destId="{718CD87B-5007-4F54-8D25-C8C4B5484AB9}" srcOrd="0" destOrd="0" presId="urn:microsoft.com/office/officeart/2009/layout/CirclePictureHierarchy"/>
    <dgm:cxn modelId="{C4603E16-DF35-4CB0-8CC9-93F22307D108}" type="presOf" srcId="{9BF13231-043E-4DC4-8B25-29306B929E11}" destId="{973000E1-9DE0-457A-A3C5-3925AA79C6E7}" srcOrd="0" destOrd="0" presId="urn:microsoft.com/office/officeart/2009/layout/CirclePictureHierarchy"/>
    <dgm:cxn modelId="{A5713D1D-CBAB-40AC-8B94-8746538B203D}" srcId="{9C59DB29-A716-4574-993F-B31FDDB05912}" destId="{56A2D6CE-E2E6-4B71-B5C9-B7F21DD56D74}" srcOrd="0" destOrd="0" parTransId="{4E0A9339-0F45-4B35-9FB3-89A4B5FC8F57}" sibTransId="{F51E5AF7-79D2-4991-ADD1-F98F0B8F6256}"/>
    <dgm:cxn modelId="{1DDE7F29-5D6E-4BDF-A4D2-0A5D4D360C1B}" srcId="{BFDB3263-2EFC-4AA9-871E-ED58EE968935}" destId="{9C59DB29-A716-4574-993F-B31FDDB05912}" srcOrd="1" destOrd="0" parTransId="{95A7AFB6-32D5-4AA1-8716-E2F4DA767F9F}" sibTransId="{EC74A6D1-B8A4-4ACE-A9F8-57A0ABD91343}"/>
    <dgm:cxn modelId="{B9BFEB2B-4950-490F-80B1-113CFF6F8D52}" type="presOf" srcId="{068D7D1D-0A5F-49DB-90EE-BF2ED57ECF08}" destId="{F74874A7-75F4-4F32-8ABC-E08052EFFD6D}" srcOrd="0" destOrd="0" presId="urn:microsoft.com/office/officeart/2009/layout/CirclePictureHierarchy"/>
    <dgm:cxn modelId="{0725BC3B-8B8C-49D0-B217-291480EBB741}" type="presOf" srcId="{BFDB3263-2EFC-4AA9-871E-ED58EE968935}" destId="{D30B01A1-507B-4A0F-B6DF-5CDE773C062B}" srcOrd="0" destOrd="0" presId="urn:microsoft.com/office/officeart/2009/layout/CirclePictureHierarchy"/>
    <dgm:cxn modelId="{F4B8BB65-FF9B-4848-96D3-FCBE94E535B4}" type="presOf" srcId="{A16E1571-B06D-4640-A020-52CCF5015C55}" destId="{1D3C0143-B97D-46DF-B001-ADA4870E7995}" srcOrd="0" destOrd="0" presId="urn:microsoft.com/office/officeart/2009/layout/CirclePictureHierarchy"/>
    <dgm:cxn modelId="{CD16DE77-90AB-4C27-9AF0-CCB707B70B20}" srcId="{CAFB9CB9-63F7-4964-B5AE-0BBA3822C8E9}" destId="{BFDB3263-2EFC-4AA9-871E-ED58EE968935}" srcOrd="0" destOrd="0" parTransId="{01CF7EBC-12E2-4B03-A35E-C6223AC2C880}" sibTransId="{3DE2570B-F8F5-47A0-AB4E-BA3C06538D52}"/>
    <dgm:cxn modelId="{E224F358-C578-4119-A5BD-47576B3E14C3}" type="presOf" srcId="{CAFB9CB9-63F7-4964-B5AE-0BBA3822C8E9}" destId="{90BE4306-92B7-4287-85D9-063DE09C69DA}" srcOrd="0" destOrd="0" presId="urn:microsoft.com/office/officeart/2009/layout/CirclePictureHierarchy"/>
    <dgm:cxn modelId="{EC11D559-91A7-4CE8-BF3F-3C51862139CE}" type="presOf" srcId="{E122B61A-E698-4D67-B198-D028A09BE033}" destId="{B6A14BEF-B175-4A45-83D4-64ED391164D4}" srcOrd="0" destOrd="0" presId="urn:microsoft.com/office/officeart/2009/layout/CirclePictureHierarchy"/>
    <dgm:cxn modelId="{789CEDA4-2E1E-4614-8E45-7F5BF31D72A9}" type="presOf" srcId="{9C59DB29-A716-4574-993F-B31FDDB05912}" destId="{06B0799C-8822-46BD-A1E4-730D28112D43}" srcOrd="0" destOrd="0" presId="urn:microsoft.com/office/officeart/2009/layout/CirclePictureHierarchy"/>
    <dgm:cxn modelId="{3686BCB1-337C-4869-88A6-BB6BDEEB0FB2}" type="presOf" srcId="{DAEE0101-0419-4ADB-B4DD-CEA9A9136A9B}" destId="{0F61A98B-0E58-40BA-ACB3-BE9CF367FC1D}" srcOrd="0" destOrd="0" presId="urn:microsoft.com/office/officeart/2009/layout/CirclePictureHierarchy"/>
    <dgm:cxn modelId="{5A926ABB-F79A-4E51-B16A-EE4FB39B7715}" type="presOf" srcId="{FBCD7165-BB3D-4766-83CB-13AB94F16E2D}" destId="{C5DAF078-AD26-432C-A620-8640A747F93C}" srcOrd="0" destOrd="0" presId="urn:microsoft.com/office/officeart/2009/layout/CirclePictureHierarchy"/>
    <dgm:cxn modelId="{373C48C6-7DB8-46E2-BC56-3364734778FD}" type="presOf" srcId="{95A7AFB6-32D5-4AA1-8716-E2F4DA767F9F}" destId="{AABD8877-478F-4BD9-A6E1-A073E61996ED}" srcOrd="0" destOrd="0" presId="urn:microsoft.com/office/officeart/2009/layout/CirclePictureHierarchy"/>
    <dgm:cxn modelId="{2F1EC6C6-5746-4311-8584-E8AB68EA066E}" srcId="{BFDB3263-2EFC-4AA9-871E-ED58EE968935}" destId="{9BF13231-043E-4DC4-8B25-29306B929E11}" srcOrd="0" destOrd="0" parTransId="{068D7D1D-0A5F-49DB-90EE-BF2ED57ECF08}" sibTransId="{887E0346-7192-4CC7-A7A6-CF5817E10906}"/>
    <dgm:cxn modelId="{59B0D6CA-C98E-4344-B5A1-10603CBF7C0B}" srcId="{9BF13231-043E-4DC4-8B25-29306B929E11}" destId="{FBCD7165-BB3D-4766-83CB-13AB94F16E2D}" srcOrd="1" destOrd="0" parTransId="{E122B61A-E698-4D67-B198-D028A09BE033}" sibTransId="{4A105B90-7F68-4D8E-A618-C5058A8005D1}"/>
    <dgm:cxn modelId="{E952A8CE-0D41-4D85-87A0-268EFAED44D2}" srcId="{9BF13231-043E-4DC4-8B25-29306B929E11}" destId="{DAEE0101-0419-4ADB-B4DD-CEA9A9136A9B}" srcOrd="0" destOrd="0" parTransId="{A16E1571-B06D-4640-A020-52CCF5015C55}" sibTransId="{B0A30B24-6E5A-4D6F-898E-1D97C81FEEEF}"/>
    <dgm:cxn modelId="{833838EE-49FC-4623-85DA-D483F92846CB}" type="presParOf" srcId="{90BE4306-92B7-4287-85D9-063DE09C69DA}" destId="{F372ABE8-67A1-46F6-AABD-782162E2C95F}" srcOrd="0" destOrd="0" presId="urn:microsoft.com/office/officeart/2009/layout/CirclePictureHierarchy"/>
    <dgm:cxn modelId="{8ACF1C5F-1DA6-4083-8793-79E5343CE42F}" type="presParOf" srcId="{F372ABE8-67A1-46F6-AABD-782162E2C95F}" destId="{881D2579-E47F-4102-950C-B476C0BEFFD7}" srcOrd="0" destOrd="0" presId="urn:microsoft.com/office/officeart/2009/layout/CirclePictureHierarchy"/>
    <dgm:cxn modelId="{702664A5-70F6-4DB8-9592-71DBC20C3553}" type="presParOf" srcId="{881D2579-E47F-4102-950C-B476C0BEFFD7}" destId="{AB10D461-50BC-4A03-A886-4520EB018351}" srcOrd="0" destOrd="0" presId="urn:microsoft.com/office/officeart/2009/layout/CirclePictureHierarchy"/>
    <dgm:cxn modelId="{DFAA1DBA-F836-44E6-AD9C-86318FC9B2F3}" type="presParOf" srcId="{881D2579-E47F-4102-950C-B476C0BEFFD7}" destId="{D30B01A1-507B-4A0F-B6DF-5CDE773C062B}" srcOrd="1" destOrd="0" presId="urn:microsoft.com/office/officeart/2009/layout/CirclePictureHierarchy"/>
    <dgm:cxn modelId="{0861E7DA-373D-4A79-A79B-334712A1242B}" type="presParOf" srcId="{F372ABE8-67A1-46F6-AABD-782162E2C95F}" destId="{C4660A32-CA1D-4289-8B3C-204DB3F7F2C9}" srcOrd="1" destOrd="0" presId="urn:microsoft.com/office/officeart/2009/layout/CirclePictureHierarchy"/>
    <dgm:cxn modelId="{4B9B5CC2-F244-4F56-B37A-20D6E90C5C6D}" type="presParOf" srcId="{C4660A32-CA1D-4289-8B3C-204DB3F7F2C9}" destId="{F74874A7-75F4-4F32-8ABC-E08052EFFD6D}" srcOrd="0" destOrd="0" presId="urn:microsoft.com/office/officeart/2009/layout/CirclePictureHierarchy"/>
    <dgm:cxn modelId="{0B3AE082-7BD2-41B0-BFB1-B82061678E50}" type="presParOf" srcId="{C4660A32-CA1D-4289-8B3C-204DB3F7F2C9}" destId="{B05A7429-094D-4B50-AD05-5D8959AE322B}" srcOrd="1" destOrd="0" presId="urn:microsoft.com/office/officeart/2009/layout/CirclePictureHierarchy"/>
    <dgm:cxn modelId="{A8A72B6C-043C-4508-B973-FAA086F7F54A}" type="presParOf" srcId="{B05A7429-094D-4B50-AD05-5D8959AE322B}" destId="{5B356F42-833F-455E-8391-7C3173A57BD7}" srcOrd="0" destOrd="0" presId="urn:microsoft.com/office/officeart/2009/layout/CirclePictureHierarchy"/>
    <dgm:cxn modelId="{E9FD5F2A-D402-407E-A187-B527E8AFD158}" type="presParOf" srcId="{5B356F42-833F-455E-8391-7C3173A57BD7}" destId="{AD9F9856-5909-4443-B166-5BE16A996801}" srcOrd="0" destOrd="0" presId="urn:microsoft.com/office/officeart/2009/layout/CirclePictureHierarchy"/>
    <dgm:cxn modelId="{B6F7BBEA-77E5-4A23-B485-8BE5A28D1A53}" type="presParOf" srcId="{5B356F42-833F-455E-8391-7C3173A57BD7}" destId="{973000E1-9DE0-457A-A3C5-3925AA79C6E7}" srcOrd="1" destOrd="0" presId="urn:microsoft.com/office/officeart/2009/layout/CirclePictureHierarchy"/>
    <dgm:cxn modelId="{5C15E185-0824-4784-A58F-D8082A14D4CF}" type="presParOf" srcId="{B05A7429-094D-4B50-AD05-5D8959AE322B}" destId="{C9F5EEDC-9A83-46F6-9DD1-674FACC1D80C}" srcOrd="1" destOrd="0" presId="urn:microsoft.com/office/officeart/2009/layout/CirclePictureHierarchy"/>
    <dgm:cxn modelId="{10F684CA-D046-4BB3-9283-0D5828FD75D1}" type="presParOf" srcId="{C9F5EEDC-9A83-46F6-9DD1-674FACC1D80C}" destId="{1D3C0143-B97D-46DF-B001-ADA4870E7995}" srcOrd="0" destOrd="0" presId="urn:microsoft.com/office/officeart/2009/layout/CirclePictureHierarchy"/>
    <dgm:cxn modelId="{A21D44AA-9975-426A-B99E-71C70F036657}" type="presParOf" srcId="{C9F5EEDC-9A83-46F6-9DD1-674FACC1D80C}" destId="{D8DD12B3-EC47-4F84-8AD9-1250E5A156E2}" srcOrd="1" destOrd="0" presId="urn:microsoft.com/office/officeart/2009/layout/CirclePictureHierarchy"/>
    <dgm:cxn modelId="{31FEB559-AC1B-4DA4-9C1D-B1A17D421A58}" type="presParOf" srcId="{D8DD12B3-EC47-4F84-8AD9-1250E5A156E2}" destId="{07512A1B-8EED-43FA-A17F-F8C57F5A62CE}" srcOrd="0" destOrd="0" presId="urn:microsoft.com/office/officeart/2009/layout/CirclePictureHierarchy"/>
    <dgm:cxn modelId="{38585EC3-52C3-4C04-9C08-59FA20380968}" type="presParOf" srcId="{07512A1B-8EED-43FA-A17F-F8C57F5A62CE}" destId="{5A6E2162-0337-4EAB-965B-56E6D55522F4}" srcOrd="0" destOrd="0" presId="urn:microsoft.com/office/officeart/2009/layout/CirclePictureHierarchy"/>
    <dgm:cxn modelId="{F275C815-630A-4469-B540-8D075783F155}" type="presParOf" srcId="{07512A1B-8EED-43FA-A17F-F8C57F5A62CE}" destId="{0F61A98B-0E58-40BA-ACB3-BE9CF367FC1D}" srcOrd="1" destOrd="0" presId="urn:microsoft.com/office/officeart/2009/layout/CirclePictureHierarchy"/>
    <dgm:cxn modelId="{0A43A223-B8E5-4C18-BE8F-58BE8FA0AF1A}" type="presParOf" srcId="{D8DD12B3-EC47-4F84-8AD9-1250E5A156E2}" destId="{00F0CE7C-6D41-4C90-AD37-05B6AD45E230}" srcOrd="1" destOrd="0" presId="urn:microsoft.com/office/officeart/2009/layout/CirclePictureHierarchy"/>
    <dgm:cxn modelId="{C9D9A638-C721-4F29-AD7C-F26487BB50D0}" type="presParOf" srcId="{C9F5EEDC-9A83-46F6-9DD1-674FACC1D80C}" destId="{B6A14BEF-B175-4A45-83D4-64ED391164D4}" srcOrd="2" destOrd="0" presId="urn:microsoft.com/office/officeart/2009/layout/CirclePictureHierarchy"/>
    <dgm:cxn modelId="{88512107-CDEB-4FD5-B669-24F5DEE40EE4}" type="presParOf" srcId="{C9F5EEDC-9A83-46F6-9DD1-674FACC1D80C}" destId="{30A00DD7-79AC-4D92-BF8A-31C96EC68924}" srcOrd="3" destOrd="0" presId="urn:microsoft.com/office/officeart/2009/layout/CirclePictureHierarchy"/>
    <dgm:cxn modelId="{7AEE0384-B66C-42B4-9C02-DF1E3B4CA869}" type="presParOf" srcId="{30A00DD7-79AC-4D92-BF8A-31C96EC68924}" destId="{C8EC8E91-8BBC-4AC1-A727-615FC34E9216}" srcOrd="0" destOrd="0" presId="urn:microsoft.com/office/officeart/2009/layout/CirclePictureHierarchy"/>
    <dgm:cxn modelId="{FD6E057D-D8B0-43C5-830C-D62367AA018D}" type="presParOf" srcId="{C8EC8E91-8BBC-4AC1-A727-615FC34E9216}" destId="{1819FD74-B77F-416B-844B-76B6A25D5336}" srcOrd="0" destOrd="0" presId="urn:microsoft.com/office/officeart/2009/layout/CirclePictureHierarchy"/>
    <dgm:cxn modelId="{8CB797F4-0377-461F-930E-C20A093BD52C}" type="presParOf" srcId="{C8EC8E91-8BBC-4AC1-A727-615FC34E9216}" destId="{C5DAF078-AD26-432C-A620-8640A747F93C}" srcOrd="1" destOrd="0" presId="urn:microsoft.com/office/officeart/2009/layout/CirclePictureHierarchy"/>
    <dgm:cxn modelId="{2E18DE0F-176A-4620-8300-A2C6F83CDBC4}" type="presParOf" srcId="{30A00DD7-79AC-4D92-BF8A-31C96EC68924}" destId="{8A8AC9D7-3CF4-431F-B486-AB6D5DA0983A}" srcOrd="1" destOrd="0" presId="urn:microsoft.com/office/officeart/2009/layout/CirclePictureHierarchy"/>
    <dgm:cxn modelId="{5BCC5DF6-DDB1-4D2D-B693-471112ED4AE4}" type="presParOf" srcId="{C4660A32-CA1D-4289-8B3C-204DB3F7F2C9}" destId="{AABD8877-478F-4BD9-A6E1-A073E61996ED}" srcOrd="2" destOrd="0" presId="urn:microsoft.com/office/officeart/2009/layout/CirclePictureHierarchy"/>
    <dgm:cxn modelId="{CBF831C3-222D-4DB3-A707-5911A794CEFC}" type="presParOf" srcId="{C4660A32-CA1D-4289-8B3C-204DB3F7F2C9}" destId="{D64B518A-A38B-4AD6-9860-596F276FA7FB}" srcOrd="3" destOrd="0" presId="urn:microsoft.com/office/officeart/2009/layout/CirclePictureHierarchy"/>
    <dgm:cxn modelId="{873A7AE2-AA34-421F-B2AC-9886D3C019F1}" type="presParOf" srcId="{D64B518A-A38B-4AD6-9860-596F276FA7FB}" destId="{9F78D793-E3D1-41BC-BA5D-3AEC19D0A5E9}" srcOrd="0" destOrd="0" presId="urn:microsoft.com/office/officeart/2009/layout/CirclePictureHierarchy"/>
    <dgm:cxn modelId="{3B11CD5A-9F70-4EAF-9A46-2DFAF6FFE871}" type="presParOf" srcId="{9F78D793-E3D1-41BC-BA5D-3AEC19D0A5E9}" destId="{46DA80D7-F2F8-4A7B-83ED-2F36A1395883}" srcOrd="0" destOrd="0" presId="urn:microsoft.com/office/officeart/2009/layout/CirclePictureHierarchy"/>
    <dgm:cxn modelId="{A42D1ADE-F7E5-4680-88F7-234BE0995D10}" type="presParOf" srcId="{9F78D793-E3D1-41BC-BA5D-3AEC19D0A5E9}" destId="{06B0799C-8822-46BD-A1E4-730D28112D43}" srcOrd="1" destOrd="0" presId="urn:microsoft.com/office/officeart/2009/layout/CirclePictureHierarchy"/>
    <dgm:cxn modelId="{4D44BBBD-4CD7-4810-B2F1-6EDF6EE788A5}" type="presParOf" srcId="{D64B518A-A38B-4AD6-9860-596F276FA7FB}" destId="{E1B95C2E-DADF-4FF3-9B6D-CD014D936AFF}" srcOrd="1" destOrd="0" presId="urn:microsoft.com/office/officeart/2009/layout/CirclePictureHierarchy"/>
    <dgm:cxn modelId="{5EA608BD-D72E-4D36-838C-7B6F85F47E27}" type="presParOf" srcId="{E1B95C2E-DADF-4FF3-9B6D-CD014D936AFF}" destId="{718CD87B-5007-4F54-8D25-C8C4B5484AB9}" srcOrd="0" destOrd="0" presId="urn:microsoft.com/office/officeart/2009/layout/CirclePictureHierarchy"/>
    <dgm:cxn modelId="{D32B8D99-61B0-4BF3-990B-7A3508A733EE}" type="presParOf" srcId="{E1B95C2E-DADF-4FF3-9B6D-CD014D936AFF}" destId="{492EC694-D1B1-479A-AEAB-2CA8A357EC8D}" srcOrd="1" destOrd="0" presId="urn:microsoft.com/office/officeart/2009/layout/CirclePictureHierarchy"/>
    <dgm:cxn modelId="{3E7583F8-16E9-4822-85FB-A63133F79170}" type="presParOf" srcId="{492EC694-D1B1-479A-AEAB-2CA8A357EC8D}" destId="{C0E8287E-14B9-4808-9FE1-2AE93A43F7D4}" srcOrd="0" destOrd="0" presId="urn:microsoft.com/office/officeart/2009/layout/CirclePictureHierarchy"/>
    <dgm:cxn modelId="{F69C4E5E-15AD-4BD7-9F06-0293B2BE51DA}" type="presParOf" srcId="{C0E8287E-14B9-4808-9FE1-2AE93A43F7D4}" destId="{6B445A8D-32E6-4140-83E3-3B75DC7B6AD9}" srcOrd="0" destOrd="0" presId="urn:microsoft.com/office/officeart/2009/layout/CirclePictureHierarchy"/>
    <dgm:cxn modelId="{224B4BF6-A4F5-468E-A603-C2E1ACAD4F00}" type="presParOf" srcId="{C0E8287E-14B9-4808-9FE1-2AE93A43F7D4}" destId="{3C32DCE6-AEED-4736-A988-8C1ACA4E719F}" srcOrd="1" destOrd="0" presId="urn:microsoft.com/office/officeart/2009/layout/CirclePictureHierarchy"/>
    <dgm:cxn modelId="{96C1855F-D477-4302-A65F-C0F7B239C07B}" type="presParOf" srcId="{492EC694-D1B1-479A-AEAB-2CA8A357EC8D}" destId="{427AF544-8A7F-4747-AE5A-C3DAFEB8AE25}" srcOrd="1" destOrd="0" presId="urn:microsoft.com/office/officeart/2009/layout/CirclePicture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CD87B-5007-4F54-8D25-C8C4B5484AB9}">
      <dsp:nvSpPr>
        <dsp:cNvPr id="0" name=""/>
        <dsp:cNvSpPr/>
      </dsp:nvSpPr>
      <dsp:spPr>
        <a:xfrm>
          <a:off x="4579995" y="2488740"/>
          <a:ext cx="91440" cy="242850"/>
        </a:xfrm>
        <a:custGeom>
          <a:avLst/>
          <a:gdLst/>
          <a:ahLst/>
          <a:cxnLst/>
          <a:rect l="0" t="0" r="0" b="0"/>
          <a:pathLst>
            <a:path>
              <a:moveTo>
                <a:pt x="45720" y="0"/>
              </a:moveTo>
              <a:lnTo>
                <a:pt x="45720" y="2428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BD8877-478F-4BD9-A6E1-A073E61996ED}">
      <dsp:nvSpPr>
        <dsp:cNvPr id="0" name=""/>
        <dsp:cNvSpPr/>
      </dsp:nvSpPr>
      <dsp:spPr>
        <a:xfrm>
          <a:off x="3035625" y="1474938"/>
          <a:ext cx="1590089" cy="242850"/>
        </a:xfrm>
        <a:custGeom>
          <a:avLst/>
          <a:gdLst/>
          <a:ahLst/>
          <a:cxnLst/>
          <a:rect l="0" t="0" r="0" b="0"/>
          <a:pathLst>
            <a:path>
              <a:moveTo>
                <a:pt x="0" y="0"/>
              </a:moveTo>
              <a:lnTo>
                <a:pt x="0" y="122388"/>
              </a:lnTo>
              <a:lnTo>
                <a:pt x="1590089" y="122388"/>
              </a:lnTo>
              <a:lnTo>
                <a:pt x="1590089" y="24285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A14BEF-B175-4A45-83D4-64ED391164D4}">
      <dsp:nvSpPr>
        <dsp:cNvPr id="0" name=""/>
        <dsp:cNvSpPr/>
      </dsp:nvSpPr>
      <dsp:spPr>
        <a:xfrm>
          <a:off x="1445535" y="2488740"/>
          <a:ext cx="1060059" cy="242850"/>
        </a:xfrm>
        <a:custGeom>
          <a:avLst/>
          <a:gdLst/>
          <a:ahLst/>
          <a:cxnLst/>
          <a:rect l="0" t="0" r="0" b="0"/>
          <a:pathLst>
            <a:path>
              <a:moveTo>
                <a:pt x="0" y="0"/>
              </a:moveTo>
              <a:lnTo>
                <a:pt x="0" y="122388"/>
              </a:lnTo>
              <a:lnTo>
                <a:pt x="1060059" y="122388"/>
              </a:lnTo>
              <a:lnTo>
                <a:pt x="1060059" y="2428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3C0143-B97D-46DF-B001-ADA4870E7995}">
      <dsp:nvSpPr>
        <dsp:cNvPr id="0" name=""/>
        <dsp:cNvSpPr/>
      </dsp:nvSpPr>
      <dsp:spPr>
        <a:xfrm>
          <a:off x="385476" y="2488740"/>
          <a:ext cx="1060059" cy="242850"/>
        </a:xfrm>
        <a:custGeom>
          <a:avLst/>
          <a:gdLst/>
          <a:ahLst/>
          <a:cxnLst/>
          <a:rect l="0" t="0" r="0" b="0"/>
          <a:pathLst>
            <a:path>
              <a:moveTo>
                <a:pt x="1060059" y="0"/>
              </a:moveTo>
              <a:lnTo>
                <a:pt x="1060059" y="122388"/>
              </a:lnTo>
              <a:lnTo>
                <a:pt x="0" y="122388"/>
              </a:lnTo>
              <a:lnTo>
                <a:pt x="0" y="2428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4874A7-75F4-4F32-8ABC-E08052EFFD6D}">
      <dsp:nvSpPr>
        <dsp:cNvPr id="0" name=""/>
        <dsp:cNvSpPr/>
      </dsp:nvSpPr>
      <dsp:spPr>
        <a:xfrm>
          <a:off x="1445535" y="1474938"/>
          <a:ext cx="1590089" cy="242850"/>
        </a:xfrm>
        <a:custGeom>
          <a:avLst/>
          <a:gdLst/>
          <a:ahLst/>
          <a:cxnLst/>
          <a:rect l="0" t="0" r="0" b="0"/>
          <a:pathLst>
            <a:path>
              <a:moveTo>
                <a:pt x="1590089" y="0"/>
              </a:moveTo>
              <a:lnTo>
                <a:pt x="1590089" y="122388"/>
              </a:lnTo>
              <a:lnTo>
                <a:pt x="0" y="122388"/>
              </a:lnTo>
              <a:lnTo>
                <a:pt x="0" y="24285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0D461-50BC-4A03-A886-4520EB018351}">
      <dsp:nvSpPr>
        <dsp:cNvPr id="0" name=""/>
        <dsp:cNvSpPr/>
      </dsp:nvSpPr>
      <dsp:spPr>
        <a:xfrm>
          <a:off x="2650149" y="703985"/>
          <a:ext cx="770952" cy="770952"/>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0B01A1-507B-4A0F-B6DF-5CDE773C062B}">
      <dsp:nvSpPr>
        <dsp:cNvPr id="0" name=""/>
        <dsp:cNvSpPr/>
      </dsp:nvSpPr>
      <dsp:spPr>
        <a:xfrm>
          <a:off x="3421101" y="702058"/>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CEO</a:t>
          </a:r>
          <a:endParaRPr lang="id-ID" sz="1800" kern="1200" dirty="0"/>
        </a:p>
      </dsp:txBody>
      <dsp:txXfrm>
        <a:off x="3421101" y="702058"/>
        <a:ext cx="1156428" cy="770952"/>
      </dsp:txXfrm>
    </dsp:sp>
    <dsp:sp modelId="{AD9F9856-5909-4443-B166-5BE16A996801}">
      <dsp:nvSpPr>
        <dsp:cNvPr id="0" name=""/>
        <dsp:cNvSpPr/>
      </dsp:nvSpPr>
      <dsp:spPr>
        <a:xfrm>
          <a:off x="1060059" y="1717788"/>
          <a:ext cx="770952" cy="770952"/>
        </a:xfrm>
        <a:prstGeom prst="ellipse">
          <a:avLst/>
        </a:prstGeom>
        <a:blipFill>
          <a:blip xmlns:r="http://schemas.openxmlformats.org/officeDocument/2006/relationships" r:embed="rId2"/>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3000E1-9DE0-457A-A3C5-3925AA79C6E7}">
      <dsp:nvSpPr>
        <dsp:cNvPr id="0" name=""/>
        <dsp:cNvSpPr/>
      </dsp:nvSpPr>
      <dsp:spPr>
        <a:xfrm>
          <a:off x="1831012" y="1715861"/>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d-ID" sz="1800" b="0" i="0" kern="1200" dirty="0"/>
            <a:t>Finance</a:t>
          </a:r>
          <a:endParaRPr lang="id-ID" sz="1800" kern="1200" dirty="0"/>
        </a:p>
      </dsp:txBody>
      <dsp:txXfrm>
        <a:off x="1831012" y="1715861"/>
        <a:ext cx="1156428" cy="770952"/>
      </dsp:txXfrm>
    </dsp:sp>
    <dsp:sp modelId="{5A6E2162-0337-4EAB-965B-56E6D55522F4}">
      <dsp:nvSpPr>
        <dsp:cNvPr id="0" name=""/>
        <dsp:cNvSpPr/>
      </dsp:nvSpPr>
      <dsp:spPr>
        <a:xfrm>
          <a:off x="0" y="2731590"/>
          <a:ext cx="770952" cy="770952"/>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61A98B-0E58-40BA-ACB3-BE9CF367FC1D}">
      <dsp:nvSpPr>
        <dsp:cNvPr id="0" name=""/>
        <dsp:cNvSpPr/>
      </dsp:nvSpPr>
      <dsp:spPr>
        <a:xfrm>
          <a:off x="770952" y="2729663"/>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d-ID" sz="1800" b="0" i="0" kern="1200" dirty="0"/>
            <a:t>IT</a:t>
          </a:r>
          <a:endParaRPr lang="id-ID" sz="1800" kern="1200" dirty="0"/>
        </a:p>
      </dsp:txBody>
      <dsp:txXfrm>
        <a:off x="770952" y="2729663"/>
        <a:ext cx="1156428" cy="770952"/>
      </dsp:txXfrm>
    </dsp:sp>
    <dsp:sp modelId="{1819FD74-B77F-416B-844B-76B6A25D5336}">
      <dsp:nvSpPr>
        <dsp:cNvPr id="0" name=""/>
        <dsp:cNvSpPr/>
      </dsp:nvSpPr>
      <dsp:spPr>
        <a:xfrm>
          <a:off x="2120119" y="2731590"/>
          <a:ext cx="770952" cy="770952"/>
        </a:xfrm>
        <a:prstGeom prst="ellipse">
          <a:avLst/>
        </a:prstGeom>
        <a:blipFill>
          <a:blip xmlns:r="http://schemas.openxmlformats.org/officeDocument/2006/relationships" r:embed="rId3"/>
          <a:srcRect/>
          <a:stretch>
            <a:fillRect t="-3000" b="-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DAF078-AD26-432C-A620-8640A747F93C}">
      <dsp:nvSpPr>
        <dsp:cNvPr id="0" name=""/>
        <dsp:cNvSpPr/>
      </dsp:nvSpPr>
      <dsp:spPr>
        <a:xfrm>
          <a:off x="2891071" y="2729663"/>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BR</a:t>
          </a:r>
          <a:endParaRPr lang="id-ID" sz="1800" kern="1200" dirty="0"/>
        </a:p>
      </dsp:txBody>
      <dsp:txXfrm>
        <a:off x="2891071" y="2729663"/>
        <a:ext cx="1156428" cy="770952"/>
      </dsp:txXfrm>
    </dsp:sp>
    <dsp:sp modelId="{46DA80D7-F2F8-4A7B-83ED-2F36A1395883}">
      <dsp:nvSpPr>
        <dsp:cNvPr id="0" name=""/>
        <dsp:cNvSpPr/>
      </dsp:nvSpPr>
      <dsp:spPr>
        <a:xfrm>
          <a:off x="4240238" y="1717788"/>
          <a:ext cx="770952" cy="770952"/>
        </a:xfrm>
        <a:prstGeom prst="ellipse">
          <a:avLst/>
        </a:prstGeom>
        <a:blipFill>
          <a:blip xmlns:r="http://schemas.openxmlformats.org/officeDocument/2006/relationships" r:embed="rId4"/>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B0799C-8822-46BD-A1E4-730D28112D43}">
      <dsp:nvSpPr>
        <dsp:cNvPr id="0" name=""/>
        <dsp:cNvSpPr/>
      </dsp:nvSpPr>
      <dsp:spPr>
        <a:xfrm>
          <a:off x="5011191" y="1715861"/>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d-ID" sz="1800" b="0" i="0" kern="1200" dirty="0"/>
            <a:t>Marketing</a:t>
          </a:r>
          <a:endParaRPr lang="id-ID" sz="1800" kern="1200" dirty="0"/>
        </a:p>
      </dsp:txBody>
      <dsp:txXfrm>
        <a:off x="5011191" y="1715861"/>
        <a:ext cx="1156428" cy="770952"/>
      </dsp:txXfrm>
    </dsp:sp>
    <dsp:sp modelId="{6B445A8D-32E6-4140-83E3-3B75DC7B6AD9}">
      <dsp:nvSpPr>
        <dsp:cNvPr id="0" name=""/>
        <dsp:cNvSpPr/>
      </dsp:nvSpPr>
      <dsp:spPr>
        <a:xfrm>
          <a:off x="4240238" y="2731590"/>
          <a:ext cx="770952" cy="770952"/>
        </a:xfrm>
        <a:prstGeom prst="ellipse">
          <a:avLst/>
        </a:prstGeom>
        <a:blipFill>
          <a:blip xmlns:r="http://schemas.openxmlformats.org/officeDocument/2006/relationships" r:embed="rId5"/>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32DCE6-AEED-4736-A988-8C1ACA4E719F}">
      <dsp:nvSpPr>
        <dsp:cNvPr id="0" name=""/>
        <dsp:cNvSpPr/>
      </dsp:nvSpPr>
      <dsp:spPr>
        <a:xfrm>
          <a:off x="5011191" y="2729663"/>
          <a:ext cx="1156428" cy="77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d-ID" sz="1800" b="0" i="0" kern="1200" dirty="0"/>
            <a:t>HR</a:t>
          </a:r>
          <a:endParaRPr lang="id-ID" sz="1800" kern="1200" dirty="0"/>
        </a:p>
      </dsp:txBody>
      <dsp:txXfrm>
        <a:off x="5011191" y="2729663"/>
        <a:ext cx="1156428" cy="770952"/>
      </dsp:txXfrm>
    </dsp:sp>
  </dsp:spTree>
</dsp:drawing>
</file>

<file path=ppt/diagrams/layout1.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73DA9-1A7B-ADAA-B0AB-E46A0FFE93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CBC203B3-0914-64CA-FA3E-4EAB05A0069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8BBD6B34-D1C5-CECD-FE1D-B6916C204BE5}"/>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4B27227D-82B9-205E-AC7F-F62490CD5B0F}"/>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FC57DBFF-435A-A9CC-9AB7-BDF7D39CB1DE}"/>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375659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E7C3-008D-844A-6F58-4D9982E39C00}"/>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F97C1245-A105-17A5-79AD-40ACD856CE96}"/>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FBE1FE13-4117-A3D0-E0DD-7B4897F98896}"/>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96E57A95-CCFE-0A61-DA01-A491DDEB4E57}"/>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C0B81EBA-5CD3-4DF4-56B3-F60FB2B83B49}"/>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999386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9A7E-2376-0BA1-BCD5-5DD46CC870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7D47710F-07FF-7E64-6D01-D6D4A4A33355}"/>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387DA9-4262-FB47-75B9-F13CAA03E139}"/>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FEE008AE-514F-A485-4BBE-84EA798B5921}"/>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091B5F8D-99F2-1531-58D8-A5FA3CE5F365}"/>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480936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628DA-ADE9-0E10-CF13-802DD93112C6}"/>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E851E33C-8981-7574-0DB7-710DC94DEAE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EB7A1380-D166-2478-00C7-1F72AC058D7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6C02BD02-5701-37CA-8590-2986125D3CD3}"/>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6" name="Footer Placeholder 5">
            <a:extLst>
              <a:ext uri="{FF2B5EF4-FFF2-40B4-BE49-F238E27FC236}">
                <a16:creationId xmlns:a16="http://schemas.microsoft.com/office/drawing/2014/main" id="{7D034464-2B82-AB74-F72C-53D281CB4AD4}"/>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FA551D8D-4E4B-2684-D323-7DB4FA04F9E2}"/>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10490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951E-32E8-3188-F3E1-B03AD9032B0E}"/>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41A8201E-56CA-60FB-FAE0-4ED26D43F13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ED7126-7C1A-5911-B1F7-7F983A21D261}"/>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1E9C98A7-8100-F3DD-BB65-626744F99B6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85ED7-85D1-D305-9AA2-3882E5D1F6F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07CBA1ED-DA16-EE00-9AA5-62279DABF69B}"/>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8" name="Footer Placeholder 7">
            <a:extLst>
              <a:ext uri="{FF2B5EF4-FFF2-40B4-BE49-F238E27FC236}">
                <a16:creationId xmlns:a16="http://schemas.microsoft.com/office/drawing/2014/main" id="{98A74F20-FF8C-7B61-6037-BAFC0882E9D4}"/>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527E311F-C2FD-CD58-CFA4-F719CFACEBCC}"/>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3125969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A8D0C-5C52-678C-6EBC-B7F831D0487B}"/>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2E66E0E3-ED95-B2C3-DD5E-A4C359823785}"/>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4" name="Footer Placeholder 3">
            <a:extLst>
              <a:ext uri="{FF2B5EF4-FFF2-40B4-BE49-F238E27FC236}">
                <a16:creationId xmlns:a16="http://schemas.microsoft.com/office/drawing/2014/main" id="{0021D4D3-EBE3-1057-24EC-6CBB0524C103}"/>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64D339F8-664E-F68A-6CD7-549FC78C444D}"/>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436472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A9DDB-88B6-6BA7-E98D-387B5A5AF2C7}"/>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3" name="Footer Placeholder 2">
            <a:extLst>
              <a:ext uri="{FF2B5EF4-FFF2-40B4-BE49-F238E27FC236}">
                <a16:creationId xmlns:a16="http://schemas.microsoft.com/office/drawing/2014/main" id="{E264E5D7-1067-8B1C-6599-3C10A2045848}"/>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20899591-A798-0D8B-FB31-A1E25B5FE33D}"/>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1564703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FD74-7C91-5559-101B-8C195EE3C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0E023931-5AAA-F745-A5E2-01AC249E4A7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E00EEB9E-B61F-3ACA-7905-6177DF00254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2FB432-70EC-BAAA-3E9C-0C2E37D1612E}"/>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6" name="Footer Placeholder 5">
            <a:extLst>
              <a:ext uri="{FF2B5EF4-FFF2-40B4-BE49-F238E27FC236}">
                <a16:creationId xmlns:a16="http://schemas.microsoft.com/office/drawing/2014/main" id="{78A06965-0ADF-C9B2-AE7C-46B364866DA2}"/>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CE2220D4-8B40-B271-1CD6-F015ACFEE216}"/>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395863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6242-9424-611D-9F6B-2F260203F4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AE7997CA-6699-BCE5-A4B0-53BE2274E00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2BA3DA23-6123-E158-1DDF-06AA8348763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3A4063-E564-1520-AFC9-2C74E3A83D32}"/>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6" name="Footer Placeholder 5">
            <a:extLst>
              <a:ext uri="{FF2B5EF4-FFF2-40B4-BE49-F238E27FC236}">
                <a16:creationId xmlns:a16="http://schemas.microsoft.com/office/drawing/2014/main" id="{E6C473E1-1D42-97A9-C556-DF55FEEAABD8}"/>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18A9CC52-B7A8-5AFF-6CC1-2A383B892DFB}"/>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409908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AAC2-9F50-5324-2832-E80E499CADB7}"/>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C01C77F4-F961-FAEE-1748-AB9F010443F9}"/>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65DD9121-3C0A-48CC-0C04-563CD602C32A}"/>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2FECD0F7-3B7F-B7A8-FA60-AE87A30069C4}"/>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E2F577C4-B40C-68F8-F70B-7B6559A82F3C}"/>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1971346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997CB7-AFE6-46C0-93E5-E96B11279B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982E0550-017E-D00A-A137-B4E87E39532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9534BA82-E25A-4D13-5F69-CCEF410EA828}"/>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3EEEA7FE-0E09-615E-6868-023438537200}"/>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A5EEC428-3AA3-4204-3527-52725DBA24C1}"/>
              </a:ext>
            </a:extLst>
          </p:cNvPr>
          <p:cNvSpPr>
            <a:spLocks noGrp="1"/>
          </p:cNvSpPr>
          <p:nvPr>
            <p:ph type="sldNum" sz="quarter" idx="12"/>
          </p:nvPr>
        </p:nvSpPr>
        <p:spPr/>
        <p:txBody>
          <a:bodyPr/>
          <a:lstStyle/>
          <a:p>
            <a:fld id="{1DC51C70-14AB-4FF6-B4E6-3CB07AE78231}" type="slidenum">
              <a:rPr lang="id-ID" smtClean="0"/>
              <a:t>‹#›</a:t>
            </a:fld>
            <a:endParaRPr lang="id-ID"/>
          </a:p>
        </p:txBody>
      </p:sp>
    </p:spTree>
    <p:extLst>
      <p:ext uri="{BB962C8B-B14F-4D97-AF65-F5344CB8AC3E}">
        <p14:creationId xmlns:p14="http://schemas.microsoft.com/office/powerpoint/2010/main" val="871461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8569-97BD-CF3F-F610-E4CDF244CE4C}"/>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E9381D96-F3A0-6287-BB36-611B60A67086}"/>
              </a:ext>
            </a:extLst>
          </p:cNvPr>
          <p:cNvSpPr>
            <a:spLocks noGrp="1"/>
          </p:cNvSpPr>
          <p:nvPr>
            <p:ph type="dt" sz="half" idx="10"/>
          </p:nvPr>
        </p:nvSpPr>
        <p:spPr/>
        <p:txBody>
          <a:bodyPr/>
          <a:lstStyle/>
          <a:p>
            <a:fld id="{9960C7A1-85B9-4AA1-A620-76A4833049CF}" type="datetimeFigureOut">
              <a:rPr lang="id-ID" smtClean="0"/>
              <a:t>28/06/2026</a:t>
            </a:fld>
            <a:endParaRPr lang="id-ID"/>
          </a:p>
        </p:txBody>
      </p:sp>
      <p:sp>
        <p:nvSpPr>
          <p:cNvPr id="4" name="Footer Placeholder 3">
            <a:extLst>
              <a:ext uri="{FF2B5EF4-FFF2-40B4-BE49-F238E27FC236}">
                <a16:creationId xmlns:a16="http://schemas.microsoft.com/office/drawing/2014/main" id="{3E0311A7-B45C-1B52-DF87-61D843D1F951}"/>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7E53E59B-E6FA-E968-512E-9B7A01B9E7BA}"/>
              </a:ext>
            </a:extLst>
          </p:cNvPr>
          <p:cNvSpPr>
            <a:spLocks noGrp="1"/>
          </p:cNvSpPr>
          <p:nvPr>
            <p:ph type="sldNum" sz="quarter" idx="12"/>
          </p:nvPr>
        </p:nvSpPr>
        <p:spPr/>
        <p:txBody>
          <a:bodyPr/>
          <a:lstStyle/>
          <a:p>
            <a:fld id="{1DC51C70-14AB-4FF6-B4E6-3CB07AE78231}" type="slidenum">
              <a:rPr lang="id-ID" smtClean="0"/>
              <a:t>‹#›</a:t>
            </a:fld>
            <a:endParaRPr lang="id-ID"/>
          </a:p>
        </p:txBody>
      </p:sp>
      <p:sp>
        <p:nvSpPr>
          <p:cNvPr id="7" name="Picture Placeholder 6">
            <a:extLst>
              <a:ext uri="{FF2B5EF4-FFF2-40B4-BE49-F238E27FC236}">
                <a16:creationId xmlns:a16="http://schemas.microsoft.com/office/drawing/2014/main" id="{DCA8E1B9-2C22-D0A1-E8C2-1D649D9B4870}"/>
              </a:ext>
            </a:extLst>
          </p:cNvPr>
          <p:cNvSpPr>
            <a:spLocks noGrp="1"/>
          </p:cNvSpPr>
          <p:nvPr>
            <p:ph type="pic" sz="quarter" idx="13"/>
          </p:nvPr>
        </p:nvSpPr>
        <p:spPr>
          <a:xfrm>
            <a:off x="838200" y="2216150"/>
            <a:ext cx="4114800" cy="3671888"/>
          </a:xfrm>
          <a:prstGeom prst="rect">
            <a:avLst/>
          </a:prstGeom>
        </p:spPr>
        <p:txBody>
          <a:bodyPr/>
          <a:lstStyle/>
          <a:p>
            <a:endParaRPr lang="id-ID"/>
          </a:p>
        </p:txBody>
      </p:sp>
      <p:sp>
        <p:nvSpPr>
          <p:cNvPr id="9" name="Text Placeholder 8">
            <a:extLst>
              <a:ext uri="{FF2B5EF4-FFF2-40B4-BE49-F238E27FC236}">
                <a16:creationId xmlns:a16="http://schemas.microsoft.com/office/drawing/2014/main" id="{9CE74CDB-B043-9B7F-1BD3-2FE103C7E6A8}"/>
              </a:ext>
            </a:extLst>
          </p:cNvPr>
          <p:cNvSpPr>
            <a:spLocks noGrp="1"/>
          </p:cNvSpPr>
          <p:nvPr>
            <p:ph type="body" sz="quarter" idx="14"/>
          </p:nvPr>
        </p:nvSpPr>
        <p:spPr>
          <a:xfrm>
            <a:off x="5416550" y="2216150"/>
            <a:ext cx="5937250" cy="36718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567390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D02AFF-71B3-C9B6-0D63-C2F039DC10E3}"/>
              </a:ext>
            </a:extLst>
          </p:cNvPr>
          <p:cNvSpPr>
            <a:spLocks noGrp="1"/>
          </p:cNvSpPr>
          <p:nvPr>
            <p:ph type="title"/>
          </p:nvPr>
        </p:nvSpPr>
        <p:spPr>
          <a:xfrm>
            <a:off x="2757055" y="365125"/>
            <a:ext cx="8596745" cy="1325563"/>
          </a:xfrm>
          <a:prstGeom prst="rect">
            <a:avLst/>
          </a:prstGeom>
        </p:spPr>
        <p:txBody>
          <a:bodyPr vert="horz" lIns="91440" tIns="45720" rIns="91440" bIns="45720" rtlCol="0" anchor="ctr">
            <a:normAutofit/>
          </a:bodyPr>
          <a:lstStyle/>
          <a:p>
            <a:r>
              <a:rPr lang="en-US" dirty="0"/>
              <a:t>Click to edit Master title style</a:t>
            </a:r>
            <a:endParaRPr lang="id-ID" dirty="0"/>
          </a:p>
        </p:txBody>
      </p:sp>
      <p:sp>
        <p:nvSpPr>
          <p:cNvPr id="4" name="Date Placeholder 3">
            <a:extLst>
              <a:ext uri="{FF2B5EF4-FFF2-40B4-BE49-F238E27FC236}">
                <a16:creationId xmlns:a16="http://schemas.microsoft.com/office/drawing/2014/main" id="{83AAD4A5-8DB0-D2BC-B72F-0B5D55A8E2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60C7A1-85B9-4AA1-A620-76A4833049CF}" type="datetimeFigureOut">
              <a:rPr lang="id-ID" smtClean="0"/>
              <a:t>28/06/2026</a:t>
            </a:fld>
            <a:endParaRPr lang="id-ID"/>
          </a:p>
        </p:txBody>
      </p:sp>
      <p:sp>
        <p:nvSpPr>
          <p:cNvPr id="5" name="Footer Placeholder 4">
            <a:extLst>
              <a:ext uri="{FF2B5EF4-FFF2-40B4-BE49-F238E27FC236}">
                <a16:creationId xmlns:a16="http://schemas.microsoft.com/office/drawing/2014/main" id="{BC129FEB-2E02-4108-17AE-C1C4708C88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D317DAC1-9EBF-C4A0-A5C4-F2AE91D4F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C51C70-14AB-4FF6-B4E6-3CB07AE78231}" type="slidenum">
              <a:rPr lang="id-ID" smtClean="0"/>
              <a:t>‹#›</a:t>
            </a:fld>
            <a:endParaRPr lang="id-ID"/>
          </a:p>
        </p:txBody>
      </p:sp>
      <p:pic>
        <p:nvPicPr>
          <p:cNvPr id="8" name="Picture 7">
            <a:extLst>
              <a:ext uri="{FF2B5EF4-FFF2-40B4-BE49-F238E27FC236}">
                <a16:creationId xmlns:a16="http://schemas.microsoft.com/office/drawing/2014/main" id="{658ED4B0-CCF1-D614-2774-40C7A3D8EEC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38200" y="365125"/>
            <a:ext cx="1551709" cy="1551709"/>
          </a:xfrm>
          <a:prstGeom prst="rect">
            <a:avLst/>
          </a:prstGeom>
        </p:spPr>
      </p:pic>
    </p:spTree>
    <p:extLst>
      <p:ext uri="{BB962C8B-B14F-4D97-AF65-F5344CB8AC3E}">
        <p14:creationId xmlns:p14="http://schemas.microsoft.com/office/powerpoint/2010/main" val="1800774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12.xml"/><Relationship Id="rId5" Type="http://schemas.openxmlformats.org/officeDocument/2006/relationships/slide" Target="slide7.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slide" Target="slide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slide" Target="slide3.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DD43-F263-D4F5-9F6B-F12620FFDA5D}"/>
              </a:ext>
            </a:extLst>
          </p:cNvPr>
          <p:cNvSpPr>
            <a:spLocks noGrp="1"/>
          </p:cNvSpPr>
          <p:nvPr>
            <p:ph type="ctrTitle"/>
          </p:nvPr>
        </p:nvSpPr>
        <p:spPr/>
        <p:txBody>
          <a:bodyPr/>
          <a:lstStyle/>
          <a:p>
            <a:endParaRPr lang="id-ID"/>
          </a:p>
        </p:txBody>
      </p:sp>
      <p:sp>
        <p:nvSpPr>
          <p:cNvPr id="3" name="Subtitle 2">
            <a:extLst>
              <a:ext uri="{FF2B5EF4-FFF2-40B4-BE49-F238E27FC236}">
                <a16:creationId xmlns:a16="http://schemas.microsoft.com/office/drawing/2014/main" id="{7B0D77C8-7EF8-7957-1981-78523FBC8C7A}"/>
              </a:ext>
            </a:extLst>
          </p:cNvPr>
          <p:cNvSpPr>
            <a:spLocks noGrp="1"/>
          </p:cNvSpPr>
          <p:nvPr>
            <p:ph type="subTitle" idx="1"/>
          </p:nvPr>
        </p:nvSpPr>
        <p:spPr/>
        <p:txBody>
          <a:bodyPr/>
          <a:lstStyle/>
          <a:p>
            <a:endParaRPr lang="id-ID"/>
          </a:p>
        </p:txBody>
      </p:sp>
    </p:spTree>
    <p:extLst>
      <p:ext uri="{BB962C8B-B14F-4D97-AF65-F5344CB8AC3E}">
        <p14:creationId xmlns:p14="http://schemas.microsoft.com/office/powerpoint/2010/main" val="766401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2C8C-B452-9393-593D-A94FA4907AA3}"/>
              </a:ext>
            </a:extLst>
          </p:cNvPr>
          <p:cNvSpPr>
            <a:spLocks noGrp="1"/>
          </p:cNvSpPr>
          <p:nvPr>
            <p:ph type="title"/>
          </p:nvPr>
        </p:nvSpPr>
        <p:spPr/>
        <p:txBody>
          <a:bodyPr/>
          <a:lstStyle/>
          <a:p>
            <a:r>
              <a:rPr lang="id-ID" b="1" dirty="0"/>
              <a:t>PT Inovasi Digital Nusantara</a:t>
            </a:r>
            <a:endParaRPr lang="id-ID" dirty="0"/>
          </a:p>
        </p:txBody>
      </p:sp>
      <p:pic>
        <p:nvPicPr>
          <p:cNvPr id="7" name="Picture Placeholder 6">
            <a:extLst>
              <a:ext uri="{FF2B5EF4-FFF2-40B4-BE49-F238E27FC236}">
                <a16:creationId xmlns:a16="http://schemas.microsoft.com/office/drawing/2014/main" id="{B4488EFE-645D-9DAF-C3D4-816E994E562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382" b="5382"/>
          <a:stretch>
            <a:fillRect/>
          </a:stretch>
        </p:blipFill>
        <p:spPr>
          <a:prstGeom prst="rect">
            <a:avLst/>
          </a:prstGeom>
        </p:spPr>
      </p:pic>
      <p:sp>
        <p:nvSpPr>
          <p:cNvPr id="4" name="Text Placeholder 3">
            <a:extLst>
              <a:ext uri="{FF2B5EF4-FFF2-40B4-BE49-F238E27FC236}">
                <a16:creationId xmlns:a16="http://schemas.microsoft.com/office/drawing/2014/main" id="{C75D8943-8B02-93C6-9202-92EC0F42E985}"/>
              </a:ext>
            </a:extLst>
          </p:cNvPr>
          <p:cNvSpPr>
            <a:spLocks noGrp="1"/>
          </p:cNvSpPr>
          <p:nvPr>
            <p:ph type="body" sz="quarter" idx="14"/>
          </p:nvPr>
        </p:nvSpPr>
        <p:spPr/>
        <p:txBody>
          <a:bodyPr/>
          <a:lstStyle/>
          <a:p>
            <a:pPr marL="0" indent="0">
              <a:buNone/>
            </a:pPr>
            <a:r>
              <a:rPr lang="id-ID" sz="1400" dirty="0"/>
              <a:t>Lorem ipsum dolor sit amet, consectetur adipiscing elit. Nulla volutpat mattis ultricies. Duis eu laoreet nunc. Quisque congue felis ut ligula maximus, vitae venenatis massa vestibulum. Praesent nec cursus nulla. Curabitur feugiat tellus nisl, ac faucibus ligula suscipit in. Praesent vulputate non massa at bibendum. Sed luctus dui id risus euismod consectetur. Vivamus augue tellus, semper in magna ac, bibendum suscipit nunc. Maecenas pretium quam quis magna sollicitudin pharetra. Cras ut mi velit.</a:t>
            </a:r>
          </a:p>
          <a:p>
            <a:pPr marL="0" indent="0">
              <a:buNone/>
            </a:pPr>
            <a:endParaRPr lang="id-ID" sz="1400" dirty="0"/>
          </a:p>
          <a:p>
            <a:pPr marL="0" indent="0">
              <a:buNone/>
            </a:pPr>
            <a:r>
              <a:rPr lang="id-ID" sz="1400" dirty="0"/>
              <a:t>Cras ac venenatis libero. Sed auctor molestie venenatis. Donec fermentum aliquet finibus. Mauris faucibus dictum lorem, ac maximus mi cursus id. Pellentesque vestibulum ligula non pellentesque bibendum. Curabitur tortor nisl, feugiat quis tincidunt eu, consequat vitae neque. Quisque pharetra porta fringilla. Nam condimentum tempus odio. Sed aliquet dictum mi, ut maximus leo finibus non. Donec laoreet augue commodo, euismod erat id, dignissim tellus. commodo.</a:t>
            </a:r>
          </a:p>
        </p:txBody>
      </p:sp>
      <p:sp>
        <p:nvSpPr>
          <p:cNvPr id="5" name="TextBox 4">
            <a:extLst>
              <a:ext uri="{FF2B5EF4-FFF2-40B4-BE49-F238E27FC236}">
                <a16:creationId xmlns:a16="http://schemas.microsoft.com/office/drawing/2014/main" id="{4C47659D-3F12-F175-E3DE-CBE92F9BCEF0}"/>
              </a:ext>
            </a:extLst>
          </p:cNvPr>
          <p:cNvSpPr txBox="1"/>
          <p:nvPr/>
        </p:nvSpPr>
        <p:spPr>
          <a:xfrm>
            <a:off x="2757055" y="1321356"/>
            <a:ext cx="4529445" cy="369332"/>
          </a:xfrm>
          <a:prstGeom prst="rect">
            <a:avLst/>
          </a:prstGeom>
          <a:noFill/>
        </p:spPr>
        <p:txBody>
          <a:bodyPr wrap="none" rtlCol="0">
            <a:spAutoFit/>
          </a:bodyPr>
          <a:lstStyle/>
          <a:p>
            <a:r>
              <a:rPr lang="id-ID" i="1" dirty="0"/>
              <a:t>"Solusi Teknologi untuk Masa Depan Bisnis"</a:t>
            </a:r>
            <a:endParaRPr lang="id-ID" dirty="0"/>
          </a:p>
        </p:txBody>
      </p:sp>
    </p:spTree>
    <p:extLst>
      <p:ext uri="{BB962C8B-B14F-4D97-AF65-F5344CB8AC3E}">
        <p14:creationId xmlns:p14="http://schemas.microsoft.com/office/powerpoint/2010/main" val="260270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wipe(left)">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wipe(left)">
                                      <p:cBhvr>
                                        <p:cTn id="29"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363AC-97E6-CEDF-4A40-1F904C9C8117}"/>
              </a:ext>
            </a:extLst>
          </p:cNvPr>
          <p:cNvSpPr>
            <a:spLocks noGrp="1"/>
          </p:cNvSpPr>
          <p:nvPr>
            <p:ph type="title"/>
          </p:nvPr>
        </p:nvSpPr>
        <p:spPr/>
        <p:txBody>
          <a:bodyPr/>
          <a:lstStyle/>
          <a:p>
            <a:r>
              <a:rPr lang="id-ID" b="1" dirty="0"/>
              <a:t>Daftar Isi</a:t>
            </a:r>
            <a:endParaRPr lang="id-ID" dirty="0"/>
          </a:p>
        </p:txBody>
      </p:sp>
      <p:sp>
        <p:nvSpPr>
          <p:cNvPr id="4" name="Text Placeholder 3">
            <a:extLst>
              <a:ext uri="{FF2B5EF4-FFF2-40B4-BE49-F238E27FC236}">
                <a16:creationId xmlns:a16="http://schemas.microsoft.com/office/drawing/2014/main" id="{FAF1F4A6-F164-69EB-70B5-F9202D9498E7}"/>
              </a:ext>
            </a:extLst>
          </p:cNvPr>
          <p:cNvSpPr>
            <a:spLocks noGrp="1"/>
          </p:cNvSpPr>
          <p:nvPr>
            <p:ph type="body" sz="quarter" idx="14"/>
          </p:nvPr>
        </p:nvSpPr>
        <p:spPr>
          <a:xfrm>
            <a:off x="2757055" y="2216150"/>
            <a:ext cx="8596745" cy="3671888"/>
          </a:xfrm>
        </p:spPr>
        <p:txBody>
          <a:bodyPr/>
          <a:lstStyle/>
          <a:p>
            <a:r>
              <a:rPr lang="id-ID" dirty="0"/>
              <a:t>👤 </a:t>
            </a:r>
            <a:r>
              <a:rPr lang="id-ID" dirty="0">
                <a:hlinkClick r:id="rId2" action="ppaction://hlinksldjump"/>
              </a:rPr>
              <a:t>Profil Perusahaan</a:t>
            </a:r>
            <a:endParaRPr lang="id-ID" dirty="0"/>
          </a:p>
          <a:p>
            <a:r>
              <a:rPr lang="id-ID" dirty="0"/>
              <a:t>📈 </a:t>
            </a:r>
            <a:r>
              <a:rPr lang="id-ID" dirty="0">
                <a:hlinkClick r:id="rId3" action="ppaction://hlinksldjump"/>
              </a:rPr>
              <a:t>Data Penjualan</a:t>
            </a:r>
            <a:endParaRPr lang="id-ID" dirty="0"/>
          </a:p>
          <a:p>
            <a:r>
              <a:rPr lang="id-ID" dirty="0"/>
              <a:t>🎬 </a:t>
            </a:r>
            <a:r>
              <a:rPr lang="id-ID" dirty="0">
                <a:hlinkClick r:id="rId4" action="ppaction://hlinksldjump"/>
              </a:rPr>
              <a:t>Video Profil</a:t>
            </a:r>
            <a:endParaRPr lang="id-ID" dirty="0"/>
          </a:p>
          <a:p>
            <a:r>
              <a:rPr lang="id-ID" dirty="0"/>
              <a:t>👥 </a:t>
            </a:r>
            <a:r>
              <a:rPr lang="id-ID" dirty="0">
                <a:hlinkClick r:id="rId5" action="ppaction://hlinksldjump"/>
              </a:rPr>
              <a:t>Struktur Tim</a:t>
            </a:r>
            <a:endParaRPr lang="id-ID" dirty="0"/>
          </a:p>
        </p:txBody>
      </p:sp>
    </p:spTree>
    <p:extLst>
      <p:ext uri="{BB962C8B-B14F-4D97-AF65-F5344CB8AC3E}">
        <p14:creationId xmlns:p14="http://schemas.microsoft.com/office/powerpoint/2010/main" val="32925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left)">
                                      <p:cBhvr>
                                        <p:cTn id="16" dur="500"/>
                                        <p:tgtEl>
                                          <p:spTgt spid="4">
                                            <p:txEl>
                                              <p:pRg st="1" end="1"/>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left)">
                                      <p:cBhvr>
                                        <p:cTn id="20" dur="500"/>
                                        <p:tgtEl>
                                          <p:spTgt spid="4">
                                            <p:txEl>
                                              <p:pRg st="2" end="2"/>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wipe(left)">
                                      <p:cBhvr>
                                        <p:cTn id="24"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64BB-BA0A-8339-5D5D-DD6B9BB6967C}"/>
              </a:ext>
            </a:extLst>
          </p:cNvPr>
          <p:cNvSpPr>
            <a:spLocks noGrp="1"/>
          </p:cNvSpPr>
          <p:nvPr>
            <p:ph type="title"/>
          </p:nvPr>
        </p:nvSpPr>
        <p:spPr/>
        <p:txBody>
          <a:bodyPr/>
          <a:lstStyle/>
          <a:p>
            <a:r>
              <a:rPr lang="id-ID" b="1" dirty="0"/>
              <a:t>Profil Perusahaan</a:t>
            </a:r>
            <a:endParaRPr lang="id-ID" dirty="0"/>
          </a:p>
        </p:txBody>
      </p:sp>
      <p:pic>
        <p:nvPicPr>
          <p:cNvPr id="6" name="Picture Placeholder 5">
            <a:extLst>
              <a:ext uri="{FF2B5EF4-FFF2-40B4-BE49-F238E27FC236}">
                <a16:creationId xmlns:a16="http://schemas.microsoft.com/office/drawing/2014/main" id="{14714F98-897E-CF5A-33E8-3F43ECF1663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2612" r="12612"/>
          <a:stretch>
            <a:fillRect/>
          </a:stretch>
        </p:blipFill>
        <p:spPr>
          <a:prstGeom prst="rect">
            <a:avLst/>
          </a:prstGeom>
        </p:spPr>
      </p:pic>
      <p:sp>
        <p:nvSpPr>
          <p:cNvPr id="4" name="Text Placeholder 3">
            <a:extLst>
              <a:ext uri="{FF2B5EF4-FFF2-40B4-BE49-F238E27FC236}">
                <a16:creationId xmlns:a16="http://schemas.microsoft.com/office/drawing/2014/main" id="{88F83117-5181-9FC6-8487-2EFEC5013377}"/>
              </a:ext>
            </a:extLst>
          </p:cNvPr>
          <p:cNvSpPr>
            <a:spLocks noGrp="1"/>
          </p:cNvSpPr>
          <p:nvPr>
            <p:ph type="body" sz="quarter" idx="14"/>
          </p:nvPr>
        </p:nvSpPr>
        <p:spPr/>
        <p:txBody>
          <a:bodyPr/>
          <a:lstStyle/>
          <a:p>
            <a:pPr marL="0" indent="0">
              <a:buNone/>
            </a:pPr>
            <a:r>
              <a:rPr lang="id-ID" sz="2000" b="1" dirty="0"/>
              <a:t>Tentang Kami</a:t>
            </a:r>
            <a:br>
              <a:rPr lang="id-ID" sz="2000" dirty="0"/>
            </a:br>
            <a:r>
              <a:rPr lang="id-ID" sz="2000" dirty="0"/>
              <a:t>PT Inovasi Digital Nusantara merupakan perusahaan yang bergerak di bidang pengembangan aplikasi, website, dan sistem informasi untuk bisnis modern.</a:t>
            </a:r>
          </a:p>
          <a:p>
            <a:pPr marL="0" indent="0">
              <a:buNone/>
            </a:pPr>
            <a:r>
              <a:rPr lang="id-ID" sz="2000" b="1" dirty="0"/>
              <a:t>Visi:</a:t>
            </a:r>
            <a:r>
              <a:rPr lang="id-ID" sz="2000" dirty="0"/>
              <a:t> </a:t>
            </a:r>
            <a:endParaRPr lang="en-US" sz="2000" dirty="0"/>
          </a:p>
          <a:p>
            <a:r>
              <a:rPr lang="id-ID" sz="2000" dirty="0"/>
              <a:t>Menjadi perusahaan teknologi terpercaya di Indonesia.</a:t>
            </a:r>
          </a:p>
          <a:p>
            <a:pPr marL="0" indent="0">
              <a:buNone/>
            </a:pPr>
            <a:r>
              <a:rPr lang="id-ID" sz="2000" b="1" dirty="0"/>
              <a:t>Misi:</a:t>
            </a:r>
            <a:r>
              <a:rPr lang="id-ID" sz="2000" dirty="0"/>
              <a:t> </a:t>
            </a:r>
            <a:endParaRPr lang="en-US" sz="2000" dirty="0"/>
          </a:p>
          <a:p>
            <a:r>
              <a:rPr lang="id-ID" sz="2000" dirty="0"/>
              <a:t>Inovasi, Kualitas, Pelayanan.</a:t>
            </a:r>
          </a:p>
          <a:p>
            <a:pPr marL="0" indent="0">
              <a:buNone/>
            </a:pPr>
            <a:endParaRPr lang="id-ID" sz="2000" dirty="0"/>
          </a:p>
        </p:txBody>
      </p:sp>
      <p:sp>
        <p:nvSpPr>
          <p:cNvPr id="8" name="Action Button: Go Back or Previous 7">
            <a:hlinkClick r:id="rId3" action="ppaction://hlinksldjump" highlightClick="1"/>
            <a:extLst>
              <a:ext uri="{FF2B5EF4-FFF2-40B4-BE49-F238E27FC236}">
                <a16:creationId xmlns:a16="http://schemas.microsoft.com/office/drawing/2014/main" id="{F6418492-7A07-D0A7-FC7D-37A55F51A0AD}"/>
              </a:ext>
            </a:extLst>
          </p:cNvPr>
          <p:cNvSpPr/>
          <p:nvPr/>
        </p:nvSpPr>
        <p:spPr>
          <a:xfrm>
            <a:off x="10882859" y="6110519"/>
            <a:ext cx="470941" cy="470941"/>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4710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wipe(left)">
                                      <p:cBhvr>
                                        <p:cTn id="19" dur="500"/>
                                        <p:tgtEl>
                                          <p:spTgt spid="4">
                                            <p:txEl>
                                              <p:pRg st="0" end="0"/>
                                            </p:txEl>
                                          </p:spTgt>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wipe(left)">
                                      <p:cBhvr>
                                        <p:cTn id="23" dur="500"/>
                                        <p:tgtEl>
                                          <p:spTgt spid="4">
                                            <p:txEl>
                                              <p:pRg st="1" end="1"/>
                                            </p:txEl>
                                          </p:spTgt>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wipe(left)">
                                      <p:cBhvr>
                                        <p:cTn id="27" dur="500"/>
                                        <p:tgtEl>
                                          <p:spTgt spid="4">
                                            <p:txEl>
                                              <p:pRg st="2" end="2"/>
                                            </p:txEl>
                                          </p:spTgt>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wipe(left)">
                                      <p:cBhvr>
                                        <p:cTn id="31" dur="500"/>
                                        <p:tgtEl>
                                          <p:spTgt spid="4">
                                            <p:txEl>
                                              <p:pRg st="3" end="3"/>
                                            </p:txEl>
                                          </p:spTgt>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wipe(left)">
                                      <p:cBhvr>
                                        <p:cTn id="3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15FB6-F7A7-BC0D-7BBA-4FCE41E2D171}"/>
              </a:ext>
            </a:extLst>
          </p:cNvPr>
          <p:cNvSpPr>
            <a:spLocks noGrp="1"/>
          </p:cNvSpPr>
          <p:nvPr>
            <p:ph type="title"/>
          </p:nvPr>
        </p:nvSpPr>
        <p:spPr/>
        <p:txBody>
          <a:bodyPr/>
          <a:lstStyle/>
          <a:p>
            <a:r>
              <a:rPr lang="id-ID" b="1" dirty="0"/>
              <a:t>Pertumbuhan Penjualan</a:t>
            </a:r>
            <a:endParaRPr lang="id-ID" dirty="0"/>
          </a:p>
        </p:txBody>
      </p:sp>
      <p:graphicFrame>
        <p:nvGraphicFramePr>
          <p:cNvPr id="7" name="Chart 6">
            <a:extLst>
              <a:ext uri="{FF2B5EF4-FFF2-40B4-BE49-F238E27FC236}">
                <a16:creationId xmlns:a16="http://schemas.microsoft.com/office/drawing/2014/main" id="{62D84E3D-434E-5381-3762-6510F560C7F2}"/>
              </a:ext>
            </a:extLst>
          </p:cNvPr>
          <p:cNvGraphicFramePr/>
          <p:nvPr>
            <p:extLst>
              <p:ext uri="{D42A27DB-BD31-4B8C-83A1-F6EECF244321}">
                <p14:modId xmlns:p14="http://schemas.microsoft.com/office/powerpoint/2010/main" val="262545502"/>
              </p:ext>
            </p:extLst>
          </p:nvPr>
        </p:nvGraphicFramePr>
        <p:xfrm>
          <a:off x="2757054" y="1690688"/>
          <a:ext cx="7402945" cy="444764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9F89952E-1693-7E01-413E-7FCB66C9B15E}"/>
              </a:ext>
            </a:extLst>
          </p:cNvPr>
          <p:cNvSpPr txBox="1"/>
          <p:nvPr/>
        </p:nvSpPr>
        <p:spPr>
          <a:xfrm>
            <a:off x="10159999" y="2114017"/>
            <a:ext cx="1565075" cy="1200329"/>
          </a:xfrm>
          <a:prstGeom prst="rect">
            <a:avLst/>
          </a:prstGeom>
          <a:noFill/>
        </p:spPr>
        <p:txBody>
          <a:bodyPr wrap="square" rtlCol="0">
            <a:spAutoFit/>
          </a:bodyPr>
          <a:lstStyle/>
          <a:p>
            <a:r>
              <a:rPr lang="id-ID" dirty="0"/>
              <a:t>↑ 183% Pertumbuhan dalam 4 tahun</a:t>
            </a:r>
          </a:p>
        </p:txBody>
      </p:sp>
      <p:sp>
        <p:nvSpPr>
          <p:cNvPr id="10" name="Action Button: Go Back or Previous 9">
            <a:hlinkClick r:id="rId3" action="ppaction://hlinksldjump" highlightClick="1"/>
            <a:extLst>
              <a:ext uri="{FF2B5EF4-FFF2-40B4-BE49-F238E27FC236}">
                <a16:creationId xmlns:a16="http://schemas.microsoft.com/office/drawing/2014/main" id="{56643964-7D68-471B-3BBE-58B1E481701D}"/>
              </a:ext>
            </a:extLst>
          </p:cNvPr>
          <p:cNvSpPr/>
          <p:nvPr/>
        </p:nvSpPr>
        <p:spPr>
          <a:xfrm>
            <a:off x="10882859" y="6110519"/>
            <a:ext cx="470941" cy="470941"/>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07860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0835-873B-6A27-EAB9-CE046A26ACA2}"/>
              </a:ext>
            </a:extLst>
          </p:cNvPr>
          <p:cNvSpPr>
            <a:spLocks noGrp="1"/>
          </p:cNvSpPr>
          <p:nvPr>
            <p:ph type="title"/>
          </p:nvPr>
        </p:nvSpPr>
        <p:spPr/>
        <p:txBody>
          <a:bodyPr/>
          <a:lstStyle/>
          <a:p>
            <a:r>
              <a:rPr lang="id-ID" b="1" dirty="0"/>
              <a:t>Video Company Profile</a:t>
            </a:r>
            <a:endParaRPr lang="id-ID" dirty="0"/>
          </a:p>
        </p:txBody>
      </p:sp>
      <p:pic>
        <p:nvPicPr>
          <p:cNvPr id="5" name="video-pendek-7">
            <a:hlinkClick r:id="" action="ppaction://media"/>
            <a:extLst>
              <a:ext uri="{FF2B5EF4-FFF2-40B4-BE49-F238E27FC236}">
                <a16:creationId xmlns:a16="http://schemas.microsoft.com/office/drawing/2014/main" id="{AB26CE67-BF46-3D80-955B-272A350FB1C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757054" y="1690688"/>
            <a:ext cx="7310317" cy="4112054"/>
          </a:xfrm>
          <a:prstGeom prst="rect">
            <a:avLst/>
          </a:prstGeom>
        </p:spPr>
      </p:pic>
      <p:sp>
        <p:nvSpPr>
          <p:cNvPr id="6" name="TextBox 5">
            <a:extLst>
              <a:ext uri="{FF2B5EF4-FFF2-40B4-BE49-F238E27FC236}">
                <a16:creationId xmlns:a16="http://schemas.microsoft.com/office/drawing/2014/main" id="{1D3BA820-47C3-D686-BE93-F382FDDCA656}"/>
              </a:ext>
            </a:extLst>
          </p:cNvPr>
          <p:cNvSpPr txBox="1"/>
          <p:nvPr/>
        </p:nvSpPr>
        <p:spPr>
          <a:xfrm>
            <a:off x="2669231" y="5802742"/>
            <a:ext cx="3163815" cy="307777"/>
          </a:xfrm>
          <a:prstGeom prst="rect">
            <a:avLst/>
          </a:prstGeom>
          <a:noFill/>
        </p:spPr>
        <p:txBody>
          <a:bodyPr wrap="none" rtlCol="0">
            <a:spAutoFit/>
          </a:bodyPr>
          <a:lstStyle/>
          <a:p>
            <a:r>
              <a:rPr lang="id-ID" sz="1400" dirty="0"/>
              <a:t>Klik tombol Play untuk memutar video.</a:t>
            </a:r>
          </a:p>
        </p:txBody>
      </p:sp>
      <p:sp>
        <p:nvSpPr>
          <p:cNvPr id="7" name="Action Button: Go Back or Previous 6">
            <a:hlinkClick r:id="rId5" action="ppaction://hlinksldjump" highlightClick="1"/>
            <a:extLst>
              <a:ext uri="{FF2B5EF4-FFF2-40B4-BE49-F238E27FC236}">
                <a16:creationId xmlns:a16="http://schemas.microsoft.com/office/drawing/2014/main" id="{B33ACBE6-935A-9666-7F65-66312168E8F9}"/>
              </a:ext>
            </a:extLst>
          </p:cNvPr>
          <p:cNvSpPr/>
          <p:nvPr/>
        </p:nvSpPr>
        <p:spPr>
          <a:xfrm>
            <a:off x="10882859" y="6110519"/>
            <a:ext cx="470941" cy="470941"/>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703164196"/>
      </p:ext>
    </p:extLst>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1510-8C62-25D9-DC88-56FCCDB8AD06}"/>
              </a:ext>
            </a:extLst>
          </p:cNvPr>
          <p:cNvSpPr>
            <a:spLocks noGrp="1"/>
          </p:cNvSpPr>
          <p:nvPr>
            <p:ph type="title"/>
          </p:nvPr>
        </p:nvSpPr>
        <p:spPr/>
        <p:txBody>
          <a:bodyPr/>
          <a:lstStyle/>
          <a:p>
            <a:r>
              <a:rPr lang="id-ID" b="1" dirty="0"/>
              <a:t>Struktur Tim</a:t>
            </a:r>
            <a:endParaRPr lang="id-ID" dirty="0"/>
          </a:p>
        </p:txBody>
      </p:sp>
      <p:graphicFrame>
        <p:nvGraphicFramePr>
          <p:cNvPr id="5" name="Diagram 4">
            <a:extLst>
              <a:ext uri="{FF2B5EF4-FFF2-40B4-BE49-F238E27FC236}">
                <a16:creationId xmlns:a16="http://schemas.microsoft.com/office/drawing/2014/main" id="{279EC021-5B92-7961-B8CC-DD105EA67ED8}"/>
              </a:ext>
            </a:extLst>
          </p:cNvPr>
          <p:cNvGraphicFramePr/>
          <p:nvPr>
            <p:extLst>
              <p:ext uri="{D42A27DB-BD31-4B8C-83A1-F6EECF244321}">
                <p14:modId xmlns:p14="http://schemas.microsoft.com/office/powerpoint/2010/main" val="1551538183"/>
              </p:ext>
            </p:extLst>
          </p:nvPr>
        </p:nvGraphicFramePr>
        <p:xfrm>
          <a:off x="2757055" y="1690688"/>
          <a:ext cx="6167620" cy="42046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Action Button: Go Back or Previous 6">
            <a:hlinkClick r:id="rId7" action="ppaction://hlinksldjump" highlightClick="1"/>
            <a:extLst>
              <a:ext uri="{FF2B5EF4-FFF2-40B4-BE49-F238E27FC236}">
                <a16:creationId xmlns:a16="http://schemas.microsoft.com/office/drawing/2014/main" id="{EF3F525D-2A81-0E34-3ECE-9F6BD91E1657}"/>
              </a:ext>
            </a:extLst>
          </p:cNvPr>
          <p:cNvSpPr/>
          <p:nvPr/>
        </p:nvSpPr>
        <p:spPr>
          <a:xfrm>
            <a:off x="10882859" y="6110519"/>
            <a:ext cx="470941" cy="470941"/>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77581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dgm id="{AB10D461-50BC-4A03-A886-4520EB018351}"/>
                                            </p:graphicEl>
                                          </p:spTgt>
                                        </p:tgtEl>
                                        <p:attrNameLst>
                                          <p:attrName>style.visibility</p:attrName>
                                        </p:attrNameLst>
                                      </p:cBhvr>
                                      <p:to>
                                        <p:strVal val="visible"/>
                                      </p:to>
                                    </p:set>
                                    <p:animEffect transition="in" filter="wipe(down)">
                                      <p:cBhvr>
                                        <p:cTn id="11" dur="500"/>
                                        <p:tgtEl>
                                          <p:spTgt spid="5">
                                            <p:graphicEl>
                                              <a:dgm id="{AB10D461-50BC-4A03-A886-4520EB018351}"/>
                                            </p:graphicEl>
                                          </p:spTgt>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5">
                                            <p:graphicEl>
                                              <a:dgm id="{D30B01A1-507B-4A0F-B6DF-5CDE773C062B}"/>
                                            </p:graphicEl>
                                          </p:spTgt>
                                        </p:tgtEl>
                                        <p:attrNameLst>
                                          <p:attrName>style.visibility</p:attrName>
                                        </p:attrNameLst>
                                      </p:cBhvr>
                                      <p:to>
                                        <p:strVal val="visible"/>
                                      </p:to>
                                    </p:set>
                                    <p:animEffect transition="in" filter="wipe(down)">
                                      <p:cBhvr>
                                        <p:cTn id="14" dur="500"/>
                                        <p:tgtEl>
                                          <p:spTgt spid="5">
                                            <p:graphicEl>
                                              <a:dgm id="{D30B01A1-507B-4A0F-B6DF-5CDE773C062B}"/>
                                            </p:graphicEl>
                                          </p:spTgt>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5">
                                            <p:graphicEl>
                                              <a:dgm id="{F74874A7-75F4-4F32-8ABC-E08052EFFD6D}"/>
                                            </p:graphicEl>
                                          </p:spTgt>
                                        </p:tgtEl>
                                        <p:attrNameLst>
                                          <p:attrName>style.visibility</p:attrName>
                                        </p:attrNameLst>
                                      </p:cBhvr>
                                      <p:to>
                                        <p:strVal val="visible"/>
                                      </p:to>
                                    </p:set>
                                    <p:animEffect transition="in" filter="wipe(down)">
                                      <p:cBhvr>
                                        <p:cTn id="18" dur="500"/>
                                        <p:tgtEl>
                                          <p:spTgt spid="5">
                                            <p:graphicEl>
                                              <a:dgm id="{F74874A7-75F4-4F32-8ABC-E08052EFFD6D}"/>
                                            </p:graphic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
                                            <p:graphicEl>
                                              <a:dgm id="{AD9F9856-5909-4443-B166-5BE16A996801}"/>
                                            </p:graphicEl>
                                          </p:spTgt>
                                        </p:tgtEl>
                                        <p:attrNameLst>
                                          <p:attrName>style.visibility</p:attrName>
                                        </p:attrNameLst>
                                      </p:cBhvr>
                                      <p:to>
                                        <p:strVal val="visible"/>
                                      </p:to>
                                    </p:set>
                                    <p:animEffect transition="in" filter="wipe(down)">
                                      <p:cBhvr>
                                        <p:cTn id="21" dur="500"/>
                                        <p:tgtEl>
                                          <p:spTgt spid="5">
                                            <p:graphicEl>
                                              <a:dgm id="{AD9F9856-5909-4443-B166-5BE16A996801}"/>
                                            </p:graphic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5">
                                            <p:graphicEl>
                                              <a:dgm id="{973000E1-9DE0-457A-A3C5-3925AA79C6E7}"/>
                                            </p:graphicEl>
                                          </p:spTgt>
                                        </p:tgtEl>
                                        <p:attrNameLst>
                                          <p:attrName>style.visibility</p:attrName>
                                        </p:attrNameLst>
                                      </p:cBhvr>
                                      <p:to>
                                        <p:strVal val="visible"/>
                                      </p:to>
                                    </p:set>
                                    <p:animEffect transition="in" filter="wipe(down)">
                                      <p:cBhvr>
                                        <p:cTn id="24" dur="500"/>
                                        <p:tgtEl>
                                          <p:spTgt spid="5">
                                            <p:graphicEl>
                                              <a:dgm id="{973000E1-9DE0-457A-A3C5-3925AA79C6E7}"/>
                                            </p:graphicEl>
                                          </p:spTgt>
                                        </p:tgtEl>
                                      </p:cBhvr>
                                    </p:animEffect>
                                  </p:childTnLst>
                                </p:cTn>
                              </p:par>
                            </p:childTnLst>
                          </p:cTn>
                        </p:par>
                        <p:par>
                          <p:cTn id="25" fill="hold">
                            <p:stCondLst>
                              <p:cond delay="1500"/>
                            </p:stCondLst>
                            <p:childTnLst>
                              <p:par>
                                <p:cTn id="26" presetID="22" presetClass="entr" presetSubtype="4" fill="hold" grpId="0" nodeType="afterEffect">
                                  <p:stCondLst>
                                    <p:cond delay="0"/>
                                  </p:stCondLst>
                                  <p:childTnLst>
                                    <p:set>
                                      <p:cBhvr>
                                        <p:cTn id="27" dur="1" fill="hold">
                                          <p:stCondLst>
                                            <p:cond delay="0"/>
                                          </p:stCondLst>
                                        </p:cTn>
                                        <p:tgtEl>
                                          <p:spTgt spid="5">
                                            <p:graphicEl>
                                              <a:dgm id="{1D3C0143-B97D-46DF-B001-ADA4870E7995}"/>
                                            </p:graphicEl>
                                          </p:spTgt>
                                        </p:tgtEl>
                                        <p:attrNameLst>
                                          <p:attrName>style.visibility</p:attrName>
                                        </p:attrNameLst>
                                      </p:cBhvr>
                                      <p:to>
                                        <p:strVal val="visible"/>
                                      </p:to>
                                    </p:set>
                                    <p:animEffect transition="in" filter="wipe(down)">
                                      <p:cBhvr>
                                        <p:cTn id="28" dur="500"/>
                                        <p:tgtEl>
                                          <p:spTgt spid="5">
                                            <p:graphicEl>
                                              <a:dgm id="{1D3C0143-B97D-46DF-B001-ADA4870E7995}"/>
                                            </p:graphic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5">
                                            <p:graphicEl>
                                              <a:dgm id="{5A6E2162-0337-4EAB-965B-56E6D55522F4}"/>
                                            </p:graphicEl>
                                          </p:spTgt>
                                        </p:tgtEl>
                                        <p:attrNameLst>
                                          <p:attrName>style.visibility</p:attrName>
                                        </p:attrNameLst>
                                      </p:cBhvr>
                                      <p:to>
                                        <p:strVal val="visible"/>
                                      </p:to>
                                    </p:set>
                                    <p:animEffect transition="in" filter="wipe(down)">
                                      <p:cBhvr>
                                        <p:cTn id="31" dur="500"/>
                                        <p:tgtEl>
                                          <p:spTgt spid="5">
                                            <p:graphicEl>
                                              <a:dgm id="{5A6E2162-0337-4EAB-965B-56E6D55522F4}"/>
                                            </p:graphic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
                                            <p:graphicEl>
                                              <a:dgm id="{0F61A98B-0E58-40BA-ACB3-BE9CF367FC1D}"/>
                                            </p:graphicEl>
                                          </p:spTgt>
                                        </p:tgtEl>
                                        <p:attrNameLst>
                                          <p:attrName>style.visibility</p:attrName>
                                        </p:attrNameLst>
                                      </p:cBhvr>
                                      <p:to>
                                        <p:strVal val="visible"/>
                                      </p:to>
                                    </p:set>
                                    <p:animEffect transition="in" filter="wipe(down)">
                                      <p:cBhvr>
                                        <p:cTn id="34" dur="500"/>
                                        <p:tgtEl>
                                          <p:spTgt spid="5">
                                            <p:graphicEl>
                                              <a:dgm id="{0F61A98B-0E58-40BA-ACB3-BE9CF367FC1D}"/>
                                            </p:graphicEl>
                                          </p:spTgt>
                                        </p:tgtEl>
                                      </p:cBhvr>
                                    </p:animEffect>
                                  </p:childTnLst>
                                </p:cTn>
                              </p:par>
                            </p:childTnLst>
                          </p:cTn>
                        </p:par>
                        <p:par>
                          <p:cTn id="35" fill="hold">
                            <p:stCondLst>
                              <p:cond delay="2000"/>
                            </p:stCondLst>
                            <p:childTnLst>
                              <p:par>
                                <p:cTn id="36" presetID="22" presetClass="entr" presetSubtype="4" fill="hold" grpId="0" nodeType="afterEffect">
                                  <p:stCondLst>
                                    <p:cond delay="0"/>
                                  </p:stCondLst>
                                  <p:childTnLst>
                                    <p:set>
                                      <p:cBhvr>
                                        <p:cTn id="37" dur="1" fill="hold">
                                          <p:stCondLst>
                                            <p:cond delay="0"/>
                                          </p:stCondLst>
                                        </p:cTn>
                                        <p:tgtEl>
                                          <p:spTgt spid="5">
                                            <p:graphicEl>
                                              <a:dgm id="{B6A14BEF-B175-4A45-83D4-64ED391164D4}"/>
                                            </p:graphicEl>
                                          </p:spTgt>
                                        </p:tgtEl>
                                        <p:attrNameLst>
                                          <p:attrName>style.visibility</p:attrName>
                                        </p:attrNameLst>
                                      </p:cBhvr>
                                      <p:to>
                                        <p:strVal val="visible"/>
                                      </p:to>
                                    </p:set>
                                    <p:animEffect transition="in" filter="wipe(down)">
                                      <p:cBhvr>
                                        <p:cTn id="38" dur="500"/>
                                        <p:tgtEl>
                                          <p:spTgt spid="5">
                                            <p:graphicEl>
                                              <a:dgm id="{B6A14BEF-B175-4A45-83D4-64ED391164D4}"/>
                                            </p:graphic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5">
                                            <p:graphicEl>
                                              <a:dgm id="{1819FD74-B77F-416B-844B-76B6A25D5336}"/>
                                            </p:graphicEl>
                                          </p:spTgt>
                                        </p:tgtEl>
                                        <p:attrNameLst>
                                          <p:attrName>style.visibility</p:attrName>
                                        </p:attrNameLst>
                                      </p:cBhvr>
                                      <p:to>
                                        <p:strVal val="visible"/>
                                      </p:to>
                                    </p:set>
                                    <p:animEffect transition="in" filter="wipe(down)">
                                      <p:cBhvr>
                                        <p:cTn id="41" dur="500"/>
                                        <p:tgtEl>
                                          <p:spTgt spid="5">
                                            <p:graphicEl>
                                              <a:dgm id="{1819FD74-B77F-416B-844B-76B6A25D5336}"/>
                                            </p:graphic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
                                            <p:graphicEl>
                                              <a:dgm id="{C5DAF078-AD26-432C-A620-8640A747F93C}"/>
                                            </p:graphicEl>
                                          </p:spTgt>
                                        </p:tgtEl>
                                        <p:attrNameLst>
                                          <p:attrName>style.visibility</p:attrName>
                                        </p:attrNameLst>
                                      </p:cBhvr>
                                      <p:to>
                                        <p:strVal val="visible"/>
                                      </p:to>
                                    </p:set>
                                    <p:animEffect transition="in" filter="wipe(down)">
                                      <p:cBhvr>
                                        <p:cTn id="44" dur="500"/>
                                        <p:tgtEl>
                                          <p:spTgt spid="5">
                                            <p:graphicEl>
                                              <a:dgm id="{C5DAF078-AD26-432C-A620-8640A747F93C}"/>
                                            </p:graphicEl>
                                          </p:spTgt>
                                        </p:tgtEl>
                                      </p:cBhvr>
                                    </p:animEffect>
                                  </p:childTnLst>
                                </p:cTn>
                              </p:par>
                            </p:childTnLst>
                          </p:cTn>
                        </p:par>
                        <p:par>
                          <p:cTn id="45" fill="hold">
                            <p:stCondLst>
                              <p:cond delay="2500"/>
                            </p:stCondLst>
                            <p:childTnLst>
                              <p:par>
                                <p:cTn id="46" presetID="22" presetClass="entr" presetSubtype="4" fill="hold" grpId="0" nodeType="afterEffect">
                                  <p:stCondLst>
                                    <p:cond delay="0"/>
                                  </p:stCondLst>
                                  <p:childTnLst>
                                    <p:set>
                                      <p:cBhvr>
                                        <p:cTn id="47" dur="1" fill="hold">
                                          <p:stCondLst>
                                            <p:cond delay="0"/>
                                          </p:stCondLst>
                                        </p:cTn>
                                        <p:tgtEl>
                                          <p:spTgt spid="5">
                                            <p:graphicEl>
                                              <a:dgm id="{AABD8877-478F-4BD9-A6E1-A073E61996ED}"/>
                                            </p:graphicEl>
                                          </p:spTgt>
                                        </p:tgtEl>
                                        <p:attrNameLst>
                                          <p:attrName>style.visibility</p:attrName>
                                        </p:attrNameLst>
                                      </p:cBhvr>
                                      <p:to>
                                        <p:strVal val="visible"/>
                                      </p:to>
                                    </p:set>
                                    <p:animEffect transition="in" filter="wipe(down)">
                                      <p:cBhvr>
                                        <p:cTn id="48" dur="500"/>
                                        <p:tgtEl>
                                          <p:spTgt spid="5">
                                            <p:graphicEl>
                                              <a:dgm id="{AABD8877-478F-4BD9-A6E1-A073E61996ED}"/>
                                            </p:graphic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5">
                                            <p:graphicEl>
                                              <a:dgm id="{46DA80D7-F2F8-4A7B-83ED-2F36A1395883}"/>
                                            </p:graphicEl>
                                          </p:spTgt>
                                        </p:tgtEl>
                                        <p:attrNameLst>
                                          <p:attrName>style.visibility</p:attrName>
                                        </p:attrNameLst>
                                      </p:cBhvr>
                                      <p:to>
                                        <p:strVal val="visible"/>
                                      </p:to>
                                    </p:set>
                                    <p:animEffect transition="in" filter="wipe(down)">
                                      <p:cBhvr>
                                        <p:cTn id="51" dur="500"/>
                                        <p:tgtEl>
                                          <p:spTgt spid="5">
                                            <p:graphicEl>
                                              <a:dgm id="{46DA80D7-F2F8-4A7B-83ED-2F36A1395883}"/>
                                            </p:graphic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5">
                                            <p:graphicEl>
                                              <a:dgm id="{06B0799C-8822-46BD-A1E4-730D28112D43}"/>
                                            </p:graphicEl>
                                          </p:spTgt>
                                        </p:tgtEl>
                                        <p:attrNameLst>
                                          <p:attrName>style.visibility</p:attrName>
                                        </p:attrNameLst>
                                      </p:cBhvr>
                                      <p:to>
                                        <p:strVal val="visible"/>
                                      </p:to>
                                    </p:set>
                                    <p:animEffect transition="in" filter="wipe(down)">
                                      <p:cBhvr>
                                        <p:cTn id="54" dur="500"/>
                                        <p:tgtEl>
                                          <p:spTgt spid="5">
                                            <p:graphicEl>
                                              <a:dgm id="{06B0799C-8822-46BD-A1E4-730D28112D43}"/>
                                            </p:graphicEl>
                                          </p:spTgt>
                                        </p:tgtEl>
                                      </p:cBhvr>
                                    </p:animEffect>
                                  </p:childTnLst>
                                </p:cTn>
                              </p:par>
                            </p:childTnLst>
                          </p:cTn>
                        </p:par>
                        <p:par>
                          <p:cTn id="55" fill="hold">
                            <p:stCondLst>
                              <p:cond delay="3000"/>
                            </p:stCondLst>
                            <p:childTnLst>
                              <p:par>
                                <p:cTn id="56" presetID="22" presetClass="entr" presetSubtype="4" fill="hold" grpId="0" nodeType="afterEffect">
                                  <p:stCondLst>
                                    <p:cond delay="0"/>
                                  </p:stCondLst>
                                  <p:childTnLst>
                                    <p:set>
                                      <p:cBhvr>
                                        <p:cTn id="57" dur="1" fill="hold">
                                          <p:stCondLst>
                                            <p:cond delay="0"/>
                                          </p:stCondLst>
                                        </p:cTn>
                                        <p:tgtEl>
                                          <p:spTgt spid="5">
                                            <p:graphicEl>
                                              <a:dgm id="{718CD87B-5007-4F54-8D25-C8C4B5484AB9}"/>
                                            </p:graphicEl>
                                          </p:spTgt>
                                        </p:tgtEl>
                                        <p:attrNameLst>
                                          <p:attrName>style.visibility</p:attrName>
                                        </p:attrNameLst>
                                      </p:cBhvr>
                                      <p:to>
                                        <p:strVal val="visible"/>
                                      </p:to>
                                    </p:set>
                                    <p:animEffect transition="in" filter="wipe(down)">
                                      <p:cBhvr>
                                        <p:cTn id="58" dur="500"/>
                                        <p:tgtEl>
                                          <p:spTgt spid="5">
                                            <p:graphicEl>
                                              <a:dgm id="{718CD87B-5007-4F54-8D25-C8C4B5484AB9}"/>
                                            </p:graphicEl>
                                          </p:spTgt>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5">
                                            <p:graphicEl>
                                              <a:dgm id="{6B445A8D-32E6-4140-83E3-3B75DC7B6AD9}"/>
                                            </p:graphicEl>
                                          </p:spTgt>
                                        </p:tgtEl>
                                        <p:attrNameLst>
                                          <p:attrName>style.visibility</p:attrName>
                                        </p:attrNameLst>
                                      </p:cBhvr>
                                      <p:to>
                                        <p:strVal val="visible"/>
                                      </p:to>
                                    </p:set>
                                    <p:animEffect transition="in" filter="wipe(down)">
                                      <p:cBhvr>
                                        <p:cTn id="61" dur="500"/>
                                        <p:tgtEl>
                                          <p:spTgt spid="5">
                                            <p:graphicEl>
                                              <a:dgm id="{6B445A8D-32E6-4140-83E3-3B75DC7B6AD9}"/>
                                            </p:graphicEl>
                                          </p:spTgt>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5">
                                            <p:graphicEl>
                                              <a:dgm id="{3C32DCE6-AEED-4736-A988-8C1ACA4E719F}"/>
                                            </p:graphicEl>
                                          </p:spTgt>
                                        </p:tgtEl>
                                        <p:attrNameLst>
                                          <p:attrName>style.visibility</p:attrName>
                                        </p:attrNameLst>
                                      </p:cBhvr>
                                      <p:to>
                                        <p:strVal val="visible"/>
                                      </p:to>
                                    </p:set>
                                    <p:animEffect transition="in" filter="wipe(down)">
                                      <p:cBhvr>
                                        <p:cTn id="64" dur="500"/>
                                        <p:tgtEl>
                                          <p:spTgt spid="5">
                                            <p:graphicEl>
                                              <a:dgm id="{3C32DCE6-AEED-4736-A988-8C1ACA4E719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06BA8-521B-3E48-B05E-75B5711F9151}"/>
              </a:ext>
            </a:extLst>
          </p:cNvPr>
          <p:cNvSpPr>
            <a:spLocks noGrp="1"/>
          </p:cNvSpPr>
          <p:nvPr>
            <p:ph type="title"/>
          </p:nvPr>
        </p:nvSpPr>
        <p:spPr/>
        <p:txBody>
          <a:bodyPr/>
          <a:lstStyle/>
          <a:p>
            <a:r>
              <a:rPr lang="id-ID" b="1" dirty="0"/>
              <a:t>Terima Kasih</a:t>
            </a:r>
            <a:endParaRPr lang="id-ID" dirty="0"/>
          </a:p>
        </p:txBody>
      </p:sp>
      <p:sp>
        <p:nvSpPr>
          <p:cNvPr id="4" name="Text Placeholder 3">
            <a:extLst>
              <a:ext uri="{FF2B5EF4-FFF2-40B4-BE49-F238E27FC236}">
                <a16:creationId xmlns:a16="http://schemas.microsoft.com/office/drawing/2014/main" id="{7C5A71D4-4267-DB5A-3E7A-8B081C9C0220}"/>
              </a:ext>
            </a:extLst>
          </p:cNvPr>
          <p:cNvSpPr>
            <a:spLocks noGrp="1"/>
          </p:cNvSpPr>
          <p:nvPr>
            <p:ph type="body" sz="quarter" idx="14"/>
          </p:nvPr>
        </p:nvSpPr>
        <p:spPr>
          <a:xfrm>
            <a:off x="2737125" y="2817991"/>
            <a:ext cx="8596745" cy="1798821"/>
          </a:xfrm>
        </p:spPr>
        <p:txBody>
          <a:bodyPr/>
          <a:lstStyle/>
          <a:p>
            <a:r>
              <a:rPr lang="id-ID" dirty="0"/>
              <a:t>📧 info@idn-tech.co.id</a:t>
            </a:r>
          </a:p>
          <a:p>
            <a:r>
              <a:rPr lang="id-ID" dirty="0"/>
              <a:t>☎ (021) 555-1234</a:t>
            </a:r>
          </a:p>
          <a:p>
            <a:r>
              <a:rPr lang="id-ID" dirty="0"/>
              <a:t>🌐 www.idn-tech.co.id</a:t>
            </a:r>
          </a:p>
        </p:txBody>
      </p:sp>
      <p:sp>
        <p:nvSpPr>
          <p:cNvPr id="5" name="TextBox 4">
            <a:extLst>
              <a:ext uri="{FF2B5EF4-FFF2-40B4-BE49-F238E27FC236}">
                <a16:creationId xmlns:a16="http://schemas.microsoft.com/office/drawing/2014/main" id="{DA2791EC-3F47-1779-4936-8204394237DE}"/>
              </a:ext>
            </a:extLst>
          </p:cNvPr>
          <p:cNvSpPr txBox="1"/>
          <p:nvPr/>
        </p:nvSpPr>
        <p:spPr>
          <a:xfrm>
            <a:off x="2757056" y="1690688"/>
            <a:ext cx="4318302" cy="58477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id-ID" sz="3200" dirty="0">
                <a:ln w="0"/>
                <a:solidFill>
                  <a:schemeClr val="accent1"/>
                </a:solidFill>
                <a:effectLst>
                  <a:outerShdw blurRad="38100" dist="25400" dir="5400000" algn="ctr" rotWithShape="0">
                    <a:srgbClr val="6E747A">
                      <a:alpha val="43000"/>
                    </a:srgbClr>
                  </a:outerShdw>
                </a:effectLst>
              </a:rPr>
              <a:t>Mari Bekerja Sama!</a:t>
            </a:r>
          </a:p>
        </p:txBody>
      </p:sp>
    </p:spTree>
    <p:extLst>
      <p:ext uri="{BB962C8B-B14F-4D97-AF65-F5344CB8AC3E}">
        <p14:creationId xmlns:p14="http://schemas.microsoft.com/office/powerpoint/2010/main" val="144865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fade">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500"/>
                                        <p:tgtEl>
                                          <p:spTgt spid="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animBg="1"/>
    </p:bld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295</Words>
  <Application>Microsoft Office PowerPoint</Application>
  <PresentationFormat>Widescreen</PresentationFormat>
  <Paragraphs>33</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PT Inovasi Digital Nusantara</vt:lpstr>
      <vt:lpstr>Daftar Isi</vt:lpstr>
      <vt:lpstr>Profil Perusahaan</vt:lpstr>
      <vt:lpstr>Pertumbuhan Penjualan</vt:lpstr>
      <vt:lpstr>Video Company Profile</vt:lpstr>
      <vt:lpstr>Struktur Tim</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ONY</dc:creator>
  <cp:lastModifiedBy>ONY</cp:lastModifiedBy>
  <cp:revision>4</cp:revision>
  <dcterms:created xsi:type="dcterms:W3CDTF">2026-06-28T02:09:57Z</dcterms:created>
  <dcterms:modified xsi:type="dcterms:W3CDTF">2026-06-28T02:33:28Z</dcterms:modified>
</cp:coreProperties>
</file>