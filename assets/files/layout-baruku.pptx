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media/image4.jpg" ContentType="image/pn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Penjualan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7F-4F98-A0D8-856D6D5F81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92812255"/>
        <c:axId val="1492823295"/>
      </c:barChart>
      <c:catAx>
        <c:axId val="14928122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492823295"/>
        <c:crosses val="autoZero"/>
        <c:auto val="1"/>
        <c:lblAlgn val="ctr"/>
        <c:lblOffset val="100"/>
        <c:noMultiLvlLbl val="0"/>
      </c:catAx>
      <c:valAx>
        <c:axId val="14928232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492812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317BD3-64D1-47EB-AD1F-FC5D9B086040}" type="doc">
      <dgm:prSet loTypeId="urn:microsoft.com/office/officeart/2009/layout/CirclePicture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E009FCD6-B0C5-48FA-8721-AFB63E846056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3E69C603-A540-4105-9D5F-A0646D38CB29}" type="parTrans" cxnId="{B65FF04C-54ED-4054-B4D5-8E12220309E3}">
      <dgm:prSet/>
      <dgm:spPr/>
      <dgm:t>
        <a:bodyPr/>
        <a:lstStyle/>
        <a:p>
          <a:endParaRPr lang="id-ID"/>
        </a:p>
      </dgm:t>
    </dgm:pt>
    <dgm:pt modelId="{8B283F92-1071-494D-B14B-1FF62696BD8F}" type="sibTrans" cxnId="{B65FF04C-54ED-4054-B4D5-8E12220309E3}">
      <dgm:prSet/>
      <dgm:spPr/>
      <dgm:t>
        <a:bodyPr/>
        <a:lstStyle/>
        <a:p>
          <a:endParaRPr lang="id-ID"/>
        </a:p>
      </dgm:t>
    </dgm:pt>
    <dgm:pt modelId="{7EF4A12F-8298-4CB3-92AC-C438C512C432}">
      <dgm:prSet phldrT="[Text]"/>
      <dgm:spPr/>
      <dgm:t>
        <a:bodyPr/>
        <a:lstStyle/>
        <a:p>
          <a:pPr>
            <a:buNone/>
          </a:pPr>
          <a:r>
            <a:rPr lang="id-ID" dirty="0"/>
            <a:t>Marketing</a:t>
          </a:r>
        </a:p>
      </dgm:t>
    </dgm:pt>
    <dgm:pt modelId="{CAEC0694-A4CB-49D9-B871-757220D12C2A}" type="parTrans" cxnId="{C8CA56E9-29BA-4B66-A06E-80E6A4C01314}">
      <dgm:prSet/>
      <dgm:spPr/>
      <dgm:t>
        <a:bodyPr/>
        <a:lstStyle/>
        <a:p>
          <a:endParaRPr lang="id-ID"/>
        </a:p>
      </dgm:t>
    </dgm:pt>
    <dgm:pt modelId="{D5A20030-C963-4D9E-89DC-13CF2EB1A773}" type="sibTrans" cxnId="{C8CA56E9-29BA-4B66-A06E-80E6A4C01314}">
      <dgm:prSet/>
      <dgm:spPr/>
      <dgm:t>
        <a:bodyPr/>
        <a:lstStyle/>
        <a:p>
          <a:endParaRPr lang="id-ID"/>
        </a:p>
      </dgm:t>
    </dgm:pt>
    <dgm:pt modelId="{85DB6A9B-52B1-4D6A-B2DB-8B0C5C3F17E3}">
      <dgm:prSet phldrT="[Text]"/>
      <dgm:spPr/>
      <dgm:t>
        <a:bodyPr/>
        <a:lstStyle/>
        <a:p>
          <a:pPr>
            <a:buNone/>
          </a:pPr>
          <a:r>
            <a:rPr lang="id-ID" dirty="0"/>
            <a:t>IT</a:t>
          </a:r>
        </a:p>
      </dgm:t>
    </dgm:pt>
    <dgm:pt modelId="{406C77E3-EEAB-4A5B-909B-71C59DE2A6D8}" type="parTrans" cxnId="{5101FC22-543A-4FDE-9CAB-3E18F9EA7898}">
      <dgm:prSet/>
      <dgm:spPr/>
      <dgm:t>
        <a:bodyPr/>
        <a:lstStyle/>
        <a:p>
          <a:endParaRPr lang="id-ID"/>
        </a:p>
      </dgm:t>
    </dgm:pt>
    <dgm:pt modelId="{9E50E8D8-3C19-4259-A9AD-23BF11D7EAA2}" type="sibTrans" cxnId="{5101FC22-543A-4FDE-9CAB-3E18F9EA7898}">
      <dgm:prSet/>
      <dgm:spPr/>
      <dgm:t>
        <a:bodyPr/>
        <a:lstStyle/>
        <a:p>
          <a:endParaRPr lang="id-ID"/>
        </a:p>
      </dgm:t>
    </dgm:pt>
    <dgm:pt modelId="{91BA5345-C6C0-44B7-8A0C-B6F462287F63}">
      <dgm:prSet phldrT="[Text]" phldr="0"/>
      <dgm:spPr/>
      <dgm:t>
        <a:bodyPr/>
        <a:lstStyle/>
        <a:p>
          <a:r>
            <a:rPr lang="en-US" dirty="0"/>
            <a:t>BR</a:t>
          </a:r>
          <a:endParaRPr lang="id-ID" dirty="0"/>
        </a:p>
      </dgm:t>
    </dgm:pt>
    <dgm:pt modelId="{AACBD232-687F-4398-BC14-D8420FCA8547}" type="parTrans" cxnId="{AC99A7E0-4E93-413C-8F2C-E9D71AE8FF2D}">
      <dgm:prSet/>
      <dgm:spPr/>
      <dgm:t>
        <a:bodyPr/>
        <a:lstStyle/>
        <a:p>
          <a:endParaRPr lang="id-ID"/>
        </a:p>
      </dgm:t>
    </dgm:pt>
    <dgm:pt modelId="{C8202667-EA1A-4D85-8488-D0D7CB14666E}" type="sibTrans" cxnId="{AC99A7E0-4E93-413C-8F2C-E9D71AE8FF2D}">
      <dgm:prSet/>
      <dgm:spPr/>
      <dgm:t>
        <a:bodyPr/>
        <a:lstStyle/>
        <a:p>
          <a:endParaRPr lang="id-ID"/>
        </a:p>
      </dgm:t>
    </dgm:pt>
    <dgm:pt modelId="{952763FC-4519-4FDD-B377-C614C05A3B40}">
      <dgm:prSet phldrT="[Text]"/>
      <dgm:spPr/>
      <dgm:t>
        <a:bodyPr/>
        <a:lstStyle/>
        <a:p>
          <a:pPr>
            <a:buNone/>
          </a:pPr>
          <a:r>
            <a:rPr lang="id-ID" dirty="0"/>
            <a:t>Finance</a:t>
          </a:r>
        </a:p>
      </dgm:t>
    </dgm:pt>
    <dgm:pt modelId="{B05EAE51-BAB8-49A4-8B76-8174F0B446C8}" type="parTrans" cxnId="{0146EECA-E962-46F6-9CF6-57C82BDB96C2}">
      <dgm:prSet/>
      <dgm:spPr/>
      <dgm:t>
        <a:bodyPr/>
        <a:lstStyle/>
        <a:p>
          <a:endParaRPr lang="id-ID"/>
        </a:p>
      </dgm:t>
    </dgm:pt>
    <dgm:pt modelId="{D1207248-571D-4721-90A5-DAB5DDEE135C}" type="sibTrans" cxnId="{0146EECA-E962-46F6-9CF6-57C82BDB96C2}">
      <dgm:prSet/>
      <dgm:spPr/>
      <dgm:t>
        <a:bodyPr/>
        <a:lstStyle/>
        <a:p>
          <a:endParaRPr lang="id-ID"/>
        </a:p>
      </dgm:t>
    </dgm:pt>
    <dgm:pt modelId="{20CD210A-4F6D-4AC1-998C-3A39B81F03A9}">
      <dgm:prSet phldrT="[Text]"/>
      <dgm:spPr/>
      <dgm:t>
        <a:bodyPr/>
        <a:lstStyle/>
        <a:p>
          <a:pPr>
            <a:buNone/>
          </a:pPr>
          <a:r>
            <a:rPr lang="id-ID" dirty="0"/>
            <a:t>HR</a:t>
          </a:r>
        </a:p>
      </dgm:t>
    </dgm:pt>
    <dgm:pt modelId="{EF64E49B-0FB3-4E0B-A075-DF12C35C1042}" type="parTrans" cxnId="{1D7E91BA-3A52-4D3B-B27C-5AEA68D7B379}">
      <dgm:prSet/>
      <dgm:spPr/>
      <dgm:t>
        <a:bodyPr/>
        <a:lstStyle/>
        <a:p>
          <a:endParaRPr lang="id-ID"/>
        </a:p>
      </dgm:t>
    </dgm:pt>
    <dgm:pt modelId="{8D9DFDAF-D55C-4A35-8F62-1BE6E566FF01}" type="sibTrans" cxnId="{1D7E91BA-3A52-4D3B-B27C-5AEA68D7B379}">
      <dgm:prSet/>
      <dgm:spPr/>
      <dgm:t>
        <a:bodyPr/>
        <a:lstStyle/>
        <a:p>
          <a:endParaRPr lang="id-ID"/>
        </a:p>
      </dgm:t>
    </dgm:pt>
    <dgm:pt modelId="{848A3905-F028-45A1-AE20-A4DD11DB16F6}" type="pres">
      <dgm:prSet presAssocID="{55317BD3-64D1-47EB-AD1F-FC5D9B08604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97A9F2F-38F3-4762-B303-F7339831C1F8}" type="pres">
      <dgm:prSet presAssocID="{E009FCD6-B0C5-48FA-8721-AFB63E846056}" presName="hierRoot1" presStyleCnt="0"/>
      <dgm:spPr/>
    </dgm:pt>
    <dgm:pt modelId="{D984A5CE-2888-4DD2-BD37-C9F34E6FD0AC}" type="pres">
      <dgm:prSet presAssocID="{E009FCD6-B0C5-48FA-8721-AFB63E846056}" presName="composite" presStyleCnt="0"/>
      <dgm:spPr/>
    </dgm:pt>
    <dgm:pt modelId="{673371A5-BEB5-41DE-9D71-4AC3FA078772}" type="pres">
      <dgm:prSet presAssocID="{E009FCD6-B0C5-48FA-8721-AFB63E846056}" presName="image" presStyleLbl="node0" presStyleIdx="0" presStyleCnt="1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72B2F741-725D-4A23-8020-4BC3FC67D0A1}" type="pres">
      <dgm:prSet presAssocID="{E009FCD6-B0C5-48FA-8721-AFB63E846056}" presName="text" presStyleLbl="revTx" presStyleIdx="0" presStyleCnt="6">
        <dgm:presLayoutVars>
          <dgm:chPref val="3"/>
        </dgm:presLayoutVars>
      </dgm:prSet>
      <dgm:spPr/>
    </dgm:pt>
    <dgm:pt modelId="{12AAC621-92F3-4B2D-9A08-4869205BD66A}" type="pres">
      <dgm:prSet presAssocID="{E009FCD6-B0C5-48FA-8721-AFB63E846056}" presName="hierChild2" presStyleCnt="0"/>
      <dgm:spPr/>
    </dgm:pt>
    <dgm:pt modelId="{77662EBC-38D6-45A9-8128-C15551735B77}" type="pres">
      <dgm:prSet presAssocID="{CAEC0694-A4CB-49D9-B871-757220D12C2A}" presName="Name10" presStyleLbl="parChTrans1D2" presStyleIdx="0" presStyleCnt="2"/>
      <dgm:spPr/>
    </dgm:pt>
    <dgm:pt modelId="{A9660123-0880-46B6-B6F2-80A7BC36550C}" type="pres">
      <dgm:prSet presAssocID="{7EF4A12F-8298-4CB3-92AC-C438C512C432}" presName="hierRoot2" presStyleCnt="0"/>
      <dgm:spPr/>
    </dgm:pt>
    <dgm:pt modelId="{A0563FF5-C062-45C7-B8F3-8286EA67E802}" type="pres">
      <dgm:prSet presAssocID="{7EF4A12F-8298-4CB3-92AC-C438C512C432}" presName="composite2" presStyleCnt="0"/>
      <dgm:spPr/>
    </dgm:pt>
    <dgm:pt modelId="{0D9A4846-FBDC-4D96-A38B-7D071F934B33}" type="pres">
      <dgm:prSet presAssocID="{7EF4A12F-8298-4CB3-92AC-C438C512C432}" presName="image2" presStyleLbl="node2" presStyleIdx="0" presStyleCnt="2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273CCF6E-D4DE-45D7-9A80-8FBA7F1E25D8}" type="pres">
      <dgm:prSet presAssocID="{7EF4A12F-8298-4CB3-92AC-C438C512C432}" presName="text2" presStyleLbl="revTx" presStyleIdx="1" presStyleCnt="6">
        <dgm:presLayoutVars>
          <dgm:chPref val="3"/>
        </dgm:presLayoutVars>
      </dgm:prSet>
      <dgm:spPr/>
    </dgm:pt>
    <dgm:pt modelId="{DC185122-C0F3-4B4E-A919-4E8630297D16}" type="pres">
      <dgm:prSet presAssocID="{7EF4A12F-8298-4CB3-92AC-C438C512C432}" presName="hierChild3" presStyleCnt="0"/>
      <dgm:spPr/>
    </dgm:pt>
    <dgm:pt modelId="{61BBB3B6-E25F-44A8-93BD-CF426EA49FE2}" type="pres">
      <dgm:prSet presAssocID="{406C77E3-EEAB-4A5B-909B-71C59DE2A6D8}" presName="Name17" presStyleLbl="parChTrans1D3" presStyleIdx="0" presStyleCnt="3"/>
      <dgm:spPr/>
    </dgm:pt>
    <dgm:pt modelId="{9EE3704D-E8DB-4839-9262-060A27F0EAAA}" type="pres">
      <dgm:prSet presAssocID="{85DB6A9B-52B1-4D6A-B2DB-8B0C5C3F17E3}" presName="hierRoot3" presStyleCnt="0"/>
      <dgm:spPr/>
    </dgm:pt>
    <dgm:pt modelId="{1AEDD6F5-E996-467A-AC95-8A21B4023470}" type="pres">
      <dgm:prSet presAssocID="{85DB6A9B-52B1-4D6A-B2DB-8B0C5C3F17E3}" presName="composite3" presStyleCnt="0"/>
      <dgm:spPr/>
    </dgm:pt>
    <dgm:pt modelId="{7E5974B8-5664-444E-A796-2F728C04FA5D}" type="pres">
      <dgm:prSet presAssocID="{85DB6A9B-52B1-4D6A-B2DB-8B0C5C3F17E3}" presName="image3" presStyleLbl="node3" presStyleIdx="0" presStyleCnt="3"/>
      <dgm:spPr>
        <a:blipFill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574D5BA1-A173-4F0D-A901-1B59F8C2FAB0}" type="pres">
      <dgm:prSet presAssocID="{85DB6A9B-52B1-4D6A-B2DB-8B0C5C3F17E3}" presName="text3" presStyleLbl="revTx" presStyleIdx="2" presStyleCnt="6">
        <dgm:presLayoutVars>
          <dgm:chPref val="3"/>
        </dgm:presLayoutVars>
      </dgm:prSet>
      <dgm:spPr/>
    </dgm:pt>
    <dgm:pt modelId="{2CEC4A93-8C7B-4032-BEE4-DE5C99CA29EE}" type="pres">
      <dgm:prSet presAssocID="{85DB6A9B-52B1-4D6A-B2DB-8B0C5C3F17E3}" presName="hierChild4" presStyleCnt="0"/>
      <dgm:spPr/>
    </dgm:pt>
    <dgm:pt modelId="{AD2C3111-42FB-485C-80BE-AF281AF6E5D1}" type="pres">
      <dgm:prSet presAssocID="{AACBD232-687F-4398-BC14-D8420FCA8547}" presName="Name17" presStyleLbl="parChTrans1D3" presStyleIdx="1" presStyleCnt="3"/>
      <dgm:spPr/>
    </dgm:pt>
    <dgm:pt modelId="{8C146B42-E627-410F-8DDC-C674E00B829A}" type="pres">
      <dgm:prSet presAssocID="{91BA5345-C6C0-44B7-8A0C-B6F462287F63}" presName="hierRoot3" presStyleCnt="0"/>
      <dgm:spPr/>
    </dgm:pt>
    <dgm:pt modelId="{20E684A8-1B5E-4BC2-8C7F-994D285F8284}" type="pres">
      <dgm:prSet presAssocID="{91BA5345-C6C0-44B7-8A0C-B6F462287F63}" presName="composite3" presStyleCnt="0"/>
      <dgm:spPr/>
    </dgm:pt>
    <dgm:pt modelId="{911747A6-D6D4-47C6-A602-74600F70AA64}" type="pres">
      <dgm:prSet presAssocID="{91BA5345-C6C0-44B7-8A0C-B6F462287F63}" presName="image3" presStyleLbl="node3" presStyleIdx="1" presStyleCnt="3"/>
      <dgm:spPr>
        <a:blipFill>
          <a:blip xmlns:r="http://schemas.openxmlformats.org/officeDocument/2006/relationships" r:embed="rId4"/>
          <a:srcRect/>
          <a:stretch>
            <a:fillRect/>
          </a:stretch>
        </a:blipFill>
      </dgm:spPr>
    </dgm:pt>
    <dgm:pt modelId="{6A053E0F-13FF-4E87-BDB9-73E1FC7EE3C0}" type="pres">
      <dgm:prSet presAssocID="{91BA5345-C6C0-44B7-8A0C-B6F462287F63}" presName="text3" presStyleLbl="revTx" presStyleIdx="3" presStyleCnt="6">
        <dgm:presLayoutVars>
          <dgm:chPref val="3"/>
        </dgm:presLayoutVars>
      </dgm:prSet>
      <dgm:spPr/>
    </dgm:pt>
    <dgm:pt modelId="{6164CB35-370A-46EC-924B-EBBF0DBCC108}" type="pres">
      <dgm:prSet presAssocID="{91BA5345-C6C0-44B7-8A0C-B6F462287F63}" presName="hierChild4" presStyleCnt="0"/>
      <dgm:spPr/>
    </dgm:pt>
    <dgm:pt modelId="{590DADF9-074F-4D91-946B-523DCC1203D6}" type="pres">
      <dgm:prSet presAssocID="{B05EAE51-BAB8-49A4-8B76-8174F0B446C8}" presName="Name10" presStyleLbl="parChTrans1D2" presStyleIdx="1" presStyleCnt="2"/>
      <dgm:spPr/>
    </dgm:pt>
    <dgm:pt modelId="{DE7EAA98-472C-4275-B750-7F1C9B854457}" type="pres">
      <dgm:prSet presAssocID="{952763FC-4519-4FDD-B377-C614C05A3B40}" presName="hierRoot2" presStyleCnt="0"/>
      <dgm:spPr/>
    </dgm:pt>
    <dgm:pt modelId="{2B692601-D267-4FFF-AEB3-8790A14FFBE3}" type="pres">
      <dgm:prSet presAssocID="{952763FC-4519-4FDD-B377-C614C05A3B40}" presName="composite2" presStyleCnt="0"/>
      <dgm:spPr/>
    </dgm:pt>
    <dgm:pt modelId="{518A85CD-DA45-4845-AC40-B3567C802D6E}" type="pres">
      <dgm:prSet presAssocID="{952763FC-4519-4FDD-B377-C614C05A3B40}" presName="image2" presStyleLbl="node2" presStyleIdx="1" presStyleCnt="2"/>
      <dgm:spPr>
        <a:blipFill>
          <a:blip xmlns:r="http://schemas.openxmlformats.org/officeDocument/2006/relationships" r:embed="rId5"/>
          <a:srcRect/>
          <a:stretch>
            <a:fillRect/>
          </a:stretch>
        </a:blipFill>
      </dgm:spPr>
    </dgm:pt>
    <dgm:pt modelId="{F353BDEB-1C09-46F1-A0BC-643FE7006E9A}" type="pres">
      <dgm:prSet presAssocID="{952763FC-4519-4FDD-B377-C614C05A3B40}" presName="text2" presStyleLbl="revTx" presStyleIdx="4" presStyleCnt="6">
        <dgm:presLayoutVars>
          <dgm:chPref val="3"/>
        </dgm:presLayoutVars>
      </dgm:prSet>
      <dgm:spPr/>
    </dgm:pt>
    <dgm:pt modelId="{CD17C3CC-251A-43F6-AF07-B5ED4A0A3EA8}" type="pres">
      <dgm:prSet presAssocID="{952763FC-4519-4FDD-B377-C614C05A3B40}" presName="hierChild3" presStyleCnt="0"/>
      <dgm:spPr/>
    </dgm:pt>
    <dgm:pt modelId="{64D1A447-1AB5-45E2-9376-EF3021A70CB9}" type="pres">
      <dgm:prSet presAssocID="{EF64E49B-0FB3-4E0B-A075-DF12C35C1042}" presName="Name17" presStyleLbl="parChTrans1D3" presStyleIdx="2" presStyleCnt="3"/>
      <dgm:spPr/>
    </dgm:pt>
    <dgm:pt modelId="{4C39BFCC-AB30-48CC-9187-FFAFA4B7F526}" type="pres">
      <dgm:prSet presAssocID="{20CD210A-4F6D-4AC1-998C-3A39B81F03A9}" presName="hierRoot3" presStyleCnt="0"/>
      <dgm:spPr/>
    </dgm:pt>
    <dgm:pt modelId="{EFF129D9-B153-471C-AFD6-09954F7025D5}" type="pres">
      <dgm:prSet presAssocID="{20CD210A-4F6D-4AC1-998C-3A39B81F03A9}" presName="composite3" presStyleCnt="0"/>
      <dgm:spPr/>
    </dgm:pt>
    <dgm:pt modelId="{3260FA4F-3174-40F7-BA0C-82AD8D365129}" type="pres">
      <dgm:prSet presAssocID="{20CD210A-4F6D-4AC1-998C-3A39B81F03A9}" presName="image3" presStyleLbl="node3" presStyleIdx="2" presStyleCnt="3"/>
      <dgm:spPr>
        <a:blipFill>
          <a:blip xmlns:r="http://schemas.openxmlformats.org/officeDocument/2006/relationships" r:embed="rId6"/>
          <a:srcRect/>
          <a:stretch>
            <a:fillRect/>
          </a:stretch>
        </a:blipFill>
      </dgm:spPr>
    </dgm:pt>
    <dgm:pt modelId="{1371C3B2-F01F-4029-A125-9683D655710D}" type="pres">
      <dgm:prSet presAssocID="{20CD210A-4F6D-4AC1-998C-3A39B81F03A9}" presName="text3" presStyleLbl="revTx" presStyleIdx="5" presStyleCnt="6">
        <dgm:presLayoutVars>
          <dgm:chPref val="3"/>
        </dgm:presLayoutVars>
      </dgm:prSet>
      <dgm:spPr/>
    </dgm:pt>
    <dgm:pt modelId="{F857754D-F058-4F4F-BE06-A2C65F0ABC5A}" type="pres">
      <dgm:prSet presAssocID="{20CD210A-4F6D-4AC1-998C-3A39B81F03A9}" presName="hierChild4" presStyleCnt="0"/>
      <dgm:spPr/>
    </dgm:pt>
  </dgm:ptLst>
  <dgm:cxnLst>
    <dgm:cxn modelId="{552E6C1A-8E9F-46A0-BA7E-FFA7AEC4D0AB}" type="presOf" srcId="{952763FC-4519-4FDD-B377-C614C05A3B40}" destId="{F353BDEB-1C09-46F1-A0BC-643FE7006E9A}" srcOrd="0" destOrd="0" presId="urn:microsoft.com/office/officeart/2009/layout/CirclePictureHierarchy"/>
    <dgm:cxn modelId="{EFCABF1C-10B7-4378-B68A-E1F2FDA38C56}" type="presOf" srcId="{91BA5345-C6C0-44B7-8A0C-B6F462287F63}" destId="{6A053E0F-13FF-4E87-BDB9-73E1FC7EE3C0}" srcOrd="0" destOrd="0" presId="urn:microsoft.com/office/officeart/2009/layout/CirclePictureHierarchy"/>
    <dgm:cxn modelId="{7A615E20-A416-4DFC-9D07-9476AEAB69BE}" type="presOf" srcId="{AACBD232-687F-4398-BC14-D8420FCA8547}" destId="{AD2C3111-42FB-485C-80BE-AF281AF6E5D1}" srcOrd="0" destOrd="0" presId="urn:microsoft.com/office/officeart/2009/layout/CirclePictureHierarchy"/>
    <dgm:cxn modelId="{8FD91022-5545-418F-8209-CFADD02D1896}" type="presOf" srcId="{85DB6A9B-52B1-4D6A-B2DB-8B0C5C3F17E3}" destId="{574D5BA1-A173-4F0D-A901-1B59F8C2FAB0}" srcOrd="0" destOrd="0" presId="urn:microsoft.com/office/officeart/2009/layout/CirclePictureHierarchy"/>
    <dgm:cxn modelId="{5101FC22-543A-4FDE-9CAB-3E18F9EA7898}" srcId="{7EF4A12F-8298-4CB3-92AC-C438C512C432}" destId="{85DB6A9B-52B1-4D6A-B2DB-8B0C5C3F17E3}" srcOrd="0" destOrd="0" parTransId="{406C77E3-EEAB-4A5B-909B-71C59DE2A6D8}" sibTransId="{9E50E8D8-3C19-4259-A9AD-23BF11D7EAA2}"/>
    <dgm:cxn modelId="{43930335-E6FC-438E-806A-697198E27058}" type="presOf" srcId="{E009FCD6-B0C5-48FA-8721-AFB63E846056}" destId="{72B2F741-725D-4A23-8020-4BC3FC67D0A1}" srcOrd="0" destOrd="0" presId="urn:microsoft.com/office/officeart/2009/layout/CirclePictureHierarchy"/>
    <dgm:cxn modelId="{B65FF04C-54ED-4054-B4D5-8E12220309E3}" srcId="{55317BD3-64D1-47EB-AD1F-FC5D9B086040}" destId="{E009FCD6-B0C5-48FA-8721-AFB63E846056}" srcOrd="0" destOrd="0" parTransId="{3E69C603-A540-4105-9D5F-A0646D38CB29}" sibTransId="{8B283F92-1071-494D-B14B-1FF62696BD8F}"/>
    <dgm:cxn modelId="{EA4D876D-2226-435F-A00B-BCD4302E19EC}" type="presOf" srcId="{7EF4A12F-8298-4CB3-92AC-C438C512C432}" destId="{273CCF6E-D4DE-45D7-9A80-8FBA7F1E25D8}" srcOrd="0" destOrd="0" presId="urn:microsoft.com/office/officeart/2009/layout/CirclePictureHierarchy"/>
    <dgm:cxn modelId="{9F19986F-F421-4132-9A87-2CB08E6456CA}" type="presOf" srcId="{EF64E49B-0FB3-4E0B-A075-DF12C35C1042}" destId="{64D1A447-1AB5-45E2-9376-EF3021A70CB9}" srcOrd="0" destOrd="0" presId="urn:microsoft.com/office/officeart/2009/layout/CirclePictureHierarchy"/>
    <dgm:cxn modelId="{ECF9B46F-5B2C-414A-BD40-79E8C9CA9A73}" type="presOf" srcId="{55317BD3-64D1-47EB-AD1F-FC5D9B086040}" destId="{848A3905-F028-45A1-AE20-A4DD11DB16F6}" srcOrd="0" destOrd="0" presId="urn:microsoft.com/office/officeart/2009/layout/CirclePictureHierarchy"/>
    <dgm:cxn modelId="{B84FEC9A-FA05-43A5-82C0-0B6AB73F4C5A}" type="presOf" srcId="{406C77E3-EEAB-4A5B-909B-71C59DE2A6D8}" destId="{61BBB3B6-E25F-44A8-93BD-CF426EA49FE2}" srcOrd="0" destOrd="0" presId="urn:microsoft.com/office/officeart/2009/layout/CirclePictureHierarchy"/>
    <dgm:cxn modelId="{1D7E91BA-3A52-4D3B-B27C-5AEA68D7B379}" srcId="{952763FC-4519-4FDD-B377-C614C05A3B40}" destId="{20CD210A-4F6D-4AC1-998C-3A39B81F03A9}" srcOrd="0" destOrd="0" parTransId="{EF64E49B-0FB3-4E0B-A075-DF12C35C1042}" sibTransId="{8D9DFDAF-D55C-4A35-8F62-1BE6E566FF01}"/>
    <dgm:cxn modelId="{0146EECA-E962-46F6-9CF6-57C82BDB96C2}" srcId="{E009FCD6-B0C5-48FA-8721-AFB63E846056}" destId="{952763FC-4519-4FDD-B377-C614C05A3B40}" srcOrd="1" destOrd="0" parTransId="{B05EAE51-BAB8-49A4-8B76-8174F0B446C8}" sibTransId="{D1207248-571D-4721-90A5-DAB5DDEE135C}"/>
    <dgm:cxn modelId="{000630D2-9402-4778-A05E-AFA130F718FB}" type="presOf" srcId="{20CD210A-4F6D-4AC1-998C-3A39B81F03A9}" destId="{1371C3B2-F01F-4029-A125-9683D655710D}" srcOrd="0" destOrd="0" presId="urn:microsoft.com/office/officeart/2009/layout/CirclePictureHierarchy"/>
    <dgm:cxn modelId="{0FEDFCD8-1F31-4211-BFEE-83FA7D14260B}" type="presOf" srcId="{B05EAE51-BAB8-49A4-8B76-8174F0B446C8}" destId="{590DADF9-074F-4D91-946B-523DCC1203D6}" srcOrd="0" destOrd="0" presId="urn:microsoft.com/office/officeart/2009/layout/CirclePictureHierarchy"/>
    <dgm:cxn modelId="{AC99A7E0-4E93-413C-8F2C-E9D71AE8FF2D}" srcId="{7EF4A12F-8298-4CB3-92AC-C438C512C432}" destId="{91BA5345-C6C0-44B7-8A0C-B6F462287F63}" srcOrd="1" destOrd="0" parTransId="{AACBD232-687F-4398-BC14-D8420FCA8547}" sibTransId="{C8202667-EA1A-4D85-8488-D0D7CB14666E}"/>
    <dgm:cxn modelId="{C8CA56E9-29BA-4B66-A06E-80E6A4C01314}" srcId="{E009FCD6-B0C5-48FA-8721-AFB63E846056}" destId="{7EF4A12F-8298-4CB3-92AC-C438C512C432}" srcOrd="0" destOrd="0" parTransId="{CAEC0694-A4CB-49D9-B871-757220D12C2A}" sibTransId="{D5A20030-C963-4D9E-89DC-13CF2EB1A773}"/>
    <dgm:cxn modelId="{7B7DEEF7-5F04-46EB-9D37-A61ED26F82D6}" type="presOf" srcId="{CAEC0694-A4CB-49D9-B871-757220D12C2A}" destId="{77662EBC-38D6-45A9-8128-C15551735B77}" srcOrd="0" destOrd="0" presId="urn:microsoft.com/office/officeart/2009/layout/CirclePictureHierarchy"/>
    <dgm:cxn modelId="{B8EC7A3D-1BFD-4811-8761-44768239FDDA}" type="presParOf" srcId="{848A3905-F028-45A1-AE20-A4DD11DB16F6}" destId="{197A9F2F-38F3-4762-B303-F7339831C1F8}" srcOrd="0" destOrd="0" presId="urn:microsoft.com/office/officeart/2009/layout/CirclePictureHierarchy"/>
    <dgm:cxn modelId="{D67A5810-C4B0-4D4A-B0D3-0ECB1D00E54D}" type="presParOf" srcId="{197A9F2F-38F3-4762-B303-F7339831C1F8}" destId="{D984A5CE-2888-4DD2-BD37-C9F34E6FD0AC}" srcOrd="0" destOrd="0" presId="urn:microsoft.com/office/officeart/2009/layout/CirclePictureHierarchy"/>
    <dgm:cxn modelId="{F76D76BF-6657-420E-864C-90749F425EC6}" type="presParOf" srcId="{D984A5CE-2888-4DD2-BD37-C9F34E6FD0AC}" destId="{673371A5-BEB5-41DE-9D71-4AC3FA078772}" srcOrd="0" destOrd="0" presId="urn:microsoft.com/office/officeart/2009/layout/CirclePictureHierarchy"/>
    <dgm:cxn modelId="{2D4C894C-F976-44C4-B6D7-F773214958C8}" type="presParOf" srcId="{D984A5CE-2888-4DD2-BD37-C9F34E6FD0AC}" destId="{72B2F741-725D-4A23-8020-4BC3FC67D0A1}" srcOrd="1" destOrd="0" presId="urn:microsoft.com/office/officeart/2009/layout/CirclePictureHierarchy"/>
    <dgm:cxn modelId="{DFAB25CA-58BA-4257-A6C5-951D54671910}" type="presParOf" srcId="{197A9F2F-38F3-4762-B303-F7339831C1F8}" destId="{12AAC621-92F3-4B2D-9A08-4869205BD66A}" srcOrd="1" destOrd="0" presId="urn:microsoft.com/office/officeart/2009/layout/CirclePictureHierarchy"/>
    <dgm:cxn modelId="{43D5EA70-1DD8-4391-ACF8-CFB9C2B46329}" type="presParOf" srcId="{12AAC621-92F3-4B2D-9A08-4869205BD66A}" destId="{77662EBC-38D6-45A9-8128-C15551735B77}" srcOrd="0" destOrd="0" presId="urn:microsoft.com/office/officeart/2009/layout/CirclePictureHierarchy"/>
    <dgm:cxn modelId="{06D51B14-5464-4BFC-80E7-CA484D307C5D}" type="presParOf" srcId="{12AAC621-92F3-4B2D-9A08-4869205BD66A}" destId="{A9660123-0880-46B6-B6F2-80A7BC36550C}" srcOrd="1" destOrd="0" presId="urn:microsoft.com/office/officeart/2009/layout/CirclePictureHierarchy"/>
    <dgm:cxn modelId="{B6A048DD-29D7-4F7D-8E20-3FCE0564B3B9}" type="presParOf" srcId="{A9660123-0880-46B6-B6F2-80A7BC36550C}" destId="{A0563FF5-C062-45C7-B8F3-8286EA67E802}" srcOrd="0" destOrd="0" presId="urn:microsoft.com/office/officeart/2009/layout/CirclePictureHierarchy"/>
    <dgm:cxn modelId="{789876BC-4A73-46F1-80C2-08C38CFCA5EA}" type="presParOf" srcId="{A0563FF5-C062-45C7-B8F3-8286EA67E802}" destId="{0D9A4846-FBDC-4D96-A38B-7D071F934B33}" srcOrd="0" destOrd="0" presId="urn:microsoft.com/office/officeart/2009/layout/CirclePictureHierarchy"/>
    <dgm:cxn modelId="{72F81A8A-6716-4E9C-B39F-BC06A79129F3}" type="presParOf" srcId="{A0563FF5-C062-45C7-B8F3-8286EA67E802}" destId="{273CCF6E-D4DE-45D7-9A80-8FBA7F1E25D8}" srcOrd="1" destOrd="0" presId="urn:microsoft.com/office/officeart/2009/layout/CirclePictureHierarchy"/>
    <dgm:cxn modelId="{E42D684A-416A-4680-BF96-EDB1AEF7C992}" type="presParOf" srcId="{A9660123-0880-46B6-B6F2-80A7BC36550C}" destId="{DC185122-C0F3-4B4E-A919-4E8630297D16}" srcOrd="1" destOrd="0" presId="urn:microsoft.com/office/officeart/2009/layout/CirclePictureHierarchy"/>
    <dgm:cxn modelId="{30B69958-BAC2-4CD2-9A71-C490CFCEDEAD}" type="presParOf" srcId="{DC185122-C0F3-4B4E-A919-4E8630297D16}" destId="{61BBB3B6-E25F-44A8-93BD-CF426EA49FE2}" srcOrd="0" destOrd="0" presId="urn:microsoft.com/office/officeart/2009/layout/CirclePictureHierarchy"/>
    <dgm:cxn modelId="{99A99948-F9EE-4B03-822A-F2CB2EF2E395}" type="presParOf" srcId="{DC185122-C0F3-4B4E-A919-4E8630297D16}" destId="{9EE3704D-E8DB-4839-9262-060A27F0EAAA}" srcOrd="1" destOrd="0" presId="urn:microsoft.com/office/officeart/2009/layout/CirclePictureHierarchy"/>
    <dgm:cxn modelId="{822DBBFA-CF3B-41F7-9409-059A47405A09}" type="presParOf" srcId="{9EE3704D-E8DB-4839-9262-060A27F0EAAA}" destId="{1AEDD6F5-E996-467A-AC95-8A21B4023470}" srcOrd="0" destOrd="0" presId="urn:microsoft.com/office/officeart/2009/layout/CirclePictureHierarchy"/>
    <dgm:cxn modelId="{8940AE53-4AAE-4866-880A-79114A31E0CE}" type="presParOf" srcId="{1AEDD6F5-E996-467A-AC95-8A21B4023470}" destId="{7E5974B8-5664-444E-A796-2F728C04FA5D}" srcOrd="0" destOrd="0" presId="urn:microsoft.com/office/officeart/2009/layout/CirclePictureHierarchy"/>
    <dgm:cxn modelId="{24DE9E8E-A89E-4AA6-8BF0-A94D28729728}" type="presParOf" srcId="{1AEDD6F5-E996-467A-AC95-8A21B4023470}" destId="{574D5BA1-A173-4F0D-A901-1B59F8C2FAB0}" srcOrd="1" destOrd="0" presId="urn:microsoft.com/office/officeart/2009/layout/CirclePictureHierarchy"/>
    <dgm:cxn modelId="{3563C6F0-7767-4FC6-B8F3-621A51C3FD4B}" type="presParOf" srcId="{9EE3704D-E8DB-4839-9262-060A27F0EAAA}" destId="{2CEC4A93-8C7B-4032-BEE4-DE5C99CA29EE}" srcOrd="1" destOrd="0" presId="urn:microsoft.com/office/officeart/2009/layout/CirclePictureHierarchy"/>
    <dgm:cxn modelId="{FD250C44-8539-4AA9-B236-D558AF843EEF}" type="presParOf" srcId="{DC185122-C0F3-4B4E-A919-4E8630297D16}" destId="{AD2C3111-42FB-485C-80BE-AF281AF6E5D1}" srcOrd="2" destOrd="0" presId="urn:microsoft.com/office/officeart/2009/layout/CirclePictureHierarchy"/>
    <dgm:cxn modelId="{173DC0C0-F4CD-4311-A107-79053D6C315A}" type="presParOf" srcId="{DC185122-C0F3-4B4E-A919-4E8630297D16}" destId="{8C146B42-E627-410F-8DDC-C674E00B829A}" srcOrd="3" destOrd="0" presId="urn:microsoft.com/office/officeart/2009/layout/CirclePictureHierarchy"/>
    <dgm:cxn modelId="{974B004B-766A-4605-B9D4-91955CEAB61D}" type="presParOf" srcId="{8C146B42-E627-410F-8DDC-C674E00B829A}" destId="{20E684A8-1B5E-4BC2-8C7F-994D285F8284}" srcOrd="0" destOrd="0" presId="urn:microsoft.com/office/officeart/2009/layout/CirclePictureHierarchy"/>
    <dgm:cxn modelId="{16FA55E7-ED35-4C24-ACB3-53C218D83A83}" type="presParOf" srcId="{20E684A8-1B5E-4BC2-8C7F-994D285F8284}" destId="{911747A6-D6D4-47C6-A602-74600F70AA64}" srcOrd="0" destOrd="0" presId="urn:microsoft.com/office/officeart/2009/layout/CirclePictureHierarchy"/>
    <dgm:cxn modelId="{6E57B526-4079-4C8B-BA4F-2907FF02DAE5}" type="presParOf" srcId="{20E684A8-1B5E-4BC2-8C7F-994D285F8284}" destId="{6A053E0F-13FF-4E87-BDB9-73E1FC7EE3C0}" srcOrd="1" destOrd="0" presId="urn:microsoft.com/office/officeart/2009/layout/CirclePictureHierarchy"/>
    <dgm:cxn modelId="{E1A1CA13-CCF2-4A3C-AF33-3560A2436A42}" type="presParOf" srcId="{8C146B42-E627-410F-8DDC-C674E00B829A}" destId="{6164CB35-370A-46EC-924B-EBBF0DBCC108}" srcOrd="1" destOrd="0" presId="urn:microsoft.com/office/officeart/2009/layout/CirclePictureHierarchy"/>
    <dgm:cxn modelId="{EFCE6D33-F87C-4A4D-8B9F-6C97DC127D3B}" type="presParOf" srcId="{12AAC621-92F3-4B2D-9A08-4869205BD66A}" destId="{590DADF9-074F-4D91-946B-523DCC1203D6}" srcOrd="2" destOrd="0" presId="urn:microsoft.com/office/officeart/2009/layout/CirclePictureHierarchy"/>
    <dgm:cxn modelId="{2CF4EDF8-571B-4F81-B784-6029F77D9ED5}" type="presParOf" srcId="{12AAC621-92F3-4B2D-9A08-4869205BD66A}" destId="{DE7EAA98-472C-4275-B750-7F1C9B854457}" srcOrd="3" destOrd="0" presId="urn:microsoft.com/office/officeart/2009/layout/CirclePictureHierarchy"/>
    <dgm:cxn modelId="{2CD1D4A0-E94A-4D99-ADC3-6612338CD7E3}" type="presParOf" srcId="{DE7EAA98-472C-4275-B750-7F1C9B854457}" destId="{2B692601-D267-4FFF-AEB3-8790A14FFBE3}" srcOrd="0" destOrd="0" presId="urn:microsoft.com/office/officeart/2009/layout/CirclePictureHierarchy"/>
    <dgm:cxn modelId="{3B132A3A-5EF4-40F2-8E0A-9A807B8C2792}" type="presParOf" srcId="{2B692601-D267-4FFF-AEB3-8790A14FFBE3}" destId="{518A85CD-DA45-4845-AC40-B3567C802D6E}" srcOrd="0" destOrd="0" presId="urn:microsoft.com/office/officeart/2009/layout/CirclePictureHierarchy"/>
    <dgm:cxn modelId="{1253A6C8-F238-47AC-8FEB-E9A6AEAC407A}" type="presParOf" srcId="{2B692601-D267-4FFF-AEB3-8790A14FFBE3}" destId="{F353BDEB-1C09-46F1-A0BC-643FE7006E9A}" srcOrd="1" destOrd="0" presId="urn:microsoft.com/office/officeart/2009/layout/CirclePictureHierarchy"/>
    <dgm:cxn modelId="{40EF9E85-7123-40A6-A43F-CC537C409D5B}" type="presParOf" srcId="{DE7EAA98-472C-4275-B750-7F1C9B854457}" destId="{CD17C3CC-251A-43F6-AF07-B5ED4A0A3EA8}" srcOrd="1" destOrd="0" presId="urn:microsoft.com/office/officeart/2009/layout/CirclePictureHierarchy"/>
    <dgm:cxn modelId="{A1A0F723-D31D-4B67-A9A7-8886AD82016E}" type="presParOf" srcId="{CD17C3CC-251A-43F6-AF07-B5ED4A0A3EA8}" destId="{64D1A447-1AB5-45E2-9376-EF3021A70CB9}" srcOrd="0" destOrd="0" presId="urn:microsoft.com/office/officeart/2009/layout/CirclePictureHierarchy"/>
    <dgm:cxn modelId="{7ACF44F4-3055-45D0-B84D-1AC51FA041E5}" type="presParOf" srcId="{CD17C3CC-251A-43F6-AF07-B5ED4A0A3EA8}" destId="{4C39BFCC-AB30-48CC-9187-FFAFA4B7F526}" srcOrd="1" destOrd="0" presId="urn:microsoft.com/office/officeart/2009/layout/CirclePictureHierarchy"/>
    <dgm:cxn modelId="{2355022A-21F8-4408-957D-0F785B4B2D13}" type="presParOf" srcId="{4C39BFCC-AB30-48CC-9187-FFAFA4B7F526}" destId="{EFF129D9-B153-471C-AFD6-09954F7025D5}" srcOrd="0" destOrd="0" presId="urn:microsoft.com/office/officeart/2009/layout/CirclePictureHierarchy"/>
    <dgm:cxn modelId="{82AD6EC6-21A3-4E6E-AB8A-529597348AB2}" type="presParOf" srcId="{EFF129D9-B153-471C-AFD6-09954F7025D5}" destId="{3260FA4F-3174-40F7-BA0C-82AD8D365129}" srcOrd="0" destOrd="0" presId="urn:microsoft.com/office/officeart/2009/layout/CirclePictureHierarchy"/>
    <dgm:cxn modelId="{06BE45D7-B4A3-4EF9-888F-3DB0CD90C787}" type="presParOf" srcId="{EFF129D9-B153-471C-AFD6-09954F7025D5}" destId="{1371C3B2-F01F-4029-A125-9683D655710D}" srcOrd="1" destOrd="0" presId="urn:microsoft.com/office/officeart/2009/layout/CirclePictureHierarchy"/>
    <dgm:cxn modelId="{8AFDA72C-153F-470C-8547-856A1B22795B}" type="presParOf" srcId="{4C39BFCC-AB30-48CC-9187-FFAFA4B7F526}" destId="{F857754D-F058-4F4F-BE06-A2C65F0ABC5A}" srcOrd="1" destOrd="0" presId="urn:microsoft.com/office/officeart/2009/layout/CirclePicture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D1A447-1AB5-45E2-9376-EF3021A70CB9}">
      <dsp:nvSpPr>
        <dsp:cNvPr id="0" name=""/>
        <dsp:cNvSpPr/>
      </dsp:nvSpPr>
      <dsp:spPr>
        <a:xfrm>
          <a:off x="6050279" y="2733092"/>
          <a:ext cx="91440" cy="3200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2004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0DADF9-074F-4D91-946B-523DCC1203D6}">
      <dsp:nvSpPr>
        <dsp:cNvPr id="0" name=""/>
        <dsp:cNvSpPr/>
      </dsp:nvSpPr>
      <dsp:spPr>
        <a:xfrm>
          <a:off x="4000499" y="1397052"/>
          <a:ext cx="2095500" cy="3200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1290"/>
              </a:lnTo>
              <a:lnTo>
                <a:pt x="2095500" y="161290"/>
              </a:lnTo>
              <a:lnTo>
                <a:pt x="2095500" y="32004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2C3111-42FB-485C-80BE-AF281AF6E5D1}">
      <dsp:nvSpPr>
        <dsp:cNvPr id="0" name=""/>
        <dsp:cNvSpPr/>
      </dsp:nvSpPr>
      <dsp:spPr>
        <a:xfrm>
          <a:off x="1904999" y="2733092"/>
          <a:ext cx="1397000" cy="3200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1290"/>
              </a:lnTo>
              <a:lnTo>
                <a:pt x="1397000" y="161290"/>
              </a:lnTo>
              <a:lnTo>
                <a:pt x="1397000" y="32004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BBB3B6-E25F-44A8-93BD-CF426EA49FE2}">
      <dsp:nvSpPr>
        <dsp:cNvPr id="0" name=""/>
        <dsp:cNvSpPr/>
      </dsp:nvSpPr>
      <dsp:spPr>
        <a:xfrm>
          <a:off x="507999" y="2733092"/>
          <a:ext cx="1397000" cy="320040"/>
        </a:xfrm>
        <a:custGeom>
          <a:avLst/>
          <a:gdLst/>
          <a:ahLst/>
          <a:cxnLst/>
          <a:rect l="0" t="0" r="0" b="0"/>
          <a:pathLst>
            <a:path>
              <a:moveTo>
                <a:pt x="1397000" y="0"/>
              </a:moveTo>
              <a:lnTo>
                <a:pt x="1397000" y="161290"/>
              </a:lnTo>
              <a:lnTo>
                <a:pt x="0" y="161290"/>
              </a:lnTo>
              <a:lnTo>
                <a:pt x="0" y="32004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662EBC-38D6-45A9-8128-C15551735B77}">
      <dsp:nvSpPr>
        <dsp:cNvPr id="0" name=""/>
        <dsp:cNvSpPr/>
      </dsp:nvSpPr>
      <dsp:spPr>
        <a:xfrm>
          <a:off x="1904999" y="1397052"/>
          <a:ext cx="2095500" cy="320040"/>
        </a:xfrm>
        <a:custGeom>
          <a:avLst/>
          <a:gdLst/>
          <a:ahLst/>
          <a:cxnLst/>
          <a:rect l="0" t="0" r="0" b="0"/>
          <a:pathLst>
            <a:path>
              <a:moveTo>
                <a:pt x="2095500" y="0"/>
              </a:moveTo>
              <a:lnTo>
                <a:pt x="2095500" y="161290"/>
              </a:lnTo>
              <a:lnTo>
                <a:pt x="0" y="161290"/>
              </a:lnTo>
              <a:lnTo>
                <a:pt x="0" y="32004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3371A5-BEB5-41DE-9D71-4AC3FA078772}">
      <dsp:nvSpPr>
        <dsp:cNvPr id="0" name=""/>
        <dsp:cNvSpPr/>
      </dsp:nvSpPr>
      <dsp:spPr>
        <a:xfrm>
          <a:off x="3492499" y="381052"/>
          <a:ext cx="1016000" cy="1016000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B2F741-725D-4A23-8020-4BC3FC67D0A1}">
      <dsp:nvSpPr>
        <dsp:cNvPr id="0" name=""/>
        <dsp:cNvSpPr/>
      </dsp:nvSpPr>
      <dsp:spPr>
        <a:xfrm>
          <a:off x="4508499" y="378512"/>
          <a:ext cx="1524000" cy="1016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CEO</a:t>
          </a:r>
          <a:endParaRPr lang="id-ID" sz="2500" kern="1200" dirty="0"/>
        </a:p>
      </dsp:txBody>
      <dsp:txXfrm>
        <a:off x="4508499" y="378512"/>
        <a:ext cx="1524000" cy="1016000"/>
      </dsp:txXfrm>
    </dsp:sp>
    <dsp:sp modelId="{0D9A4846-FBDC-4D96-A38B-7D071F934B33}">
      <dsp:nvSpPr>
        <dsp:cNvPr id="0" name=""/>
        <dsp:cNvSpPr/>
      </dsp:nvSpPr>
      <dsp:spPr>
        <a:xfrm>
          <a:off x="1396999" y="1717092"/>
          <a:ext cx="1016000" cy="1016000"/>
        </a:xfrm>
        <a:prstGeom prst="ellipse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3CCF6E-D4DE-45D7-9A80-8FBA7F1E25D8}">
      <dsp:nvSpPr>
        <dsp:cNvPr id="0" name=""/>
        <dsp:cNvSpPr/>
      </dsp:nvSpPr>
      <dsp:spPr>
        <a:xfrm>
          <a:off x="2412999" y="1714552"/>
          <a:ext cx="1524000" cy="1016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500" kern="1200" dirty="0"/>
            <a:t>Marketing</a:t>
          </a:r>
        </a:p>
      </dsp:txBody>
      <dsp:txXfrm>
        <a:off x="2412999" y="1714552"/>
        <a:ext cx="1524000" cy="1016000"/>
      </dsp:txXfrm>
    </dsp:sp>
    <dsp:sp modelId="{7E5974B8-5664-444E-A796-2F728C04FA5D}">
      <dsp:nvSpPr>
        <dsp:cNvPr id="0" name=""/>
        <dsp:cNvSpPr/>
      </dsp:nvSpPr>
      <dsp:spPr>
        <a:xfrm>
          <a:off x="0" y="3053132"/>
          <a:ext cx="1016000" cy="1016000"/>
        </a:xfrm>
        <a:prstGeom prst="ellipse">
          <a:avLst/>
        </a:prstGeom>
        <a:blipFill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4D5BA1-A173-4F0D-A901-1B59F8C2FAB0}">
      <dsp:nvSpPr>
        <dsp:cNvPr id="0" name=""/>
        <dsp:cNvSpPr/>
      </dsp:nvSpPr>
      <dsp:spPr>
        <a:xfrm>
          <a:off x="1015999" y="3050592"/>
          <a:ext cx="1524000" cy="1016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500" kern="1200" dirty="0"/>
            <a:t>IT</a:t>
          </a:r>
        </a:p>
      </dsp:txBody>
      <dsp:txXfrm>
        <a:off x="1015999" y="3050592"/>
        <a:ext cx="1524000" cy="1016000"/>
      </dsp:txXfrm>
    </dsp:sp>
    <dsp:sp modelId="{911747A6-D6D4-47C6-A602-74600F70AA64}">
      <dsp:nvSpPr>
        <dsp:cNvPr id="0" name=""/>
        <dsp:cNvSpPr/>
      </dsp:nvSpPr>
      <dsp:spPr>
        <a:xfrm>
          <a:off x="2793999" y="3053132"/>
          <a:ext cx="1016000" cy="1016000"/>
        </a:xfrm>
        <a:prstGeom prst="ellipse">
          <a:avLst/>
        </a:prstGeom>
        <a:blipFill>
          <a:blip xmlns:r="http://schemas.openxmlformats.org/officeDocument/2006/relationships" r:embed="rId4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053E0F-13FF-4E87-BDB9-73E1FC7EE3C0}">
      <dsp:nvSpPr>
        <dsp:cNvPr id="0" name=""/>
        <dsp:cNvSpPr/>
      </dsp:nvSpPr>
      <dsp:spPr>
        <a:xfrm>
          <a:off x="3809999" y="3050592"/>
          <a:ext cx="1524000" cy="1016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BR</a:t>
          </a:r>
          <a:endParaRPr lang="id-ID" sz="2500" kern="1200" dirty="0"/>
        </a:p>
      </dsp:txBody>
      <dsp:txXfrm>
        <a:off x="3809999" y="3050592"/>
        <a:ext cx="1524000" cy="1016000"/>
      </dsp:txXfrm>
    </dsp:sp>
    <dsp:sp modelId="{518A85CD-DA45-4845-AC40-B3567C802D6E}">
      <dsp:nvSpPr>
        <dsp:cNvPr id="0" name=""/>
        <dsp:cNvSpPr/>
      </dsp:nvSpPr>
      <dsp:spPr>
        <a:xfrm>
          <a:off x="5587999" y="1717092"/>
          <a:ext cx="1016000" cy="1016000"/>
        </a:xfrm>
        <a:prstGeom prst="ellipse">
          <a:avLst/>
        </a:prstGeom>
        <a:blipFill>
          <a:blip xmlns:r="http://schemas.openxmlformats.org/officeDocument/2006/relationships" r:embed="rId5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53BDEB-1C09-46F1-A0BC-643FE7006E9A}">
      <dsp:nvSpPr>
        <dsp:cNvPr id="0" name=""/>
        <dsp:cNvSpPr/>
      </dsp:nvSpPr>
      <dsp:spPr>
        <a:xfrm>
          <a:off x="6604000" y="1714552"/>
          <a:ext cx="1524000" cy="1016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500" kern="1200" dirty="0"/>
            <a:t>Finance</a:t>
          </a:r>
        </a:p>
      </dsp:txBody>
      <dsp:txXfrm>
        <a:off x="6604000" y="1714552"/>
        <a:ext cx="1524000" cy="1016000"/>
      </dsp:txXfrm>
    </dsp:sp>
    <dsp:sp modelId="{3260FA4F-3174-40F7-BA0C-82AD8D365129}">
      <dsp:nvSpPr>
        <dsp:cNvPr id="0" name=""/>
        <dsp:cNvSpPr/>
      </dsp:nvSpPr>
      <dsp:spPr>
        <a:xfrm>
          <a:off x="5587999" y="3053132"/>
          <a:ext cx="1016000" cy="1016000"/>
        </a:xfrm>
        <a:prstGeom prst="ellipse">
          <a:avLst/>
        </a:prstGeom>
        <a:blipFill>
          <a:blip xmlns:r="http://schemas.openxmlformats.org/officeDocument/2006/relationships" r:embed="rId6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71C3B2-F01F-4029-A125-9683D655710D}">
      <dsp:nvSpPr>
        <dsp:cNvPr id="0" name=""/>
        <dsp:cNvSpPr/>
      </dsp:nvSpPr>
      <dsp:spPr>
        <a:xfrm>
          <a:off x="6604000" y="3050592"/>
          <a:ext cx="1524000" cy="1016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500" kern="1200" dirty="0"/>
            <a:t>HR</a:t>
          </a:r>
        </a:p>
      </dsp:txBody>
      <dsp:txXfrm>
        <a:off x="6604000" y="3050592"/>
        <a:ext cx="1524000" cy="1016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PictureHierarchy">
  <dgm:title val=""/>
  <dgm:desc val=""/>
  <dgm:catLst>
    <dgm:cat type="hierarchy" pri="1750"/>
    <dgm:cat type="picture" pri="23000"/>
    <dgm:cat type="pictureconvert" pri="2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5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h" for="ch" forName="image" refType="h" fact="0.8"/>
              <dgm:constr type="w" for="ch" forName="image" refType="h" refFor="ch" refForName="image"/>
              <dgm:constr type="t" for="ch" forName="image" refType="h" fact="0.1"/>
              <dgm:constr type="l" for="ch" forName="image"/>
              <dgm:constr type="w" for="ch" forName="text" refType="w" fact="0.6"/>
              <dgm:constr type="h" for="ch" forName="text" refType="h" fact="0.8"/>
              <dgm:constr type="t" for="ch" forName="text" refType="w" fact="0.04"/>
              <dgm:constr type="l" for="ch" forName="text" refType="w" fact="0.4"/>
            </dgm:constrLst>
            <dgm:ruleLst/>
            <dgm:layoutNode name="image" styleLbl="node0">
              <dgm:alg type="sp"/>
              <dgm:shape xmlns:r="http://schemas.openxmlformats.org/officeDocument/2006/relationships" type="ellipse" r:blip="" blipPhldr="1">
                <dgm:adjLst/>
              </dgm:shape>
              <dgm:presOf/>
              <dgm:constrLst/>
              <dgm:ruleLst/>
            </dgm:layoutNode>
            <dgm:layoutNode name="text" styleLbl="revTx">
              <dgm:varLst>
                <dgm:chPref val="3"/>
              </dgm:varLst>
              <dgm:alg type="tx">
                <dgm:param type="parTxLTRAlign" val="l"/>
                <dgm:param type="parTxRTLAlign" val="r"/>
              </dgm:alg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image"/>
                    <dgm:param type="dstNode" val="image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h" for="ch" forName="image2" refType="h" fact="0.8"/>
                      <dgm:constr type="w" for="ch" forName="image2" refType="h" refFor="ch" refForName="image2"/>
                      <dgm:constr type="t" for="ch" forName="image2" refType="h" fact="0.1"/>
                      <dgm:constr type="l" for="ch" forName="image2"/>
                      <dgm:constr type="w" for="ch" forName="text2" refType="w" fact="0.6"/>
                      <dgm:constr type="h" for="ch" forName="text2" refType="h" fact="0.8"/>
                      <dgm:constr type="t" for="ch" forName="text2" refType="w" fact="0.04"/>
                      <dgm:constr type="l" for="ch" forName="text2" refType="w" fact="0.4"/>
                    </dgm:constrLst>
                    <dgm:ruleLst/>
                    <dgm:layoutNode name="image2">
                      <dgm:alg type="sp"/>
                      <dgm:shape xmlns:r="http://schemas.openxmlformats.org/officeDocument/2006/relationships" type="ellipse" r:blip="" blipPhldr="1">
                        <dgm:adjLst/>
                      </dgm:shape>
                      <dgm:presOf/>
                      <dgm:constrLst/>
                      <dgm:ruleLst/>
                    </dgm:layoutNode>
                    <dgm:layoutNode name="text2" styleLbl="revTx">
                      <dgm:varLst>
                        <dgm:chPref val="3"/>
                      </dgm:varLst>
                      <dgm:alg type="tx">
                        <dgm:param type="parTxLTRAlign" val="l"/>
                        <dgm:param type="parTxRTLAlign" val="r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image2"/>
                            <dgm:param type="dstNode" val="image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h" for="ch" forName="image3" refType="h" fact="0.8"/>
                              <dgm:constr type="w" for="ch" forName="image3" refType="h" refFor="ch" refForName="image3"/>
                              <dgm:constr type="t" for="ch" forName="image3" refType="h" fact="0.1"/>
                              <dgm:constr type="l" for="ch" forName="image3"/>
                              <dgm:constr type="w" for="ch" forName="text3" refType="w" fact="0.6"/>
                              <dgm:constr type="h" for="ch" forName="text3" refType="h" fact="0.8"/>
                              <dgm:constr type="t" for="ch" forName="text3" refType="w" fact="0.04"/>
                              <dgm:constr type="l" for="ch" forName="text3" refType="w" fact="0.4"/>
                            </dgm:constrLst>
                            <dgm:ruleLst/>
                            <dgm:layoutNode name="image3">
                              <dgm:alg type="sp"/>
                              <dgm:shape xmlns:r="http://schemas.openxmlformats.org/officeDocument/2006/relationships" type="ellipse" r:blip="" blipPhldr="1">
                                <dgm:adjLst/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revTx">
                              <dgm:varLst>
                                <dgm:chPref val="3"/>
                              </dgm:varLst>
                              <dgm:alg type="tx">
                                <dgm:param type="parTxLTRAlign" val="l"/>
                                <dgm:param type="parTxRTLAlign" val="r"/>
                              </dgm:alg>
                              <dgm:shape xmlns:r="http://schemas.openxmlformats.org/officeDocument/2006/relationships" type="rect" r:blip="">
                                <dgm:adjLst/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image3"/>
                                        <dgm:param type="dstNode" val="image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image4"/>
                                        <dgm:param type="dstNode" val="image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h" for="ch" forName="image4" refType="h" fact="0.8"/>
                                      <dgm:constr type="w" for="ch" forName="image4" refType="h" refFor="ch" refForName="image4"/>
                                      <dgm:constr type="t" for="ch" forName="image4" refType="h" fact="0.1"/>
                                      <dgm:constr type="l" for="ch" forName="image4"/>
                                      <dgm:constr type="w" for="ch" forName="text4" refType="w" fact="0.6"/>
                                      <dgm:constr type="h" for="ch" forName="text4" refType="h" fact="0.8"/>
                                      <dgm:constr type="t" for="ch" forName="text4" refType="w" fact="0.04"/>
                                      <dgm:constr type="l" for="ch" forName="text4" refType="w" fact="0.4"/>
                                    </dgm:constrLst>
                                    <dgm:ruleLst/>
                                    <dgm:layoutNode name="image4">
                                      <dgm:alg type="sp"/>
                                      <dgm:shape xmlns:r="http://schemas.openxmlformats.org/officeDocument/2006/relationships" type="ellipse" r:blip="" blipPhldr="1">
                                        <dgm:adjLst/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revTx">
                                      <dgm:varLst>
                                        <dgm:chPref val="3"/>
                                      </dgm:varLst>
                                      <dgm:alg type="tx">
                                        <dgm:param type="parTxLTRAlign" val="l"/>
                                        <dgm:param type="parTxRTLAlign" val="r"/>
                                      </dgm:alg>
                                      <dgm:shape xmlns:r="http://schemas.openxmlformats.org/officeDocument/2006/relationships" type="rect" r:blip="">
                                        <dgm:adjLst/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2D20-D1CE-F831-1ABC-898D149E49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93864-47B1-5CAF-CF33-00191BB36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DE582-D6B1-B131-81A6-DD33C0AE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93374-97C9-39A4-6F40-DA1AF3749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6C231-7FF2-7F58-5B08-3548FFEC5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33243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52EE2-C548-05F1-4309-5E7B9AB1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26ED0-1A70-3BCF-A351-A26196580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4AE8C-695A-8994-70DF-8F12256B5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F3C73-3D6A-7546-A735-4B384A482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564AC-AF4B-C65B-C97D-38E00FDA0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14130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0DB2-B98D-67D9-F662-44AC1CED9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BD8F8-C0DD-CF5D-5077-1B04B854A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7D3AB-D0B7-D5C4-30E5-A1459D8A4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99165C-7AFD-31A8-A86F-7A8E5473A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4F795-20BA-CCB2-1C1B-F30650E2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68482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5C9CE-61F0-410F-32E5-247617F55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D3733-7B9C-759A-B412-531CF6F078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B5CC4D-C3B4-1B6B-9F42-890C75D7D9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58545A-97C1-36EB-FE12-4AE57FC90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5EE68-656B-E9BD-3C13-0FAFD8C9B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444E4-945D-8889-BBDE-0A106C48D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6442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29C-74E8-6A3F-C0EF-FC2615E28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DF267-4092-E206-64AF-9B7CCB8AE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B4CAE-4FAA-5A68-A009-52F55BCB5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F849AA-F882-F9A4-FD7A-FC406A1AD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05A71-44D9-BCCD-A59E-022D84748A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ABFB03-364A-B971-5B85-9032DC1B2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3C52D-52B9-433F-9076-E90A5454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17CFF8-03BA-05CA-21D4-6AB2F2CA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5628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6CAB9-8524-93CA-3A91-F9379EA9A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5B6874-9252-337F-D5E7-1E103AA17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BC23C4-3C93-9C6F-AFA1-088966B10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8E8767-A98F-3ADF-73FC-8046FEC6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4207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092114-C104-4337-AB47-F65BEEE48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32DA71-47F3-C358-BBA0-A0E956D15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5EAB0C-14C4-A915-4D84-A0FA363DD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12378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53C8-E508-8FB3-CFEC-F6DD09F0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8385-1BC0-65A2-0C0D-4B520998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A6539-D9E5-47BD-9431-35FB07A183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22C45A-E6E9-E6AB-DAB2-99D905B9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C9926-E98D-E183-DDD8-0D26EEDF3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9D495-340D-AD77-EBD6-8F368612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28702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541AB-244E-31D2-4396-CC19EA6DB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35077D-A1E6-5F54-B78E-3D638A4550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40E3A4-DC00-35D1-3102-A3F07B89B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21D3D5-C804-DBEF-6B07-50D3E3803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C6AD2-8299-80C2-40C7-8CDF3E09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B0A7D-BAD2-2B8B-DA63-D446FFFDD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71897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6FB7A-92AB-AB4D-B0CA-012B8747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19A4EE-F961-0E19-80E2-A31B20294F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DB63A-DC6F-83AC-A7EB-0C7FCCBF4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A7B12-29E7-8FE0-D243-1226B99F2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FF7CE-C5B5-A0D9-29CB-4CDE03E8B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6411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7E1E53-6B2E-B38E-CD28-244286E3D6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C4A3C1-F65F-7C74-1090-CFD13AC9D6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CC42C-A3D3-7A9D-D922-7601B4497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D7C71E-FF86-3D70-1C6A-912E9B865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255C0-BFBF-C203-3872-9E35BA6F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00754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Baruk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0A31B-7375-95B9-733A-F03BAF5D1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995F31-5880-E1A0-D5B0-46E1A4272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848D2B-FDA5-1C4A-24B3-DF027BEAA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E81310-811C-3C5F-D20C-8BBF49126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F734E22-8154-1AC9-C392-8CA27152FC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2203450"/>
            <a:ext cx="3844925" cy="3843338"/>
          </a:xfrm>
        </p:spPr>
        <p:txBody>
          <a:bodyPr/>
          <a:lstStyle/>
          <a:p>
            <a:endParaRPr lang="id-ID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FBFE58-A59A-D6CB-EA08-A5FAD52468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02213" y="2203450"/>
            <a:ext cx="6351587" cy="3843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0983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6F5F07-9613-742F-614F-B07A66C7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818" y="365125"/>
            <a:ext cx="885998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id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A059F-460A-AB6B-F2CC-D7D064D02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BB2BFE-E77A-49DA-B3CF-66FAE3DA52A8}" type="datetimeFigureOut">
              <a:rPr lang="id-ID" smtClean="0"/>
              <a:t>28/06/2026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91F0C-F145-7423-9DC6-891F0AD58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1D7CB-86D0-9F34-9371-0B8622B492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B74DEF-F9CE-4169-B3DF-448A089CFABF}" type="slidenum">
              <a:rPr lang="id-ID" smtClean="0"/>
              <a:t>‹#›</a:t>
            </a:fld>
            <a:endParaRPr lang="id-ID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3AE4E7-9A80-C890-3AD1-7FA9D402B04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97" y="466707"/>
            <a:ext cx="1148660" cy="114866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992FC72-1AF7-C096-19CD-B0DF418AA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3823906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613E1-D154-F0E9-CDF6-926A4532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/>
              <a:t>PT Inovasi Digital Nusantara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ABA60D1-50BC-0248-2A6B-18E4D23D0A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2" r="16622"/>
          <a:stretch>
            <a:fillRect/>
          </a:stretch>
        </p:blipFill>
        <p:spPr>
          <a:xfrm>
            <a:off x="2493818" y="2098519"/>
            <a:ext cx="3844925" cy="38433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45C99F-8BCE-F836-D023-5C83B3BF92D1}"/>
              </a:ext>
            </a:extLst>
          </p:cNvPr>
          <p:cNvSpPr txBox="1"/>
          <p:nvPr/>
        </p:nvSpPr>
        <p:spPr>
          <a:xfrm>
            <a:off x="2493818" y="1321356"/>
            <a:ext cx="4268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"Solusi Teknologi untuk Masa Depan Bisnis"</a:t>
            </a:r>
          </a:p>
        </p:txBody>
      </p:sp>
    </p:spTree>
    <p:extLst>
      <p:ext uri="{BB962C8B-B14F-4D97-AF65-F5344CB8AC3E}">
        <p14:creationId xmlns:p14="http://schemas.microsoft.com/office/powerpoint/2010/main" val="31638684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F95DC-2E5A-4B79-63BE-3A84DD54D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/>
              <a:t>Daftar Isi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E57E23-1A17-0A38-3A4D-B0A4558D41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3818" y="1690688"/>
            <a:ext cx="6351587" cy="279137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id-ID" dirty="0"/>
              <a:t>Profil Perusahaan</a:t>
            </a:r>
          </a:p>
          <a:p>
            <a:pPr marL="514350" indent="-514350">
              <a:buFont typeface="+mj-lt"/>
              <a:buAutoNum type="arabicPeriod"/>
            </a:pPr>
            <a:r>
              <a:rPr lang="id-ID" dirty="0"/>
              <a:t>Produk</a:t>
            </a:r>
          </a:p>
          <a:p>
            <a:pPr marL="514350" indent="-514350">
              <a:buFont typeface="+mj-lt"/>
              <a:buAutoNum type="arabicPeriod"/>
            </a:pPr>
            <a:r>
              <a:rPr lang="id-ID" dirty="0"/>
              <a:t>Data Penjualan</a:t>
            </a:r>
          </a:p>
          <a:p>
            <a:pPr marL="514350" indent="-514350">
              <a:buFont typeface="+mj-lt"/>
              <a:buAutoNum type="arabicPeriod"/>
            </a:pPr>
            <a:r>
              <a:rPr lang="id-ID" dirty="0"/>
              <a:t>Video Profil</a:t>
            </a:r>
          </a:p>
          <a:p>
            <a:pPr marL="514350" indent="-514350">
              <a:buFont typeface="+mj-lt"/>
              <a:buAutoNum type="arabicPeriod"/>
            </a:pPr>
            <a:r>
              <a:rPr lang="id-ID" dirty="0"/>
              <a:t>Struktur Tim</a:t>
            </a:r>
          </a:p>
        </p:txBody>
      </p:sp>
    </p:spTree>
    <p:extLst>
      <p:ext uri="{BB962C8B-B14F-4D97-AF65-F5344CB8AC3E}">
        <p14:creationId xmlns:p14="http://schemas.microsoft.com/office/powerpoint/2010/main" val="3479838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841E-5D80-97BD-363B-4ACE9D62B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/>
              <a:t>PT Inovasi Digital Nusantara</a:t>
            </a:r>
            <a:endParaRPr lang="id-ID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92BB3E1-FAEE-3C0C-5AA6-61346BC3102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2" r="1662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21F44-C2EB-A7A5-1AD4-366614F41B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d-ID" sz="1800" b="1" dirty="0"/>
              <a:t>Tentang Kami</a:t>
            </a:r>
          </a:p>
          <a:p>
            <a:pPr marL="0" indent="0">
              <a:buNone/>
            </a:pPr>
            <a:r>
              <a:rPr lang="id-ID" sz="1800" dirty="0"/>
              <a:t>PT Inovasi Digital Nusantara merupakan perusahaan yang bergerak di bidang pengembangan aplikasi, website, dan sistem informasi untuk bisnis modern.</a:t>
            </a:r>
          </a:p>
          <a:p>
            <a:pPr marL="0" indent="0">
              <a:buNone/>
            </a:pPr>
            <a:r>
              <a:rPr lang="id-ID" sz="1800" b="1" dirty="0"/>
              <a:t>Visi</a:t>
            </a:r>
          </a:p>
          <a:p>
            <a:r>
              <a:rPr lang="id-ID" sz="1800" dirty="0"/>
              <a:t>Menjadi perusahaan teknologi terpercaya di Indonesia.</a:t>
            </a:r>
          </a:p>
          <a:p>
            <a:pPr marL="0" indent="0">
              <a:buNone/>
            </a:pPr>
            <a:r>
              <a:rPr lang="id-ID" sz="1800" b="1" dirty="0"/>
              <a:t>Misi</a:t>
            </a:r>
          </a:p>
          <a:p>
            <a:r>
              <a:rPr lang="id-ID" sz="1800" dirty="0"/>
              <a:t>Inovasi </a:t>
            </a:r>
          </a:p>
          <a:p>
            <a:r>
              <a:rPr lang="id-ID" sz="1800" dirty="0"/>
              <a:t>Kualitas </a:t>
            </a:r>
          </a:p>
          <a:p>
            <a:r>
              <a:rPr lang="id-ID" sz="1800" dirty="0"/>
              <a:t>Pelayanan</a:t>
            </a:r>
          </a:p>
        </p:txBody>
      </p:sp>
    </p:spTree>
    <p:extLst>
      <p:ext uri="{BB962C8B-B14F-4D97-AF65-F5344CB8AC3E}">
        <p14:creationId xmlns:p14="http://schemas.microsoft.com/office/powerpoint/2010/main" val="4195076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0"/>
                            </p:stCondLst>
                            <p:childTnLst>
                              <p:par>
                                <p:cTn id="4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0A33E-0340-3184-B260-C495FE92B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rgbClr val="002060"/>
                </a:solidFill>
              </a:rPr>
              <a:t>Pertumbuhan Penjualan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6225F2E6-472F-4983-A561-D639684CBA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93947"/>
              </p:ext>
            </p:extLst>
          </p:nvPr>
        </p:nvGraphicFramePr>
        <p:xfrm>
          <a:off x="2493818" y="1469105"/>
          <a:ext cx="6992079" cy="42795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E06A77E-B55A-3C10-EC0B-2EBD570D4526}"/>
              </a:ext>
            </a:extLst>
          </p:cNvPr>
          <p:cNvSpPr txBox="1"/>
          <p:nvPr/>
        </p:nvSpPr>
        <p:spPr>
          <a:xfrm>
            <a:off x="9683646" y="2023672"/>
            <a:ext cx="167015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dirty="0">
                <a:solidFill>
                  <a:srgbClr val="002060"/>
                </a:solidFill>
              </a:rPr>
              <a:t>↑ 183%</a:t>
            </a:r>
          </a:p>
          <a:p>
            <a:endParaRPr lang="id-ID" dirty="0">
              <a:solidFill>
                <a:srgbClr val="002060"/>
              </a:solidFill>
            </a:endParaRPr>
          </a:p>
          <a:p>
            <a:r>
              <a:rPr lang="id-ID" dirty="0">
                <a:solidFill>
                  <a:srgbClr val="002060"/>
                </a:solidFill>
              </a:rPr>
              <a:t>Pertumbuhan dalam</a:t>
            </a:r>
          </a:p>
          <a:p>
            <a:r>
              <a:rPr lang="id-ID" dirty="0">
                <a:solidFill>
                  <a:srgbClr val="002060"/>
                </a:solidFill>
              </a:rPr>
              <a:t>4 tahun</a:t>
            </a:r>
          </a:p>
        </p:txBody>
      </p:sp>
    </p:spTree>
    <p:extLst>
      <p:ext uri="{BB962C8B-B14F-4D97-AF65-F5344CB8AC3E}">
        <p14:creationId xmlns:p14="http://schemas.microsoft.com/office/powerpoint/2010/main" val="428479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10" grpId="0">
        <p:bldAsOne/>
      </p:bldGraphic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D24E0-3E18-3ACF-D37D-923398C5D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rgbClr val="002060"/>
                </a:solidFill>
              </a:rPr>
              <a:t>Video Company Profile</a:t>
            </a:r>
          </a:p>
        </p:txBody>
      </p:sp>
      <p:pic>
        <p:nvPicPr>
          <p:cNvPr id="5" name="video-pendek-7">
            <a:hlinkClick r:id="" action="ppaction://media"/>
            <a:extLst>
              <a:ext uri="{FF2B5EF4-FFF2-40B4-BE49-F238E27FC236}">
                <a16:creationId xmlns:a16="http://schemas.microsoft.com/office/drawing/2014/main" id="{1BE8445E-1092-14F1-B349-247B3874374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93818" y="1690688"/>
            <a:ext cx="7204364" cy="4052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EE4707-1058-EC6D-85F3-6896344CF0D1}"/>
              </a:ext>
            </a:extLst>
          </p:cNvPr>
          <p:cNvSpPr txBox="1"/>
          <p:nvPr/>
        </p:nvSpPr>
        <p:spPr>
          <a:xfrm>
            <a:off x="2493818" y="5861155"/>
            <a:ext cx="3828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Klik tombol Play untuk memutar video.</a:t>
            </a:r>
          </a:p>
        </p:txBody>
      </p:sp>
    </p:spTree>
    <p:extLst>
      <p:ext uri="{BB962C8B-B14F-4D97-AF65-F5344CB8AC3E}">
        <p14:creationId xmlns:p14="http://schemas.microsoft.com/office/powerpoint/2010/main" val="2289491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105B2-AB16-4CF8-E7E1-BB9230DCF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rgbClr val="002060"/>
                </a:solidFill>
              </a:rPr>
              <a:t>Tim Kami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000EAD6-B34D-0ABF-25C2-8825D66D07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4831688"/>
              </p:ext>
            </p:extLst>
          </p:nvPr>
        </p:nvGraphicFramePr>
        <p:xfrm>
          <a:off x="2032000" y="1690688"/>
          <a:ext cx="8128000" cy="44476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3660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73371A5-BEB5-41DE-9D71-4AC3FA0787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2B2F741-725D-4A23-8020-4BC3FC67D0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7662EBC-38D6-45A9-8128-C15551735B7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9A4846-FBDC-4D96-A38B-7D071F934B3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73CCF6E-D4DE-45D7-9A80-8FBA7F1E25D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1BBB3B6-E25F-44A8-93BD-CF426EA49F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E5974B8-5664-444E-A796-2F728C04FA5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74D5BA1-A173-4F0D-A901-1B59F8C2FA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D2C3111-42FB-485C-80BE-AF281AF6E5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11747A6-D6D4-47C6-A602-74600F70AA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A053E0F-13FF-4E87-BDB9-73E1FC7EE3C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90DADF9-074F-4D91-946B-523DCC1203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18A85CD-DA45-4845-AC40-B3567C802D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353BDEB-1C09-46F1-A0BC-643FE7006E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4D1A447-1AB5-45E2-9376-EF3021A70CB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260FA4F-3174-40F7-BA0C-82AD8D3651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71C3B2-F01F-4029-A125-9683D655710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6A4F2-445A-E1B0-411A-94B840902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rgbClr val="002060"/>
                </a:solidFill>
              </a:rPr>
              <a:t>Terima Kasih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1D83D-419F-5C48-46DA-93AFD60282F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3818" y="3344242"/>
            <a:ext cx="8859982" cy="16640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sz="2000" dirty="0">
                <a:solidFill>
                  <a:srgbClr val="002060"/>
                </a:solidFill>
              </a:rPr>
              <a:t>Email</a:t>
            </a:r>
            <a:r>
              <a:rPr lang="en-US" sz="2000" dirty="0">
                <a:solidFill>
                  <a:srgbClr val="002060"/>
                </a:solidFill>
              </a:rPr>
              <a:t> : </a:t>
            </a:r>
            <a:r>
              <a:rPr lang="id-ID" sz="2000" dirty="0">
                <a:solidFill>
                  <a:srgbClr val="002060"/>
                </a:solidFill>
              </a:rPr>
              <a:t>info@idn-tech.co.id</a:t>
            </a:r>
          </a:p>
          <a:p>
            <a:pPr marL="0" indent="0">
              <a:buNone/>
            </a:pPr>
            <a:r>
              <a:rPr lang="id-ID" sz="2000" dirty="0">
                <a:solidFill>
                  <a:srgbClr val="002060"/>
                </a:solidFill>
              </a:rPr>
              <a:t>Telepon</a:t>
            </a:r>
            <a:r>
              <a:rPr lang="en-US" sz="2000" dirty="0">
                <a:solidFill>
                  <a:srgbClr val="002060"/>
                </a:solidFill>
              </a:rPr>
              <a:t> : </a:t>
            </a:r>
            <a:r>
              <a:rPr lang="id-ID" sz="2000" dirty="0">
                <a:solidFill>
                  <a:srgbClr val="002060"/>
                </a:solidFill>
              </a:rPr>
              <a:t>(021) 555-1234</a:t>
            </a:r>
          </a:p>
          <a:p>
            <a:pPr marL="0" indent="0">
              <a:buNone/>
            </a:pPr>
            <a:r>
              <a:rPr lang="id-ID" sz="2000" dirty="0">
                <a:solidFill>
                  <a:srgbClr val="002060"/>
                </a:solidFill>
              </a:rPr>
              <a:t>Website</a:t>
            </a:r>
            <a:r>
              <a:rPr lang="en-US" sz="2000" dirty="0">
                <a:solidFill>
                  <a:srgbClr val="002060"/>
                </a:solidFill>
              </a:rPr>
              <a:t> : </a:t>
            </a:r>
            <a:r>
              <a:rPr lang="id-ID" sz="2000" dirty="0">
                <a:solidFill>
                  <a:srgbClr val="002060"/>
                </a:solidFill>
              </a:rPr>
              <a:t>www.idn-tech.co.id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BD1476-E873-F195-1759-AF91969EE3CF}"/>
              </a:ext>
            </a:extLst>
          </p:cNvPr>
          <p:cNvSpPr txBox="1"/>
          <p:nvPr/>
        </p:nvSpPr>
        <p:spPr>
          <a:xfrm>
            <a:off x="2493818" y="1994245"/>
            <a:ext cx="3792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Mari Bekerja Sama!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8601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Warna Korpora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70C0"/>
      </a:accent1>
      <a:accent2>
        <a:srgbClr val="7F7F7F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ont Korpora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layout-baruku.potx" id="{4024B660-76F7-44A5-BA7D-2E8E91D9F47F}" vid="{A8399F58-4F41-4D9F-8001-4F46766C006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121</Words>
  <Application>Microsoft Office PowerPoint</Application>
  <PresentationFormat>Widescreen</PresentationFormat>
  <Paragraphs>37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PT Inovasi Digital Nusantara</vt:lpstr>
      <vt:lpstr>Daftar Isi</vt:lpstr>
      <vt:lpstr>PT Inovasi Digital Nusantara</vt:lpstr>
      <vt:lpstr>Pertumbuhan Penjualan</vt:lpstr>
      <vt:lpstr>Video Company Profile</vt:lpstr>
      <vt:lpstr>Tim Kami</vt:lpstr>
      <vt:lpstr>Terima Kasih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6</cp:revision>
  <dcterms:created xsi:type="dcterms:W3CDTF">2026-06-28T01:10:31Z</dcterms:created>
  <dcterms:modified xsi:type="dcterms:W3CDTF">2026-06-28T01:41:35Z</dcterms:modified>
</cp:coreProperties>
</file>